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media/image17.jpg" ContentType="image/jp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75" r:id="rId3"/>
    <p:sldId id="324" r:id="rId4"/>
    <p:sldId id="391" r:id="rId5"/>
    <p:sldId id="392" r:id="rId6"/>
    <p:sldId id="393" r:id="rId7"/>
    <p:sldId id="394" r:id="rId8"/>
    <p:sldId id="395" r:id="rId9"/>
    <p:sldId id="396" r:id="rId10"/>
    <p:sldId id="434" r:id="rId11"/>
    <p:sldId id="398" r:id="rId12"/>
    <p:sldId id="397" r:id="rId13"/>
    <p:sldId id="399" r:id="rId14"/>
    <p:sldId id="400" r:id="rId15"/>
    <p:sldId id="401" r:id="rId16"/>
    <p:sldId id="402" r:id="rId17"/>
    <p:sldId id="436" r:id="rId18"/>
    <p:sldId id="435" r:id="rId19"/>
    <p:sldId id="437" r:id="rId20"/>
    <p:sldId id="403" r:id="rId21"/>
    <p:sldId id="404" r:id="rId22"/>
    <p:sldId id="405" r:id="rId23"/>
    <p:sldId id="406" r:id="rId24"/>
    <p:sldId id="407" r:id="rId25"/>
    <p:sldId id="438" r:id="rId26"/>
    <p:sldId id="410" r:id="rId27"/>
    <p:sldId id="411" r:id="rId28"/>
    <p:sldId id="412" r:id="rId29"/>
    <p:sldId id="413" r:id="rId30"/>
    <p:sldId id="414" r:id="rId31"/>
    <p:sldId id="415" r:id="rId32"/>
    <p:sldId id="416" r:id="rId33"/>
    <p:sldId id="417" r:id="rId34"/>
    <p:sldId id="418" r:id="rId35"/>
    <p:sldId id="419" r:id="rId36"/>
    <p:sldId id="439" r:id="rId37"/>
    <p:sldId id="440" r:id="rId38"/>
    <p:sldId id="441" r:id="rId39"/>
    <p:sldId id="442" r:id="rId40"/>
    <p:sldId id="443" r:id="rId41"/>
    <p:sldId id="444" r:id="rId42"/>
    <p:sldId id="445" r:id="rId43"/>
    <p:sldId id="446" r:id="rId44"/>
    <p:sldId id="447" r:id="rId45"/>
    <p:sldId id="44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35" autoAdjust="0"/>
    <p:restoredTop sz="94660"/>
  </p:normalViewPr>
  <p:slideViewPr>
    <p:cSldViewPr snapToGrid="0">
      <p:cViewPr varScale="1">
        <p:scale>
          <a:sx n="70" d="100"/>
          <a:sy n="70" d="100"/>
        </p:scale>
        <p:origin x="6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2262EB-1A1F-4700-8E6E-E2529BA4BD98}" type="datetimeFigureOut">
              <a:rPr lang="en-IN" smtClean="0"/>
              <a:t>23-02-2026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D26273-848B-46A2-A57F-FBF16671A341}" type="slidenum">
              <a:rPr lang="en-IN" smtClean="0"/>
              <a:t>‹#›</a:t>
            </a:fld>
            <a:endParaRPr lang="en-IN"/>
          </a:p>
        </p:txBody>
      </p:sp>
    </p:spTree>
    <p:extLst>
      <p:ext uri="{BB962C8B-B14F-4D97-AF65-F5344CB8AC3E}">
        <p14:creationId xmlns:p14="http://schemas.microsoft.com/office/powerpoint/2010/main" val="1995349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6D26273-848B-46A2-A57F-FBF16671A341}" type="slidenum">
              <a:rPr lang="en-IN" smtClean="0"/>
              <a:t>37</a:t>
            </a:fld>
            <a:endParaRPr lang="en-IN"/>
          </a:p>
        </p:txBody>
      </p:sp>
    </p:spTree>
    <p:extLst>
      <p:ext uri="{BB962C8B-B14F-4D97-AF65-F5344CB8AC3E}">
        <p14:creationId xmlns:p14="http://schemas.microsoft.com/office/powerpoint/2010/main" val="3927468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8BB6CBF-F77E-44CC-8826-B58B04E9551C}"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430046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8BB6CBF-F77E-44CC-8826-B58B04E9551C}"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3084240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BB6CBF-F77E-44CC-8826-B58B04E9551C}"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369408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8BB6CBF-F77E-44CC-8826-B58B04E9551C}"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2774083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8BB6CBF-F77E-44CC-8826-B58B04E9551C}" type="datetimeFigureOut">
              <a:rPr lang="en-IN" smtClean="0"/>
              <a:t>23-02-2026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456872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8BB6CBF-F77E-44CC-8826-B58B04E9551C}" type="datetimeFigureOut">
              <a:rPr lang="en-IN" smtClean="0"/>
              <a:t>23-02-2026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4032794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6CBF-F77E-44CC-8826-B58B04E9551C}" type="datetimeFigureOut">
              <a:rPr lang="en-IN" smtClean="0"/>
              <a:t>23-02-2026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3804133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BB6CBF-F77E-44CC-8826-B58B04E9551C}"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1688000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BB6CBF-F77E-44CC-8826-B58B04E9551C}"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2134035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8BB6CBF-F77E-44CC-8826-B58B04E9551C}"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1982039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8BB6CBF-F77E-44CC-8826-B58B04E9551C}"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E5C098-3028-4FCA-BCA8-F115C14CFF30}" type="slidenum">
              <a:rPr lang="en-IN" smtClean="0"/>
              <a:t>‹#›</a:t>
            </a:fld>
            <a:endParaRPr lang="en-IN"/>
          </a:p>
        </p:txBody>
      </p:sp>
    </p:spTree>
    <p:extLst>
      <p:ext uri="{BB962C8B-B14F-4D97-AF65-F5344CB8AC3E}">
        <p14:creationId xmlns:p14="http://schemas.microsoft.com/office/powerpoint/2010/main" val="2541984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type="title">
  <p:cSld name="Title">
    <p:spTree>
      <p:nvGrpSpPr>
        <p:cNvPr id="1" name="Shape 9"/>
        <p:cNvGrpSpPr/>
        <p:nvPr/>
      </p:nvGrpSpPr>
      <p:grpSpPr>
        <a:xfrm>
          <a:off x="0" y="0"/>
          <a:ext cx="0" cy="0"/>
          <a:chOff x="0" y="0"/>
          <a:chExt cx="0" cy="0"/>
        </a:xfrm>
      </p:grpSpPr>
      <p:grpSp>
        <p:nvGrpSpPr>
          <p:cNvPr id="3" name="Google Shape;10;p2"/>
          <p:cNvGrpSpPr>
            <a:grpSpLocks/>
          </p:cNvGrpSpPr>
          <p:nvPr/>
        </p:nvGrpSpPr>
        <p:grpSpPr bwMode="auto">
          <a:xfrm>
            <a:off x="2543175" y="-7938"/>
            <a:ext cx="7105650" cy="2097088"/>
            <a:chOff x="1045264" y="-6007"/>
            <a:chExt cx="7118300" cy="2100014"/>
          </a:xfrm>
        </p:grpSpPr>
        <p:sp>
          <p:nvSpPr>
            <p:cNvPr id="4" name="Google Shape;11;p2"/>
            <p:cNvSpPr>
              <a:spLocks/>
            </p:cNvSpPr>
            <p:nvPr/>
          </p:nvSpPr>
          <p:spPr bwMode="auto">
            <a:xfrm>
              <a:off x="1803850" y="-6007"/>
              <a:ext cx="5943048" cy="724911"/>
            </a:xfrm>
            <a:custGeom>
              <a:avLst/>
              <a:gdLst>
                <a:gd name="T0" fmla="*/ 5922926 w 89490"/>
                <a:gd name="T1" fmla="*/ 66 h 10910"/>
                <a:gd name="T2" fmla="*/ 5833471 w 89490"/>
                <a:gd name="T3" fmla="*/ 163321 h 10910"/>
                <a:gd name="T4" fmla="*/ 5786519 w 89490"/>
                <a:gd name="T5" fmla="*/ 243918 h 10910"/>
                <a:gd name="T6" fmla="*/ 5739567 w 89490"/>
                <a:gd name="T7" fmla="*/ 324449 h 10910"/>
                <a:gd name="T8" fmla="*/ 5681458 w 89490"/>
                <a:gd name="T9" fmla="*/ 418402 h 10910"/>
                <a:gd name="T10" fmla="*/ 5621091 w 89490"/>
                <a:gd name="T11" fmla="*/ 510095 h 10910"/>
                <a:gd name="T12" fmla="*/ 5560725 w 89490"/>
                <a:gd name="T13" fmla="*/ 601789 h 10910"/>
                <a:gd name="T14" fmla="*/ 5500291 w 89490"/>
                <a:gd name="T15" fmla="*/ 693549 h 10910"/>
                <a:gd name="T16" fmla="*/ 5495842 w 89490"/>
                <a:gd name="T17" fmla="*/ 691290 h 10910"/>
                <a:gd name="T18" fmla="*/ 4601496 w 89490"/>
                <a:gd name="T19" fmla="*/ 695742 h 10910"/>
                <a:gd name="T20" fmla="*/ 3707150 w 89490"/>
                <a:gd name="T21" fmla="*/ 700260 h 10910"/>
                <a:gd name="T22" fmla="*/ 1918391 w 89490"/>
                <a:gd name="T23" fmla="*/ 704712 h 10910"/>
                <a:gd name="T24" fmla="*/ 961420 w 89490"/>
                <a:gd name="T25" fmla="*/ 704712 h 10910"/>
                <a:gd name="T26" fmla="*/ 482935 w 89490"/>
                <a:gd name="T27" fmla="*/ 706971 h 10910"/>
                <a:gd name="T28" fmla="*/ 4449 w 89490"/>
                <a:gd name="T29" fmla="*/ 711423 h 10910"/>
                <a:gd name="T30" fmla="*/ 0 w 89490"/>
                <a:gd name="T31" fmla="*/ 713682 h 10910"/>
                <a:gd name="T32" fmla="*/ 0 w 89490"/>
                <a:gd name="T33" fmla="*/ 715941 h 10910"/>
                <a:gd name="T34" fmla="*/ 0 w 89490"/>
                <a:gd name="T35" fmla="*/ 720393 h 10910"/>
                <a:gd name="T36" fmla="*/ 4449 w 89490"/>
                <a:gd name="T37" fmla="*/ 722652 h 10910"/>
                <a:gd name="T38" fmla="*/ 451656 w 89490"/>
                <a:gd name="T39" fmla="*/ 724845 h 10910"/>
                <a:gd name="T40" fmla="*/ 898862 w 89490"/>
                <a:gd name="T41" fmla="*/ 722652 h 10910"/>
                <a:gd name="T42" fmla="*/ 1793208 w 89490"/>
                <a:gd name="T43" fmla="*/ 718134 h 10910"/>
                <a:gd name="T44" fmla="*/ 3581900 w 89490"/>
                <a:gd name="T45" fmla="*/ 713682 h 10910"/>
                <a:gd name="T46" fmla="*/ 4538871 w 89490"/>
                <a:gd name="T47" fmla="*/ 709230 h 10910"/>
                <a:gd name="T48" fmla="*/ 5495842 w 89490"/>
                <a:gd name="T49" fmla="*/ 706971 h 10910"/>
                <a:gd name="T50" fmla="*/ 5500291 w 89490"/>
                <a:gd name="T51" fmla="*/ 709230 h 10910"/>
                <a:gd name="T52" fmla="*/ 5502549 w 89490"/>
                <a:gd name="T53" fmla="*/ 706971 h 10910"/>
                <a:gd name="T54" fmla="*/ 5536086 w 89490"/>
                <a:gd name="T55" fmla="*/ 664446 h 10910"/>
                <a:gd name="T56" fmla="*/ 5569623 w 89490"/>
                <a:gd name="T57" fmla="*/ 621922 h 10910"/>
                <a:gd name="T58" fmla="*/ 5629990 w 89490"/>
                <a:gd name="T59" fmla="*/ 532487 h 10910"/>
                <a:gd name="T60" fmla="*/ 5690357 w 89490"/>
                <a:gd name="T61" fmla="*/ 440727 h 10910"/>
                <a:gd name="T62" fmla="*/ 5746275 w 89490"/>
                <a:gd name="T63" fmla="*/ 346775 h 10910"/>
                <a:gd name="T64" fmla="*/ 5797676 w 89490"/>
                <a:gd name="T65" fmla="*/ 261792 h 10910"/>
                <a:gd name="T66" fmla="*/ 5846886 w 89490"/>
                <a:gd name="T67" fmla="*/ 176809 h 10910"/>
                <a:gd name="T68" fmla="*/ 5896096 w 89490"/>
                <a:gd name="T69" fmla="*/ 89501 h 10910"/>
                <a:gd name="T70" fmla="*/ 5943048 w 89490"/>
                <a:gd name="T71" fmla="*/ 66 h 10910"/>
                <a:gd name="T72" fmla="*/ 5922926 w 89490"/>
                <a:gd name="T73" fmla="*/ 66 h 109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89490" h="10910" extrusionOk="0">
                  <a:moveTo>
                    <a:pt x="89187" y="1"/>
                  </a:moveTo>
                  <a:lnTo>
                    <a:pt x="87840" y="2458"/>
                  </a:lnTo>
                  <a:lnTo>
                    <a:pt x="87133" y="3671"/>
                  </a:lnTo>
                  <a:lnTo>
                    <a:pt x="86426" y="4883"/>
                  </a:lnTo>
                  <a:lnTo>
                    <a:pt x="85551" y="6297"/>
                  </a:lnTo>
                  <a:lnTo>
                    <a:pt x="84642" y="7677"/>
                  </a:lnTo>
                  <a:lnTo>
                    <a:pt x="83733" y="9057"/>
                  </a:lnTo>
                  <a:lnTo>
                    <a:pt x="82823" y="10438"/>
                  </a:lnTo>
                  <a:lnTo>
                    <a:pt x="82756" y="10404"/>
                  </a:lnTo>
                  <a:lnTo>
                    <a:pt x="69289" y="10471"/>
                  </a:lnTo>
                  <a:lnTo>
                    <a:pt x="55822" y="10539"/>
                  </a:lnTo>
                  <a:lnTo>
                    <a:pt x="28887" y="10606"/>
                  </a:lnTo>
                  <a:lnTo>
                    <a:pt x="14477" y="10606"/>
                  </a:lnTo>
                  <a:lnTo>
                    <a:pt x="7272" y="10640"/>
                  </a:lnTo>
                  <a:lnTo>
                    <a:pt x="67" y="10707"/>
                  </a:lnTo>
                  <a:lnTo>
                    <a:pt x="0" y="10741"/>
                  </a:lnTo>
                  <a:lnTo>
                    <a:pt x="0" y="10775"/>
                  </a:lnTo>
                  <a:lnTo>
                    <a:pt x="0" y="10842"/>
                  </a:lnTo>
                  <a:lnTo>
                    <a:pt x="67" y="10876"/>
                  </a:lnTo>
                  <a:lnTo>
                    <a:pt x="6801" y="10909"/>
                  </a:lnTo>
                  <a:lnTo>
                    <a:pt x="13535" y="10876"/>
                  </a:lnTo>
                  <a:lnTo>
                    <a:pt x="27002" y="10808"/>
                  </a:lnTo>
                  <a:lnTo>
                    <a:pt x="53936" y="10741"/>
                  </a:lnTo>
                  <a:lnTo>
                    <a:pt x="68346" y="10674"/>
                  </a:lnTo>
                  <a:lnTo>
                    <a:pt x="82756" y="10640"/>
                  </a:lnTo>
                  <a:lnTo>
                    <a:pt x="82823" y="10674"/>
                  </a:lnTo>
                  <a:lnTo>
                    <a:pt x="82857" y="10640"/>
                  </a:lnTo>
                  <a:lnTo>
                    <a:pt x="83362" y="10000"/>
                  </a:lnTo>
                  <a:lnTo>
                    <a:pt x="83867" y="9360"/>
                  </a:lnTo>
                  <a:lnTo>
                    <a:pt x="84776" y="8014"/>
                  </a:lnTo>
                  <a:lnTo>
                    <a:pt x="85685" y="6633"/>
                  </a:lnTo>
                  <a:lnTo>
                    <a:pt x="86527" y="5219"/>
                  </a:lnTo>
                  <a:lnTo>
                    <a:pt x="87301" y="3940"/>
                  </a:lnTo>
                  <a:lnTo>
                    <a:pt x="88042" y="2661"/>
                  </a:lnTo>
                  <a:lnTo>
                    <a:pt x="88783" y="1347"/>
                  </a:lnTo>
                  <a:lnTo>
                    <a:pt x="89490" y="1"/>
                  </a:lnTo>
                  <a:lnTo>
                    <a:pt x="8918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 name="Google Shape;12;p2"/>
            <p:cNvSpPr>
              <a:spLocks/>
            </p:cNvSpPr>
            <p:nvPr/>
          </p:nvSpPr>
          <p:spPr bwMode="auto">
            <a:xfrm>
              <a:off x="1045264" y="-6007"/>
              <a:ext cx="7118300" cy="2100014"/>
            </a:xfrm>
            <a:custGeom>
              <a:avLst/>
              <a:gdLst>
                <a:gd name="T0" fmla="*/ 7086949 w 107167"/>
                <a:gd name="T1" fmla="*/ 1004175 h 31616"/>
                <a:gd name="T2" fmla="*/ 7075723 w 107167"/>
                <a:gd name="T3" fmla="*/ 1131640 h 31616"/>
                <a:gd name="T4" fmla="*/ 6771575 w 107167"/>
                <a:gd name="T5" fmla="*/ 744729 h 31616"/>
                <a:gd name="T6" fmla="*/ 7042180 w 107167"/>
                <a:gd name="T7" fmla="*/ 1370894 h 31616"/>
                <a:gd name="T8" fmla="*/ 4293750 w 107167"/>
                <a:gd name="T9" fmla="*/ 1057845 h 31616"/>
                <a:gd name="T10" fmla="*/ 4155126 w 107167"/>
                <a:gd name="T11" fmla="*/ 1420113 h 31616"/>
                <a:gd name="T12" fmla="*/ 2757397 w 107167"/>
                <a:gd name="T13" fmla="*/ 1406696 h 31616"/>
                <a:gd name="T14" fmla="*/ 4251306 w 107167"/>
                <a:gd name="T15" fmla="*/ 945989 h 31616"/>
                <a:gd name="T16" fmla="*/ 5919573 w 107167"/>
                <a:gd name="T17" fmla="*/ 1713036 h 31616"/>
                <a:gd name="T18" fmla="*/ 6111866 w 107167"/>
                <a:gd name="T19" fmla="*/ 1397729 h 31616"/>
                <a:gd name="T20" fmla="*/ 6080581 w 107167"/>
                <a:gd name="T21" fmla="*/ 1348576 h 31616"/>
                <a:gd name="T22" fmla="*/ 6040329 w 107167"/>
                <a:gd name="T23" fmla="*/ 1543128 h 31616"/>
                <a:gd name="T24" fmla="*/ 5997819 w 107167"/>
                <a:gd name="T25" fmla="*/ 1357477 h 31616"/>
                <a:gd name="T26" fmla="*/ 6194629 w 107167"/>
                <a:gd name="T27" fmla="*/ 1724262 h 31616"/>
                <a:gd name="T28" fmla="*/ 6134251 w 107167"/>
                <a:gd name="T29" fmla="*/ 1339609 h 31616"/>
                <a:gd name="T30" fmla="*/ 5930732 w 107167"/>
                <a:gd name="T31" fmla="*/ 1361994 h 31616"/>
                <a:gd name="T32" fmla="*/ 5910606 w 107167"/>
                <a:gd name="T33" fmla="*/ 1746580 h 31616"/>
                <a:gd name="T34" fmla="*/ 5868162 w 107167"/>
                <a:gd name="T35" fmla="*/ 1218853 h 31616"/>
                <a:gd name="T36" fmla="*/ 6664236 w 107167"/>
                <a:gd name="T37" fmla="*/ 1583380 h 31616"/>
                <a:gd name="T38" fmla="*/ 6310935 w 107167"/>
                <a:gd name="T39" fmla="*/ 1815925 h 31616"/>
                <a:gd name="T40" fmla="*/ 6469684 w 107167"/>
                <a:gd name="T41" fmla="*/ 1842760 h 31616"/>
                <a:gd name="T42" fmla="*/ 6735839 w 107167"/>
                <a:gd name="T43" fmla="*/ 1645950 h 31616"/>
                <a:gd name="T44" fmla="*/ 6498777 w 107167"/>
                <a:gd name="T45" fmla="*/ 1869594 h 31616"/>
                <a:gd name="T46" fmla="*/ 6561414 w 107167"/>
                <a:gd name="T47" fmla="*/ 1979191 h 31616"/>
                <a:gd name="T48" fmla="*/ 6726872 w 107167"/>
                <a:gd name="T49" fmla="*/ 1717553 h 31616"/>
                <a:gd name="T50" fmla="*/ 6887880 w 107167"/>
                <a:gd name="T51" fmla="*/ 1722004 h 31616"/>
                <a:gd name="T52" fmla="*/ 6523354 w 107167"/>
                <a:gd name="T53" fmla="*/ 2014993 h 31616"/>
                <a:gd name="T54" fmla="*/ 6818535 w 107167"/>
                <a:gd name="T55" fmla="*/ 1704136 h 31616"/>
                <a:gd name="T56" fmla="*/ 7064564 w 107167"/>
                <a:gd name="T57" fmla="*/ 1393279 h 31616"/>
                <a:gd name="T58" fmla="*/ 169975 w 107167"/>
                <a:gd name="T59" fmla="*/ 263963 h 31616"/>
                <a:gd name="T60" fmla="*/ 825233 w 107167"/>
                <a:gd name="T61" fmla="*/ 981791 h 31616"/>
                <a:gd name="T62" fmla="*/ 2710437 w 107167"/>
                <a:gd name="T63" fmla="*/ 1348576 h 31616"/>
                <a:gd name="T64" fmla="*/ 3953866 w 107167"/>
                <a:gd name="T65" fmla="*/ 1460365 h 31616"/>
                <a:gd name="T66" fmla="*/ 4329551 w 107167"/>
                <a:gd name="T67" fmla="*/ 1124932 h 31616"/>
                <a:gd name="T68" fmla="*/ 5836811 w 107167"/>
                <a:gd name="T69" fmla="*/ 1315033 h 31616"/>
                <a:gd name="T70" fmla="*/ 5901705 w 107167"/>
                <a:gd name="T71" fmla="*/ 1820442 h 31616"/>
                <a:gd name="T72" fmla="*/ 5959825 w 107167"/>
                <a:gd name="T73" fmla="*/ 1748838 h 31616"/>
                <a:gd name="T74" fmla="*/ 6060455 w 107167"/>
                <a:gd name="T75" fmla="*/ 1777931 h 31616"/>
                <a:gd name="T76" fmla="*/ 6199079 w 107167"/>
                <a:gd name="T77" fmla="*/ 1768964 h 31616"/>
                <a:gd name="T78" fmla="*/ 6158827 w 107167"/>
                <a:gd name="T79" fmla="*/ 1294907 h 31616"/>
                <a:gd name="T80" fmla="*/ 6053747 w 107167"/>
                <a:gd name="T81" fmla="*/ 1306066 h 31616"/>
                <a:gd name="T82" fmla="*/ 5986660 w 107167"/>
                <a:gd name="T83" fmla="*/ 1055586 h 31616"/>
                <a:gd name="T84" fmla="*/ 6335511 w 107167"/>
                <a:gd name="T85" fmla="*/ 887870 h 31616"/>
                <a:gd name="T86" fmla="*/ 6899106 w 107167"/>
                <a:gd name="T87" fmla="*/ 854326 h 31616"/>
                <a:gd name="T88" fmla="*/ 7066823 w 107167"/>
                <a:gd name="T89" fmla="*/ 1165184 h 31616"/>
                <a:gd name="T90" fmla="*/ 6986318 w 107167"/>
                <a:gd name="T91" fmla="*/ 1482750 h 31616"/>
                <a:gd name="T92" fmla="*/ 6762674 w 107167"/>
                <a:gd name="T93" fmla="*/ 1681751 h 31616"/>
                <a:gd name="T94" fmla="*/ 6722422 w 107167"/>
                <a:gd name="T95" fmla="*/ 1610214 h 31616"/>
                <a:gd name="T96" fmla="*/ 6729131 w 107167"/>
                <a:gd name="T97" fmla="*/ 1578863 h 31616"/>
                <a:gd name="T98" fmla="*/ 6668753 w 107167"/>
                <a:gd name="T99" fmla="*/ 1525194 h 31616"/>
                <a:gd name="T100" fmla="*/ 6319902 w 107167"/>
                <a:gd name="T101" fmla="*/ 1777931 h 31616"/>
                <a:gd name="T102" fmla="*/ 6369054 w 107167"/>
                <a:gd name="T103" fmla="*/ 1896429 h 31616"/>
                <a:gd name="T104" fmla="*/ 6543480 w 107167"/>
                <a:gd name="T105" fmla="*/ 1744388 h 31616"/>
                <a:gd name="T106" fmla="*/ 6378021 w 107167"/>
                <a:gd name="T107" fmla="*/ 1938939 h 31616"/>
                <a:gd name="T108" fmla="*/ 6514453 w 107167"/>
                <a:gd name="T109" fmla="*/ 1970224 h 31616"/>
                <a:gd name="T110" fmla="*/ 6608374 w 107167"/>
                <a:gd name="T111" fmla="*/ 2006026 h 31616"/>
                <a:gd name="T112" fmla="*/ 7113783 w 107167"/>
                <a:gd name="T113" fmla="*/ 1261363 h 31616"/>
                <a:gd name="T114" fmla="*/ 7066823 w 107167"/>
                <a:gd name="T115" fmla="*/ 916963 h 31616"/>
                <a:gd name="T116" fmla="*/ 6572573 w 107167"/>
                <a:gd name="T117" fmla="*/ 581463 h 31616"/>
                <a:gd name="T118" fmla="*/ 619523 w 107167"/>
                <a:gd name="T119" fmla="*/ 802915 h 31616"/>
                <a:gd name="T120" fmla="*/ 6252748 w 107167"/>
                <a:gd name="T121" fmla="*/ 937089 h 31616"/>
                <a:gd name="T122" fmla="*/ 820783 w 107167"/>
                <a:gd name="T123" fmla="*/ 952698 h 31616"/>
                <a:gd name="T124" fmla="*/ 100697 w 107167"/>
                <a:gd name="T125" fmla="*/ 120823 h 3161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7167" h="31616" extrusionOk="0">
                  <a:moveTo>
                    <a:pt x="98850" y="8889"/>
                  </a:moveTo>
                  <a:lnTo>
                    <a:pt x="99456" y="9057"/>
                  </a:lnTo>
                  <a:lnTo>
                    <a:pt x="100062" y="9192"/>
                  </a:lnTo>
                  <a:lnTo>
                    <a:pt x="100702" y="9360"/>
                  </a:lnTo>
                  <a:lnTo>
                    <a:pt x="101308" y="9529"/>
                  </a:lnTo>
                  <a:lnTo>
                    <a:pt x="102048" y="9798"/>
                  </a:lnTo>
                  <a:lnTo>
                    <a:pt x="102789" y="10168"/>
                  </a:lnTo>
                  <a:lnTo>
                    <a:pt x="103496" y="10572"/>
                  </a:lnTo>
                  <a:lnTo>
                    <a:pt x="104136" y="11078"/>
                  </a:lnTo>
                  <a:lnTo>
                    <a:pt x="104675" y="11515"/>
                  </a:lnTo>
                  <a:lnTo>
                    <a:pt x="105146" y="12054"/>
                  </a:lnTo>
                  <a:lnTo>
                    <a:pt x="105550" y="12593"/>
                  </a:lnTo>
                  <a:lnTo>
                    <a:pt x="105920" y="13199"/>
                  </a:lnTo>
                  <a:lnTo>
                    <a:pt x="106223" y="13805"/>
                  </a:lnTo>
                  <a:lnTo>
                    <a:pt x="106493" y="14444"/>
                  </a:lnTo>
                  <a:lnTo>
                    <a:pt x="106695" y="15118"/>
                  </a:lnTo>
                  <a:lnTo>
                    <a:pt x="106829" y="15791"/>
                  </a:lnTo>
                  <a:lnTo>
                    <a:pt x="106728" y="15825"/>
                  </a:lnTo>
                  <a:lnTo>
                    <a:pt x="106594" y="15825"/>
                  </a:lnTo>
                  <a:lnTo>
                    <a:pt x="106493" y="15858"/>
                  </a:lnTo>
                  <a:lnTo>
                    <a:pt x="106459" y="15892"/>
                  </a:lnTo>
                  <a:lnTo>
                    <a:pt x="106425" y="15926"/>
                  </a:lnTo>
                  <a:lnTo>
                    <a:pt x="106425" y="15959"/>
                  </a:lnTo>
                  <a:lnTo>
                    <a:pt x="106459" y="15993"/>
                  </a:lnTo>
                  <a:lnTo>
                    <a:pt x="106560" y="16027"/>
                  </a:lnTo>
                  <a:lnTo>
                    <a:pt x="106661" y="16060"/>
                  </a:lnTo>
                  <a:lnTo>
                    <a:pt x="106863" y="16027"/>
                  </a:lnTo>
                  <a:lnTo>
                    <a:pt x="106930" y="16262"/>
                  </a:lnTo>
                  <a:lnTo>
                    <a:pt x="106930" y="16296"/>
                  </a:lnTo>
                  <a:lnTo>
                    <a:pt x="106998" y="16330"/>
                  </a:lnTo>
                  <a:lnTo>
                    <a:pt x="106964" y="16969"/>
                  </a:lnTo>
                  <a:lnTo>
                    <a:pt x="106526" y="17037"/>
                  </a:lnTo>
                  <a:lnTo>
                    <a:pt x="106493" y="16767"/>
                  </a:lnTo>
                  <a:lnTo>
                    <a:pt x="106459" y="16532"/>
                  </a:lnTo>
                  <a:lnTo>
                    <a:pt x="106493" y="16431"/>
                  </a:lnTo>
                  <a:lnTo>
                    <a:pt x="106425" y="16094"/>
                  </a:lnTo>
                  <a:lnTo>
                    <a:pt x="106324" y="15757"/>
                  </a:lnTo>
                  <a:lnTo>
                    <a:pt x="106190" y="15421"/>
                  </a:lnTo>
                  <a:lnTo>
                    <a:pt x="106055" y="15118"/>
                  </a:lnTo>
                  <a:lnTo>
                    <a:pt x="105887" y="14815"/>
                  </a:lnTo>
                  <a:lnTo>
                    <a:pt x="105685" y="14512"/>
                  </a:lnTo>
                  <a:lnTo>
                    <a:pt x="105281" y="13939"/>
                  </a:lnTo>
                  <a:lnTo>
                    <a:pt x="104809" y="13434"/>
                  </a:lnTo>
                  <a:lnTo>
                    <a:pt x="104271" y="12929"/>
                  </a:lnTo>
                  <a:lnTo>
                    <a:pt x="103732" y="12458"/>
                  </a:lnTo>
                  <a:lnTo>
                    <a:pt x="103193" y="12054"/>
                  </a:lnTo>
                  <a:lnTo>
                    <a:pt x="102587" y="11583"/>
                  </a:lnTo>
                  <a:lnTo>
                    <a:pt x="101947" y="11212"/>
                  </a:lnTo>
                  <a:lnTo>
                    <a:pt x="101274" y="10876"/>
                  </a:lnTo>
                  <a:lnTo>
                    <a:pt x="100601" y="10572"/>
                  </a:lnTo>
                  <a:lnTo>
                    <a:pt x="99995" y="10337"/>
                  </a:lnTo>
                  <a:lnTo>
                    <a:pt x="99355" y="10168"/>
                  </a:lnTo>
                  <a:lnTo>
                    <a:pt x="98715" y="10000"/>
                  </a:lnTo>
                  <a:lnTo>
                    <a:pt x="98379" y="9966"/>
                  </a:lnTo>
                  <a:lnTo>
                    <a:pt x="98042" y="9933"/>
                  </a:lnTo>
                  <a:lnTo>
                    <a:pt x="98850" y="8889"/>
                  </a:lnTo>
                  <a:close/>
                  <a:moveTo>
                    <a:pt x="106324" y="19865"/>
                  </a:moveTo>
                  <a:lnTo>
                    <a:pt x="106392" y="19899"/>
                  </a:lnTo>
                  <a:lnTo>
                    <a:pt x="106324" y="20303"/>
                  </a:lnTo>
                  <a:lnTo>
                    <a:pt x="106257" y="20639"/>
                  </a:lnTo>
                  <a:lnTo>
                    <a:pt x="106190" y="20774"/>
                  </a:lnTo>
                  <a:lnTo>
                    <a:pt x="106156" y="20942"/>
                  </a:lnTo>
                  <a:lnTo>
                    <a:pt x="106055" y="20808"/>
                  </a:lnTo>
                  <a:lnTo>
                    <a:pt x="106021" y="20639"/>
                  </a:lnTo>
                  <a:lnTo>
                    <a:pt x="106021" y="20471"/>
                  </a:lnTo>
                  <a:lnTo>
                    <a:pt x="106089" y="20303"/>
                  </a:lnTo>
                  <a:lnTo>
                    <a:pt x="106190" y="20067"/>
                  </a:lnTo>
                  <a:lnTo>
                    <a:pt x="106324" y="19865"/>
                  </a:lnTo>
                  <a:close/>
                  <a:moveTo>
                    <a:pt x="91712" y="20168"/>
                  </a:moveTo>
                  <a:lnTo>
                    <a:pt x="91881" y="20202"/>
                  </a:lnTo>
                  <a:lnTo>
                    <a:pt x="91813" y="20740"/>
                  </a:lnTo>
                  <a:lnTo>
                    <a:pt x="91780" y="21313"/>
                  </a:lnTo>
                  <a:lnTo>
                    <a:pt x="91746" y="20740"/>
                  </a:lnTo>
                  <a:lnTo>
                    <a:pt x="91712" y="20168"/>
                  </a:lnTo>
                  <a:close/>
                  <a:moveTo>
                    <a:pt x="64004" y="14242"/>
                  </a:moveTo>
                  <a:lnTo>
                    <a:pt x="64004" y="14276"/>
                  </a:lnTo>
                  <a:lnTo>
                    <a:pt x="64004" y="14343"/>
                  </a:lnTo>
                  <a:lnTo>
                    <a:pt x="64239" y="14848"/>
                  </a:lnTo>
                  <a:lnTo>
                    <a:pt x="64475" y="15387"/>
                  </a:lnTo>
                  <a:lnTo>
                    <a:pt x="64643" y="15926"/>
                  </a:lnTo>
                  <a:lnTo>
                    <a:pt x="64812" y="16498"/>
                  </a:lnTo>
                  <a:lnTo>
                    <a:pt x="64913" y="17037"/>
                  </a:lnTo>
                  <a:lnTo>
                    <a:pt x="64980" y="17609"/>
                  </a:lnTo>
                  <a:lnTo>
                    <a:pt x="65014" y="18181"/>
                  </a:lnTo>
                  <a:lnTo>
                    <a:pt x="64946" y="18754"/>
                  </a:lnTo>
                  <a:lnTo>
                    <a:pt x="64879" y="19057"/>
                  </a:lnTo>
                  <a:lnTo>
                    <a:pt x="64812" y="19326"/>
                  </a:lnTo>
                  <a:lnTo>
                    <a:pt x="64711" y="19562"/>
                  </a:lnTo>
                  <a:lnTo>
                    <a:pt x="64576" y="19798"/>
                  </a:lnTo>
                  <a:lnTo>
                    <a:pt x="64441" y="20033"/>
                  </a:lnTo>
                  <a:lnTo>
                    <a:pt x="64273" y="20235"/>
                  </a:lnTo>
                  <a:lnTo>
                    <a:pt x="64105" y="20437"/>
                  </a:lnTo>
                  <a:lnTo>
                    <a:pt x="63936" y="20639"/>
                  </a:lnTo>
                  <a:lnTo>
                    <a:pt x="63499" y="20942"/>
                  </a:lnTo>
                  <a:lnTo>
                    <a:pt x="63061" y="21212"/>
                  </a:lnTo>
                  <a:lnTo>
                    <a:pt x="62556" y="21380"/>
                  </a:lnTo>
                  <a:lnTo>
                    <a:pt x="61984" y="21548"/>
                  </a:lnTo>
                  <a:lnTo>
                    <a:pt x="61445" y="21616"/>
                  </a:lnTo>
                  <a:lnTo>
                    <a:pt x="60906" y="21683"/>
                  </a:lnTo>
                  <a:lnTo>
                    <a:pt x="60334" y="21717"/>
                  </a:lnTo>
                  <a:lnTo>
                    <a:pt x="59795" y="21750"/>
                  </a:lnTo>
                  <a:lnTo>
                    <a:pt x="57573" y="21750"/>
                  </a:lnTo>
                  <a:lnTo>
                    <a:pt x="52792" y="21851"/>
                  </a:lnTo>
                  <a:lnTo>
                    <a:pt x="48045" y="21919"/>
                  </a:lnTo>
                  <a:lnTo>
                    <a:pt x="43298" y="22020"/>
                  </a:lnTo>
                  <a:lnTo>
                    <a:pt x="42961" y="21986"/>
                  </a:lnTo>
                  <a:lnTo>
                    <a:pt x="42658" y="21952"/>
                  </a:lnTo>
                  <a:lnTo>
                    <a:pt x="42355" y="21851"/>
                  </a:lnTo>
                  <a:lnTo>
                    <a:pt x="42119" y="21717"/>
                  </a:lnTo>
                  <a:lnTo>
                    <a:pt x="41884" y="21582"/>
                  </a:lnTo>
                  <a:lnTo>
                    <a:pt x="41715" y="21380"/>
                  </a:lnTo>
                  <a:lnTo>
                    <a:pt x="41513" y="21178"/>
                  </a:lnTo>
                  <a:lnTo>
                    <a:pt x="41379" y="20942"/>
                  </a:lnTo>
                  <a:lnTo>
                    <a:pt x="41244" y="20707"/>
                  </a:lnTo>
                  <a:lnTo>
                    <a:pt x="41143" y="20437"/>
                  </a:lnTo>
                  <a:lnTo>
                    <a:pt x="40941" y="19865"/>
                  </a:lnTo>
                  <a:lnTo>
                    <a:pt x="40840" y="19259"/>
                  </a:lnTo>
                  <a:lnTo>
                    <a:pt x="40739" y="18687"/>
                  </a:lnTo>
                  <a:lnTo>
                    <a:pt x="40672" y="18114"/>
                  </a:lnTo>
                  <a:lnTo>
                    <a:pt x="40672" y="17575"/>
                  </a:lnTo>
                  <a:lnTo>
                    <a:pt x="40705" y="17037"/>
                  </a:lnTo>
                  <a:lnTo>
                    <a:pt x="40739" y="16498"/>
                  </a:lnTo>
                  <a:lnTo>
                    <a:pt x="40840" y="15959"/>
                  </a:lnTo>
                  <a:lnTo>
                    <a:pt x="40941" y="15421"/>
                  </a:lnTo>
                  <a:lnTo>
                    <a:pt x="41076" y="14882"/>
                  </a:lnTo>
                  <a:lnTo>
                    <a:pt x="41210" y="14343"/>
                  </a:lnTo>
                  <a:lnTo>
                    <a:pt x="52624" y="14242"/>
                  </a:lnTo>
                  <a:lnTo>
                    <a:pt x="64004" y="14242"/>
                  </a:lnTo>
                  <a:close/>
                  <a:moveTo>
                    <a:pt x="89288" y="20639"/>
                  </a:moveTo>
                  <a:lnTo>
                    <a:pt x="89322" y="20774"/>
                  </a:lnTo>
                  <a:lnTo>
                    <a:pt x="89389" y="20875"/>
                  </a:lnTo>
                  <a:lnTo>
                    <a:pt x="89457" y="20942"/>
                  </a:lnTo>
                  <a:lnTo>
                    <a:pt x="89558" y="21010"/>
                  </a:lnTo>
                  <a:lnTo>
                    <a:pt x="89793" y="21043"/>
                  </a:lnTo>
                  <a:lnTo>
                    <a:pt x="89928" y="21077"/>
                  </a:lnTo>
                  <a:lnTo>
                    <a:pt x="90029" y="21043"/>
                  </a:lnTo>
                  <a:lnTo>
                    <a:pt x="89928" y="22121"/>
                  </a:lnTo>
                  <a:lnTo>
                    <a:pt x="89861" y="23232"/>
                  </a:lnTo>
                  <a:lnTo>
                    <a:pt x="89760" y="25420"/>
                  </a:lnTo>
                  <a:lnTo>
                    <a:pt x="89558" y="25521"/>
                  </a:lnTo>
                  <a:lnTo>
                    <a:pt x="89389" y="25656"/>
                  </a:lnTo>
                  <a:lnTo>
                    <a:pt x="89255" y="25790"/>
                  </a:lnTo>
                  <a:lnTo>
                    <a:pt x="89154" y="25959"/>
                  </a:lnTo>
                  <a:lnTo>
                    <a:pt x="89120" y="25790"/>
                  </a:lnTo>
                  <a:lnTo>
                    <a:pt x="89086" y="25790"/>
                  </a:lnTo>
                  <a:lnTo>
                    <a:pt x="88985" y="25117"/>
                  </a:lnTo>
                  <a:lnTo>
                    <a:pt x="88985" y="24444"/>
                  </a:lnTo>
                  <a:lnTo>
                    <a:pt x="88985" y="23770"/>
                  </a:lnTo>
                  <a:lnTo>
                    <a:pt x="89019" y="23097"/>
                  </a:lnTo>
                  <a:lnTo>
                    <a:pt x="89053" y="22255"/>
                  </a:lnTo>
                  <a:lnTo>
                    <a:pt x="89086" y="21851"/>
                  </a:lnTo>
                  <a:lnTo>
                    <a:pt x="89154" y="21447"/>
                  </a:lnTo>
                  <a:lnTo>
                    <a:pt x="89221" y="21043"/>
                  </a:lnTo>
                  <a:lnTo>
                    <a:pt x="89255" y="20841"/>
                  </a:lnTo>
                  <a:lnTo>
                    <a:pt x="89288" y="20639"/>
                  </a:lnTo>
                  <a:close/>
                  <a:moveTo>
                    <a:pt x="92015" y="20202"/>
                  </a:moveTo>
                  <a:lnTo>
                    <a:pt x="92015" y="20235"/>
                  </a:lnTo>
                  <a:lnTo>
                    <a:pt x="92015" y="20303"/>
                  </a:lnTo>
                  <a:lnTo>
                    <a:pt x="92083" y="20370"/>
                  </a:lnTo>
                  <a:lnTo>
                    <a:pt x="92015" y="21043"/>
                  </a:lnTo>
                  <a:lnTo>
                    <a:pt x="91982" y="21717"/>
                  </a:lnTo>
                  <a:lnTo>
                    <a:pt x="91914" y="23097"/>
                  </a:lnTo>
                  <a:lnTo>
                    <a:pt x="91679" y="26598"/>
                  </a:lnTo>
                  <a:lnTo>
                    <a:pt x="91645" y="26598"/>
                  </a:lnTo>
                  <a:lnTo>
                    <a:pt x="91813" y="23501"/>
                  </a:lnTo>
                  <a:lnTo>
                    <a:pt x="91914" y="21851"/>
                  </a:lnTo>
                  <a:lnTo>
                    <a:pt x="91948" y="21010"/>
                  </a:lnTo>
                  <a:lnTo>
                    <a:pt x="91948" y="20202"/>
                  </a:lnTo>
                  <a:lnTo>
                    <a:pt x="92015" y="20202"/>
                  </a:lnTo>
                  <a:close/>
                  <a:moveTo>
                    <a:pt x="91140" y="19865"/>
                  </a:moveTo>
                  <a:lnTo>
                    <a:pt x="91275" y="19932"/>
                  </a:lnTo>
                  <a:lnTo>
                    <a:pt x="91342" y="20000"/>
                  </a:lnTo>
                  <a:lnTo>
                    <a:pt x="91376" y="20067"/>
                  </a:lnTo>
                  <a:lnTo>
                    <a:pt x="91443" y="20235"/>
                  </a:lnTo>
                  <a:lnTo>
                    <a:pt x="91477" y="20303"/>
                  </a:lnTo>
                  <a:lnTo>
                    <a:pt x="91544" y="20303"/>
                  </a:lnTo>
                  <a:lnTo>
                    <a:pt x="91510" y="21818"/>
                  </a:lnTo>
                  <a:lnTo>
                    <a:pt x="91443" y="23333"/>
                  </a:lnTo>
                  <a:lnTo>
                    <a:pt x="91275" y="26329"/>
                  </a:lnTo>
                  <a:lnTo>
                    <a:pt x="91241" y="26363"/>
                  </a:lnTo>
                  <a:lnTo>
                    <a:pt x="91207" y="26363"/>
                  </a:lnTo>
                  <a:lnTo>
                    <a:pt x="91106" y="26531"/>
                  </a:lnTo>
                  <a:lnTo>
                    <a:pt x="91005" y="26666"/>
                  </a:lnTo>
                  <a:lnTo>
                    <a:pt x="91106" y="23501"/>
                  </a:lnTo>
                  <a:lnTo>
                    <a:pt x="91174" y="21683"/>
                  </a:lnTo>
                  <a:lnTo>
                    <a:pt x="91174" y="20774"/>
                  </a:lnTo>
                  <a:lnTo>
                    <a:pt x="91140" y="19865"/>
                  </a:lnTo>
                  <a:close/>
                  <a:moveTo>
                    <a:pt x="91039" y="19865"/>
                  </a:moveTo>
                  <a:lnTo>
                    <a:pt x="90972" y="20707"/>
                  </a:lnTo>
                  <a:lnTo>
                    <a:pt x="90938" y="21548"/>
                  </a:lnTo>
                  <a:lnTo>
                    <a:pt x="90938" y="23232"/>
                  </a:lnTo>
                  <a:lnTo>
                    <a:pt x="90770" y="26733"/>
                  </a:lnTo>
                  <a:lnTo>
                    <a:pt x="90669" y="26733"/>
                  </a:lnTo>
                  <a:lnTo>
                    <a:pt x="90568" y="26700"/>
                  </a:lnTo>
                  <a:lnTo>
                    <a:pt x="90366" y="26598"/>
                  </a:lnTo>
                  <a:lnTo>
                    <a:pt x="90231" y="26497"/>
                  </a:lnTo>
                  <a:lnTo>
                    <a:pt x="90130" y="26396"/>
                  </a:lnTo>
                  <a:lnTo>
                    <a:pt x="89928" y="26161"/>
                  </a:lnTo>
                  <a:lnTo>
                    <a:pt x="89995" y="25588"/>
                  </a:lnTo>
                  <a:lnTo>
                    <a:pt x="90063" y="25521"/>
                  </a:lnTo>
                  <a:lnTo>
                    <a:pt x="90063" y="25454"/>
                  </a:lnTo>
                  <a:lnTo>
                    <a:pt x="90029" y="25386"/>
                  </a:lnTo>
                  <a:lnTo>
                    <a:pt x="90130" y="24141"/>
                  </a:lnTo>
                  <a:lnTo>
                    <a:pt x="90231" y="22895"/>
                  </a:lnTo>
                  <a:lnTo>
                    <a:pt x="90298" y="21649"/>
                  </a:lnTo>
                  <a:lnTo>
                    <a:pt x="90298" y="21043"/>
                  </a:lnTo>
                  <a:lnTo>
                    <a:pt x="90298" y="20437"/>
                  </a:lnTo>
                  <a:lnTo>
                    <a:pt x="90568" y="20168"/>
                  </a:lnTo>
                  <a:lnTo>
                    <a:pt x="90837" y="19966"/>
                  </a:lnTo>
                  <a:lnTo>
                    <a:pt x="90938" y="19899"/>
                  </a:lnTo>
                  <a:lnTo>
                    <a:pt x="91039" y="19865"/>
                  </a:lnTo>
                  <a:close/>
                  <a:moveTo>
                    <a:pt x="92756" y="19798"/>
                  </a:moveTo>
                  <a:lnTo>
                    <a:pt x="92891" y="19831"/>
                  </a:lnTo>
                  <a:lnTo>
                    <a:pt x="93059" y="19899"/>
                  </a:lnTo>
                  <a:lnTo>
                    <a:pt x="93227" y="20000"/>
                  </a:lnTo>
                  <a:lnTo>
                    <a:pt x="93396" y="20168"/>
                  </a:lnTo>
                  <a:lnTo>
                    <a:pt x="93429" y="20404"/>
                  </a:lnTo>
                  <a:lnTo>
                    <a:pt x="93396" y="20639"/>
                  </a:lnTo>
                  <a:lnTo>
                    <a:pt x="93396" y="21144"/>
                  </a:lnTo>
                  <a:lnTo>
                    <a:pt x="93328" y="23265"/>
                  </a:lnTo>
                  <a:lnTo>
                    <a:pt x="93295" y="24343"/>
                  </a:lnTo>
                  <a:lnTo>
                    <a:pt x="93261" y="25420"/>
                  </a:lnTo>
                  <a:lnTo>
                    <a:pt x="93261" y="25959"/>
                  </a:lnTo>
                  <a:lnTo>
                    <a:pt x="93194" y="26531"/>
                  </a:lnTo>
                  <a:lnTo>
                    <a:pt x="93126" y="26767"/>
                  </a:lnTo>
                  <a:lnTo>
                    <a:pt x="93025" y="26935"/>
                  </a:lnTo>
                  <a:lnTo>
                    <a:pt x="92857" y="27036"/>
                  </a:lnTo>
                  <a:lnTo>
                    <a:pt x="92655" y="27104"/>
                  </a:lnTo>
                  <a:lnTo>
                    <a:pt x="92453" y="27104"/>
                  </a:lnTo>
                  <a:lnTo>
                    <a:pt x="92251" y="27070"/>
                  </a:lnTo>
                  <a:lnTo>
                    <a:pt x="92015" y="27036"/>
                  </a:lnTo>
                  <a:lnTo>
                    <a:pt x="91847" y="26935"/>
                  </a:lnTo>
                  <a:lnTo>
                    <a:pt x="91881" y="26902"/>
                  </a:lnTo>
                  <a:lnTo>
                    <a:pt x="91881" y="26834"/>
                  </a:lnTo>
                  <a:lnTo>
                    <a:pt x="92116" y="23366"/>
                  </a:lnTo>
                  <a:lnTo>
                    <a:pt x="92251" y="21784"/>
                  </a:lnTo>
                  <a:lnTo>
                    <a:pt x="92285" y="21010"/>
                  </a:lnTo>
                  <a:lnTo>
                    <a:pt x="92318" y="20202"/>
                  </a:lnTo>
                  <a:lnTo>
                    <a:pt x="92352" y="20168"/>
                  </a:lnTo>
                  <a:lnTo>
                    <a:pt x="92419" y="20000"/>
                  </a:lnTo>
                  <a:lnTo>
                    <a:pt x="92520" y="19899"/>
                  </a:lnTo>
                  <a:lnTo>
                    <a:pt x="92655" y="19831"/>
                  </a:lnTo>
                  <a:lnTo>
                    <a:pt x="92756" y="19798"/>
                  </a:lnTo>
                  <a:close/>
                  <a:moveTo>
                    <a:pt x="90467" y="14444"/>
                  </a:moveTo>
                  <a:lnTo>
                    <a:pt x="90265" y="14781"/>
                  </a:lnTo>
                  <a:lnTo>
                    <a:pt x="90096" y="15118"/>
                  </a:lnTo>
                  <a:lnTo>
                    <a:pt x="89962" y="15522"/>
                  </a:lnTo>
                  <a:lnTo>
                    <a:pt x="89827" y="15926"/>
                  </a:lnTo>
                  <a:lnTo>
                    <a:pt x="89659" y="16767"/>
                  </a:lnTo>
                  <a:lnTo>
                    <a:pt x="89524" y="17542"/>
                  </a:lnTo>
                  <a:lnTo>
                    <a:pt x="89423" y="18249"/>
                  </a:lnTo>
                  <a:lnTo>
                    <a:pt x="89356" y="18990"/>
                  </a:lnTo>
                  <a:lnTo>
                    <a:pt x="89322" y="19730"/>
                  </a:lnTo>
                  <a:lnTo>
                    <a:pt x="89356" y="20471"/>
                  </a:lnTo>
                  <a:lnTo>
                    <a:pt x="89288" y="20505"/>
                  </a:lnTo>
                  <a:lnTo>
                    <a:pt x="89288" y="20572"/>
                  </a:lnTo>
                  <a:lnTo>
                    <a:pt x="89288" y="20606"/>
                  </a:lnTo>
                  <a:lnTo>
                    <a:pt x="89255" y="20505"/>
                  </a:lnTo>
                  <a:lnTo>
                    <a:pt x="89086" y="20774"/>
                  </a:lnTo>
                  <a:lnTo>
                    <a:pt x="88952" y="21077"/>
                  </a:lnTo>
                  <a:lnTo>
                    <a:pt x="88884" y="21414"/>
                  </a:lnTo>
                  <a:lnTo>
                    <a:pt x="88817" y="21750"/>
                  </a:lnTo>
                  <a:lnTo>
                    <a:pt x="88783" y="22457"/>
                  </a:lnTo>
                  <a:lnTo>
                    <a:pt x="88783" y="23097"/>
                  </a:lnTo>
                  <a:lnTo>
                    <a:pt x="88750" y="23871"/>
                  </a:lnTo>
                  <a:lnTo>
                    <a:pt x="88716" y="24679"/>
                  </a:lnTo>
                  <a:lnTo>
                    <a:pt x="88750" y="25083"/>
                  </a:lnTo>
                  <a:lnTo>
                    <a:pt x="88783" y="25487"/>
                  </a:lnTo>
                  <a:lnTo>
                    <a:pt x="88851" y="25858"/>
                  </a:lnTo>
                  <a:lnTo>
                    <a:pt x="88952" y="26262"/>
                  </a:lnTo>
                  <a:lnTo>
                    <a:pt x="88985" y="26295"/>
                  </a:lnTo>
                  <a:lnTo>
                    <a:pt x="88918" y="26598"/>
                  </a:lnTo>
                  <a:lnTo>
                    <a:pt x="88851" y="26868"/>
                  </a:lnTo>
                  <a:lnTo>
                    <a:pt x="88716" y="27137"/>
                  </a:lnTo>
                  <a:lnTo>
                    <a:pt x="88548" y="27407"/>
                  </a:lnTo>
                  <a:lnTo>
                    <a:pt x="88413" y="27036"/>
                  </a:lnTo>
                  <a:lnTo>
                    <a:pt x="88278" y="26666"/>
                  </a:lnTo>
                  <a:lnTo>
                    <a:pt x="88211" y="26262"/>
                  </a:lnTo>
                  <a:lnTo>
                    <a:pt x="88177" y="25858"/>
                  </a:lnTo>
                  <a:lnTo>
                    <a:pt x="88110" y="25083"/>
                  </a:lnTo>
                  <a:lnTo>
                    <a:pt x="88076" y="24275"/>
                  </a:lnTo>
                  <a:lnTo>
                    <a:pt x="88009" y="22558"/>
                  </a:lnTo>
                  <a:lnTo>
                    <a:pt x="88009" y="21717"/>
                  </a:lnTo>
                  <a:lnTo>
                    <a:pt x="88043" y="20841"/>
                  </a:lnTo>
                  <a:lnTo>
                    <a:pt x="88110" y="20000"/>
                  </a:lnTo>
                  <a:lnTo>
                    <a:pt x="88211" y="19192"/>
                  </a:lnTo>
                  <a:lnTo>
                    <a:pt x="88346" y="18350"/>
                  </a:lnTo>
                  <a:lnTo>
                    <a:pt x="88514" y="17542"/>
                  </a:lnTo>
                  <a:lnTo>
                    <a:pt x="88750" y="16734"/>
                  </a:lnTo>
                  <a:lnTo>
                    <a:pt x="89053" y="15959"/>
                  </a:lnTo>
                  <a:lnTo>
                    <a:pt x="89389" y="15185"/>
                  </a:lnTo>
                  <a:lnTo>
                    <a:pt x="89726" y="14444"/>
                  </a:lnTo>
                  <a:lnTo>
                    <a:pt x="90467" y="14444"/>
                  </a:lnTo>
                  <a:close/>
                  <a:moveTo>
                    <a:pt x="99692" y="22558"/>
                  </a:moveTo>
                  <a:lnTo>
                    <a:pt x="99826" y="22626"/>
                  </a:lnTo>
                  <a:lnTo>
                    <a:pt x="99961" y="22727"/>
                  </a:lnTo>
                  <a:lnTo>
                    <a:pt x="100096" y="22861"/>
                  </a:lnTo>
                  <a:lnTo>
                    <a:pt x="100230" y="23030"/>
                  </a:lnTo>
                  <a:lnTo>
                    <a:pt x="100264" y="23198"/>
                  </a:lnTo>
                  <a:lnTo>
                    <a:pt x="100264" y="23366"/>
                  </a:lnTo>
                  <a:lnTo>
                    <a:pt x="100230" y="23737"/>
                  </a:lnTo>
                  <a:lnTo>
                    <a:pt x="100264" y="23804"/>
                  </a:lnTo>
                  <a:lnTo>
                    <a:pt x="100331" y="23838"/>
                  </a:lnTo>
                  <a:lnTo>
                    <a:pt x="99860" y="24309"/>
                  </a:lnTo>
                  <a:lnTo>
                    <a:pt x="99389" y="24780"/>
                  </a:lnTo>
                  <a:lnTo>
                    <a:pt x="98547" y="25790"/>
                  </a:lnTo>
                  <a:lnTo>
                    <a:pt x="97907" y="26464"/>
                  </a:lnTo>
                  <a:lnTo>
                    <a:pt x="97200" y="27104"/>
                  </a:lnTo>
                  <a:lnTo>
                    <a:pt x="96527" y="27710"/>
                  </a:lnTo>
                  <a:lnTo>
                    <a:pt x="95887" y="28383"/>
                  </a:lnTo>
                  <a:lnTo>
                    <a:pt x="95584" y="28383"/>
                  </a:lnTo>
                  <a:lnTo>
                    <a:pt x="95450" y="28349"/>
                  </a:lnTo>
                  <a:lnTo>
                    <a:pt x="95349" y="28282"/>
                  </a:lnTo>
                  <a:lnTo>
                    <a:pt x="95180" y="28080"/>
                  </a:lnTo>
                  <a:lnTo>
                    <a:pt x="95012" y="27878"/>
                  </a:lnTo>
                  <a:lnTo>
                    <a:pt x="94978" y="27811"/>
                  </a:lnTo>
                  <a:lnTo>
                    <a:pt x="94945" y="27710"/>
                  </a:lnTo>
                  <a:lnTo>
                    <a:pt x="94945" y="27508"/>
                  </a:lnTo>
                  <a:lnTo>
                    <a:pt x="95012" y="27339"/>
                  </a:lnTo>
                  <a:lnTo>
                    <a:pt x="95147" y="27137"/>
                  </a:lnTo>
                  <a:lnTo>
                    <a:pt x="95416" y="26801"/>
                  </a:lnTo>
                  <a:lnTo>
                    <a:pt x="95652" y="26531"/>
                  </a:lnTo>
                  <a:lnTo>
                    <a:pt x="96931" y="24949"/>
                  </a:lnTo>
                  <a:lnTo>
                    <a:pt x="97604" y="24208"/>
                  </a:lnTo>
                  <a:lnTo>
                    <a:pt x="98278" y="23467"/>
                  </a:lnTo>
                  <a:lnTo>
                    <a:pt x="98682" y="23063"/>
                  </a:lnTo>
                  <a:lnTo>
                    <a:pt x="98884" y="22861"/>
                  </a:lnTo>
                  <a:lnTo>
                    <a:pt x="99119" y="22693"/>
                  </a:lnTo>
                  <a:lnTo>
                    <a:pt x="99254" y="22626"/>
                  </a:lnTo>
                  <a:lnTo>
                    <a:pt x="99389" y="22558"/>
                  </a:lnTo>
                  <a:lnTo>
                    <a:pt x="99692" y="22558"/>
                  </a:lnTo>
                  <a:close/>
                  <a:moveTo>
                    <a:pt x="100870" y="23905"/>
                  </a:moveTo>
                  <a:lnTo>
                    <a:pt x="100971" y="23972"/>
                  </a:lnTo>
                  <a:lnTo>
                    <a:pt x="98648" y="26464"/>
                  </a:lnTo>
                  <a:lnTo>
                    <a:pt x="97402" y="27743"/>
                  </a:lnTo>
                  <a:lnTo>
                    <a:pt x="96796" y="28383"/>
                  </a:lnTo>
                  <a:lnTo>
                    <a:pt x="96258" y="29090"/>
                  </a:lnTo>
                  <a:lnTo>
                    <a:pt x="96123" y="28989"/>
                  </a:lnTo>
                  <a:lnTo>
                    <a:pt x="96022" y="28922"/>
                  </a:lnTo>
                  <a:lnTo>
                    <a:pt x="96022" y="28888"/>
                  </a:lnTo>
                  <a:lnTo>
                    <a:pt x="96359" y="28652"/>
                  </a:lnTo>
                  <a:lnTo>
                    <a:pt x="96695" y="28383"/>
                  </a:lnTo>
                  <a:lnTo>
                    <a:pt x="96998" y="28080"/>
                  </a:lnTo>
                  <a:lnTo>
                    <a:pt x="97301" y="27777"/>
                  </a:lnTo>
                  <a:lnTo>
                    <a:pt x="97874" y="27137"/>
                  </a:lnTo>
                  <a:lnTo>
                    <a:pt x="98446" y="26497"/>
                  </a:lnTo>
                  <a:lnTo>
                    <a:pt x="99624" y="25184"/>
                  </a:lnTo>
                  <a:lnTo>
                    <a:pt x="100230" y="24511"/>
                  </a:lnTo>
                  <a:lnTo>
                    <a:pt x="100870" y="23905"/>
                  </a:lnTo>
                  <a:close/>
                  <a:moveTo>
                    <a:pt x="101308" y="24511"/>
                  </a:moveTo>
                  <a:lnTo>
                    <a:pt x="101409" y="24780"/>
                  </a:lnTo>
                  <a:lnTo>
                    <a:pt x="101510" y="25016"/>
                  </a:lnTo>
                  <a:lnTo>
                    <a:pt x="101543" y="25252"/>
                  </a:lnTo>
                  <a:lnTo>
                    <a:pt x="101038" y="25790"/>
                  </a:lnTo>
                  <a:lnTo>
                    <a:pt x="100466" y="26295"/>
                  </a:lnTo>
                  <a:lnTo>
                    <a:pt x="99321" y="27339"/>
                  </a:lnTo>
                  <a:lnTo>
                    <a:pt x="98783" y="27878"/>
                  </a:lnTo>
                  <a:lnTo>
                    <a:pt x="98244" y="28417"/>
                  </a:lnTo>
                  <a:lnTo>
                    <a:pt x="97806" y="29023"/>
                  </a:lnTo>
                  <a:lnTo>
                    <a:pt x="97604" y="29326"/>
                  </a:lnTo>
                  <a:lnTo>
                    <a:pt x="97402" y="29629"/>
                  </a:lnTo>
                  <a:lnTo>
                    <a:pt x="96965" y="29561"/>
                  </a:lnTo>
                  <a:lnTo>
                    <a:pt x="96763" y="29494"/>
                  </a:lnTo>
                  <a:lnTo>
                    <a:pt x="96594" y="29393"/>
                  </a:lnTo>
                  <a:lnTo>
                    <a:pt x="96931" y="29090"/>
                  </a:lnTo>
                  <a:lnTo>
                    <a:pt x="97234" y="28787"/>
                  </a:lnTo>
                  <a:lnTo>
                    <a:pt x="97840" y="28147"/>
                  </a:lnTo>
                  <a:lnTo>
                    <a:pt x="98412" y="27508"/>
                  </a:lnTo>
                  <a:lnTo>
                    <a:pt x="98985" y="26868"/>
                  </a:lnTo>
                  <a:lnTo>
                    <a:pt x="100129" y="25689"/>
                  </a:lnTo>
                  <a:lnTo>
                    <a:pt x="101308" y="24511"/>
                  </a:lnTo>
                  <a:close/>
                  <a:moveTo>
                    <a:pt x="101274" y="25858"/>
                  </a:moveTo>
                  <a:lnTo>
                    <a:pt x="101308" y="25891"/>
                  </a:lnTo>
                  <a:lnTo>
                    <a:pt x="101442" y="26026"/>
                  </a:lnTo>
                  <a:lnTo>
                    <a:pt x="101611" y="26093"/>
                  </a:lnTo>
                  <a:lnTo>
                    <a:pt x="101813" y="26127"/>
                  </a:lnTo>
                  <a:lnTo>
                    <a:pt x="101981" y="26093"/>
                  </a:lnTo>
                  <a:lnTo>
                    <a:pt x="101678" y="26666"/>
                  </a:lnTo>
                  <a:lnTo>
                    <a:pt x="101308" y="27205"/>
                  </a:lnTo>
                  <a:lnTo>
                    <a:pt x="100870" y="27710"/>
                  </a:lnTo>
                  <a:lnTo>
                    <a:pt x="100432" y="28181"/>
                  </a:lnTo>
                  <a:lnTo>
                    <a:pt x="99456" y="29191"/>
                  </a:lnTo>
                  <a:lnTo>
                    <a:pt x="98783" y="29797"/>
                  </a:lnTo>
                  <a:lnTo>
                    <a:pt x="98547" y="29999"/>
                  </a:lnTo>
                  <a:lnTo>
                    <a:pt x="98345" y="30100"/>
                  </a:lnTo>
                  <a:lnTo>
                    <a:pt x="98345" y="29864"/>
                  </a:lnTo>
                  <a:lnTo>
                    <a:pt x="98379" y="29831"/>
                  </a:lnTo>
                  <a:lnTo>
                    <a:pt x="98379" y="29763"/>
                  </a:lnTo>
                  <a:lnTo>
                    <a:pt x="98345" y="29696"/>
                  </a:lnTo>
                  <a:lnTo>
                    <a:pt x="98244" y="29460"/>
                  </a:lnTo>
                  <a:lnTo>
                    <a:pt x="98210" y="29393"/>
                  </a:lnTo>
                  <a:lnTo>
                    <a:pt x="98109" y="29292"/>
                  </a:lnTo>
                  <a:lnTo>
                    <a:pt x="98042" y="29225"/>
                  </a:lnTo>
                  <a:lnTo>
                    <a:pt x="97941" y="29191"/>
                  </a:lnTo>
                  <a:lnTo>
                    <a:pt x="98682" y="28383"/>
                  </a:lnTo>
                  <a:lnTo>
                    <a:pt x="99456" y="27575"/>
                  </a:lnTo>
                  <a:lnTo>
                    <a:pt x="100365" y="26733"/>
                  </a:lnTo>
                  <a:lnTo>
                    <a:pt x="100836" y="26295"/>
                  </a:lnTo>
                  <a:lnTo>
                    <a:pt x="101274" y="25858"/>
                  </a:lnTo>
                  <a:close/>
                  <a:moveTo>
                    <a:pt x="106930" y="17171"/>
                  </a:moveTo>
                  <a:lnTo>
                    <a:pt x="106930" y="18114"/>
                  </a:lnTo>
                  <a:lnTo>
                    <a:pt x="106897" y="19023"/>
                  </a:lnTo>
                  <a:lnTo>
                    <a:pt x="106863" y="19495"/>
                  </a:lnTo>
                  <a:lnTo>
                    <a:pt x="106829" y="19932"/>
                  </a:lnTo>
                  <a:lnTo>
                    <a:pt x="106728" y="20404"/>
                  </a:lnTo>
                  <a:lnTo>
                    <a:pt x="106627" y="20841"/>
                  </a:lnTo>
                  <a:lnTo>
                    <a:pt x="106425" y="21380"/>
                  </a:lnTo>
                  <a:lnTo>
                    <a:pt x="106190" y="21919"/>
                  </a:lnTo>
                  <a:lnTo>
                    <a:pt x="105954" y="22457"/>
                  </a:lnTo>
                  <a:lnTo>
                    <a:pt x="105685" y="22996"/>
                  </a:lnTo>
                  <a:lnTo>
                    <a:pt x="105382" y="23535"/>
                  </a:lnTo>
                  <a:lnTo>
                    <a:pt x="105079" y="24040"/>
                  </a:lnTo>
                  <a:lnTo>
                    <a:pt x="104405" y="25016"/>
                  </a:lnTo>
                  <a:lnTo>
                    <a:pt x="104069" y="25487"/>
                  </a:lnTo>
                  <a:lnTo>
                    <a:pt x="103698" y="25925"/>
                  </a:lnTo>
                  <a:lnTo>
                    <a:pt x="102890" y="26801"/>
                  </a:lnTo>
                  <a:lnTo>
                    <a:pt x="102015" y="27642"/>
                  </a:lnTo>
                  <a:lnTo>
                    <a:pt x="101173" y="28450"/>
                  </a:lnTo>
                  <a:lnTo>
                    <a:pt x="100298" y="29225"/>
                  </a:lnTo>
                  <a:lnTo>
                    <a:pt x="99422" y="29965"/>
                  </a:lnTo>
                  <a:lnTo>
                    <a:pt x="98513" y="30672"/>
                  </a:lnTo>
                  <a:lnTo>
                    <a:pt x="97571" y="31346"/>
                  </a:lnTo>
                  <a:lnTo>
                    <a:pt x="97571" y="31177"/>
                  </a:lnTo>
                  <a:lnTo>
                    <a:pt x="97604" y="31043"/>
                  </a:lnTo>
                  <a:lnTo>
                    <a:pt x="97705" y="30740"/>
                  </a:lnTo>
                  <a:lnTo>
                    <a:pt x="97874" y="30403"/>
                  </a:lnTo>
                  <a:lnTo>
                    <a:pt x="98109" y="30134"/>
                  </a:lnTo>
                  <a:lnTo>
                    <a:pt x="98109" y="30201"/>
                  </a:lnTo>
                  <a:lnTo>
                    <a:pt x="98109" y="30268"/>
                  </a:lnTo>
                  <a:lnTo>
                    <a:pt x="98143" y="30302"/>
                  </a:lnTo>
                  <a:lnTo>
                    <a:pt x="98210" y="30336"/>
                  </a:lnTo>
                  <a:lnTo>
                    <a:pt x="98311" y="30302"/>
                  </a:lnTo>
                  <a:lnTo>
                    <a:pt x="98345" y="30235"/>
                  </a:lnTo>
                  <a:lnTo>
                    <a:pt x="98480" y="30235"/>
                  </a:lnTo>
                  <a:lnTo>
                    <a:pt x="98581" y="30167"/>
                  </a:lnTo>
                  <a:lnTo>
                    <a:pt x="98783" y="29999"/>
                  </a:lnTo>
                  <a:lnTo>
                    <a:pt x="100230" y="28619"/>
                  </a:lnTo>
                  <a:lnTo>
                    <a:pt x="100803" y="28080"/>
                  </a:lnTo>
                  <a:lnTo>
                    <a:pt x="101341" y="27474"/>
                  </a:lnTo>
                  <a:lnTo>
                    <a:pt x="101577" y="27171"/>
                  </a:lnTo>
                  <a:lnTo>
                    <a:pt x="101813" y="26834"/>
                  </a:lnTo>
                  <a:lnTo>
                    <a:pt x="102015" y="26497"/>
                  </a:lnTo>
                  <a:lnTo>
                    <a:pt x="102183" y="26127"/>
                  </a:lnTo>
                  <a:lnTo>
                    <a:pt x="102217" y="26060"/>
                  </a:lnTo>
                  <a:lnTo>
                    <a:pt x="102183" y="25992"/>
                  </a:lnTo>
                  <a:lnTo>
                    <a:pt x="102419" y="25858"/>
                  </a:lnTo>
                  <a:lnTo>
                    <a:pt x="102654" y="25656"/>
                  </a:lnTo>
                  <a:lnTo>
                    <a:pt x="102857" y="25454"/>
                  </a:lnTo>
                  <a:lnTo>
                    <a:pt x="103092" y="25218"/>
                  </a:lnTo>
                  <a:lnTo>
                    <a:pt x="103732" y="24410"/>
                  </a:lnTo>
                  <a:lnTo>
                    <a:pt x="104405" y="23669"/>
                  </a:lnTo>
                  <a:lnTo>
                    <a:pt x="104742" y="23265"/>
                  </a:lnTo>
                  <a:lnTo>
                    <a:pt x="105079" y="22895"/>
                  </a:lnTo>
                  <a:lnTo>
                    <a:pt x="105348" y="22491"/>
                  </a:lnTo>
                  <a:lnTo>
                    <a:pt x="105617" y="22053"/>
                  </a:lnTo>
                  <a:lnTo>
                    <a:pt x="105819" y="21616"/>
                  </a:lnTo>
                  <a:lnTo>
                    <a:pt x="105988" y="21144"/>
                  </a:lnTo>
                  <a:lnTo>
                    <a:pt x="106055" y="21144"/>
                  </a:lnTo>
                  <a:lnTo>
                    <a:pt x="106156" y="21111"/>
                  </a:lnTo>
                  <a:lnTo>
                    <a:pt x="106190" y="21111"/>
                  </a:lnTo>
                  <a:lnTo>
                    <a:pt x="106190" y="21144"/>
                  </a:lnTo>
                  <a:lnTo>
                    <a:pt x="106223" y="21111"/>
                  </a:lnTo>
                  <a:lnTo>
                    <a:pt x="106358" y="20976"/>
                  </a:lnTo>
                  <a:lnTo>
                    <a:pt x="106425" y="20774"/>
                  </a:lnTo>
                  <a:lnTo>
                    <a:pt x="106493" y="20370"/>
                  </a:lnTo>
                  <a:lnTo>
                    <a:pt x="106560" y="20033"/>
                  </a:lnTo>
                  <a:lnTo>
                    <a:pt x="106526" y="19697"/>
                  </a:lnTo>
                  <a:lnTo>
                    <a:pt x="106560" y="19663"/>
                  </a:lnTo>
                  <a:lnTo>
                    <a:pt x="106526" y="19596"/>
                  </a:lnTo>
                  <a:lnTo>
                    <a:pt x="106560" y="18990"/>
                  </a:lnTo>
                  <a:lnTo>
                    <a:pt x="106594" y="18417"/>
                  </a:lnTo>
                  <a:lnTo>
                    <a:pt x="106627" y="17845"/>
                  </a:lnTo>
                  <a:lnTo>
                    <a:pt x="106627" y="17508"/>
                  </a:lnTo>
                  <a:lnTo>
                    <a:pt x="106560" y="17239"/>
                  </a:lnTo>
                  <a:lnTo>
                    <a:pt x="106930" y="17171"/>
                  </a:lnTo>
                  <a:close/>
                  <a:moveTo>
                    <a:pt x="1" y="1"/>
                  </a:moveTo>
                  <a:lnTo>
                    <a:pt x="607" y="1011"/>
                  </a:lnTo>
                  <a:lnTo>
                    <a:pt x="1246" y="2021"/>
                  </a:lnTo>
                  <a:lnTo>
                    <a:pt x="2559" y="3974"/>
                  </a:lnTo>
                  <a:lnTo>
                    <a:pt x="4175" y="6263"/>
                  </a:lnTo>
                  <a:lnTo>
                    <a:pt x="5792" y="8519"/>
                  </a:lnTo>
                  <a:lnTo>
                    <a:pt x="7408" y="10640"/>
                  </a:lnTo>
                  <a:lnTo>
                    <a:pt x="9091" y="12727"/>
                  </a:lnTo>
                  <a:lnTo>
                    <a:pt x="9394" y="13098"/>
                  </a:lnTo>
                  <a:lnTo>
                    <a:pt x="9764" y="13468"/>
                  </a:lnTo>
                  <a:lnTo>
                    <a:pt x="10101" y="13805"/>
                  </a:lnTo>
                  <a:lnTo>
                    <a:pt x="10505" y="14074"/>
                  </a:lnTo>
                  <a:lnTo>
                    <a:pt x="10943" y="14343"/>
                  </a:lnTo>
                  <a:lnTo>
                    <a:pt x="11380" y="14512"/>
                  </a:lnTo>
                  <a:lnTo>
                    <a:pt x="11616" y="14579"/>
                  </a:lnTo>
                  <a:lnTo>
                    <a:pt x="11852" y="14646"/>
                  </a:lnTo>
                  <a:lnTo>
                    <a:pt x="12357" y="14646"/>
                  </a:lnTo>
                  <a:lnTo>
                    <a:pt x="12357" y="14747"/>
                  </a:lnTo>
                  <a:lnTo>
                    <a:pt x="12390" y="14781"/>
                  </a:lnTo>
                  <a:lnTo>
                    <a:pt x="12424" y="14781"/>
                  </a:lnTo>
                  <a:lnTo>
                    <a:pt x="19090" y="14714"/>
                  </a:lnTo>
                  <a:lnTo>
                    <a:pt x="25723" y="14613"/>
                  </a:lnTo>
                  <a:lnTo>
                    <a:pt x="32389" y="14478"/>
                  </a:lnTo>
                  <a:lnTo>
                    <a:pt x="39056" y="14377"/>
                  </a:lnTo>
                  <a:lnTo>
                    <a:pt x="41008" y="14343"/>
                  </a:lnTo>
                  <a:lnTo>
                    <a:pt x="40806" y="14882"/>
                  </a:lnTo>
                  <a:lnTo>
                    <a:pt x="40672" y="15454"/>
                  </a:lnTo>
                  <a:lnTo>
                    <a:pt x="40537" y="16027"/>
                  </a:lnTo>
                  <a:lnTo>
                    <a:pt x="40470" y="16599"/>
                  </a:lnTo>
                  <a:lnTo>
                    <a:pt x="40436" y="17171"/>
                  </a:lnTo>
                  <a:lnTo>
                    <a:pt x="40436" y="17744"/>
                  </a:lnTo>
                  <a:lnTo>
                    <a:pt x="40470" y="18350"/>
                  </a:lnTo>
                  <a:lnTo>
                    <a:pt x="40503" y="18922"/>
                  </a:lnTo>
                  <a:lnTo>
                    <a:pt x="40571" y="19360"/>
                  </a:lnTo>
                  <a:lnTo>
                    <a:pt x="40672" y="19831"/>
                  </a:lnTo>
                  <a:lnTo>
                    <a:pt x="40806" y="20303"/>
                  </a:lnTo>
                  <a:lnTo>
                    <a:pt x="40975" y="20740"/>
                  </a:lnTo>
                  <a:lnTo>
                    <a:pt x="41177" y="21178"/>
                  </a:lnTo>
                  <a:lnTo>
                    <a:pt x="41446" y="21548"/>
                  </a:lnTo>
                  <a:lnTo>
                    <a:pt x="41614" y="21717"/>
                  </a:lnTo>
                  <a:lnTo>
                    <a:pt x="41783" y="21851"/>
                  </a:lnTo>
                  <a:lnTo>
                    <a:pt x="41985" y="21986"/>
                  </a:lnTo>
                  <a:lnTo>
                    <a:pt x="42187" y="22121"/>
                  </a:lnTo>
                  <a:lnTo>
                    <a:pt x="42389" y="22188"/>
                  </a:lnTo>
                  <a:lnTo>
                    <a:pt x="42624" y="22255"/>
                  </a:lnTo>
                  <a:lnTo>
                    <a:pt x="42860" y="22289"/>
                  </a:lnTo>
                  <a:lnTo>
                    <a:pt x="43567" y="22289"/>
                  </a:lnTo>
                  <a:lnTo>
                    <a:pt x="44038" y="22255"/>
                  </a:lnTo>
                  <a:lnTo>
                    <a:pt x="46968" y="22222"/>
                  </a:lnTo>
                  <a:lnTo>
                    <a:pt x="52792" y="22087"/>
                  </a:lnTo>
                  <a:lnTo>
                    <a:pt x="58347" y="21986"/>
                  </a:lnTo>
                  <a:lnTo>
                    <a:pt x="59526" y="21986"/>
                  </a:lnTo>
                  <a:lnTo>
                    <a:pt x="60738" y="21952"/>
                  </a:lnTo>
                  <a:lnTo>
                    <a:pt x="61310" y="21919"/>
                  </a:lnTo>
                  <a:lnTo>
                    <a:pt x="61916" y="21818"/>
                  </a:lnTo>
                  <a:lnTo>
                    <a:pt x="62489" y="21683"/>
                  </a:lnTo>
                  <a:lnTo>
                    <a:pt x="63061" y="21515"/>
                  </a:lnTo>
                  <a:lnTo>
                    <a:pt x="63499" y="21313"/>
                  </a:lnTo>
                  <a:lnTo>
                    <a:pt x="63903" y="21043"/>
                  </a:lnTo>
                  <a:lnTo>
                    <a:pt x="64239" y="20740"/>
                  </a:lnTo>
                  <a:lnTo>
                    <a:pt x="64542" y="20370"/>
                  </a:lnTo>
                  <a:lnTo>
                    <a:pt x="64778" y="19966"/>
                  </a:lnTo>
                  <a:lnTo>
                    <a:pt x="64980" y="19562"/>
                  </a:lnTo>
                  <a:lnTo>
                    <a:pt x="65115" y="19091"/>
                  </a:lnTo>
                  <a:lnTo>
                    <a:pt x="65216" y="18619"/>
                  </a:lnTo>
                  <a:lnTo>
                    <a:pt x="65283" y="18047"/>
                  </a:lnTo>
                  <a:lnTo>
                    <a:pt x="65283" y="17474"/>
                  </a:lnTo>
                  <a:lnTo>
                    <a:pt x="65182" y="16936"/>
                  </a:lnTo>
                  <a:lnTo>
                    <a:pt x="65081" y="16363"/>
                  </a:lnTo>
                  <a:lnTo>
                    <a:pt x="64913" y="15825"/>
                  </a:lnTo>
                  <a:lnTo>
                    <a:pt x="64711" y="15286"/>
                  </a:lnTo>
                  <a:lnTo>
                    <a:pt x="64239" y="14242"/>
                  </a:lnTo>
                  <a:lnTo>
                    <a:pt x="71848" y="14242"/>
                  </a:lnTo>
                  <a:lnTo>
                    <a:pt x="77774" y="14276"/>
                  </a:lnTo>
                  <a:lnTo>
                    <a:pt x="89625" y="14444"/>
                  </a:lnTo>
                  <a:lnTo>
                    <a:pt x="89389" y="14747"/>
                  </a:lnTo>
                  <a:lnTo>
                    <a:pt x="89187" y="15118"/>
                  </a:lnTo>
                  <a:lnTo>
                    <a:pt x="88985" y="15454"/>
                  </a:lnTo>
                  <a:lnTo>
                    <a:pt x="88817" y="15825"/>
                  </a:lnTo>
                  <a:lnTo>
                    <a:pt x="88514" y="16599"/>
                  </a:lnTo>
                  <a:lnTo>
                    <a:pt x="88278" y="17373"/>
                  </a:lnTo>
                  <a:lnTo>
                    <a:pt x="88110" y="18181"/>
                  </a:lnTo>
                  <a:lnTo>
                    <a:pt x="87975" y="18990"/>
                  </a:lnTo>
                  <a:lnTo>
                    <a:pt x="87874" y="19798"/>
                  </a:lnTo>
                  <a:lnTo>
                    <a:pt x="87773" y="20572"/>
                  </a:lnTo>
                  <a:lnTo>
                    <a:pt x="87740" y="21582"/>
                  </a:lnTo>
                  <a:lnTo>
                    <a:pt x="87740" y="22558"/>
                  </a:lnTo>
                  <a:lnTo>
                    <a:pt x="87773" y="23568"/>
                  </a:lnTo>
                  <a:lnTo>
                    <a:pt x="87841" y="24545"/>
                  </a:lnTo>
                  <a:lnTo>
                    <a:pt x="87874" y="25353"/>
                  </a:lnTo>
                  <a:lnTo>
                    <a:pt x="87942" y="26161"/>
                  </a:lnTo>
                  <a:lnTo>
                    <a:pt x="88043" y="26565"/>
                  </a:lnTo>
                  <a:lnTo>
                    <a:pt x="88110" y="26935"/>
                  </a:lnTo>
                  <a:lnTo>
                    <a:pt x="88245" y="27339"/>
                  </a:lnTo>
                  <a:lnTo>
                    <a:pt x="88413" y="27676"/>
                  </a:lnTo>
                  <a:lnTo>
                    <a:pt x="88480" y="27710"/>
                  </a:lnTo>
                  <a:lnTo>
                    <a:pt x="88514" y="27743"/>
                  </a:lnTo>
                  <a:lnTo>
                    <a:pt x="88581" y="27743"/>
                  </a:lnTo>
                  <a:lnTo>
                    <a:pt x="88615" y="27710"/>
                  </a:lnTo>
                  <a:lnTo>
                    <a:pt x="88851" y="27407"/>
                  </a:lnTo>
                  <a:lnTo>
                    <a:pt x="89053" y="27036"/>
                  </a:lnTo>
                  <a:lnTo>
                    <a:pt x="89154" y="26700"/>
                  </a:lnTo>
                  <a:lnTo>
                    <a:pt x="89187" y="26497"/>
                  </a:lnTo>
                  <a:lnTo>
                    <a:pt x="89221" y="26295"/>
                  </a:lnTo>
                  <a:lnTo>
                    <a:pt x="89255" y="26295"/>
                  </a:lnTo>
                  <a:lnTo>
                    <a:pt x="89255" y="26262"/>
                  </a:lnTo>
                  <a:lnTo>
                    <a:pt x="89288" y="26228"/>
                  </a:lnTo>
                  <a:lnTo>
                    <a:pt x="89255" y="26194"/>
                  </a:lnTo>
                  <a:lnTo>
                    <a:pt x="89288" y="26093"/>
                  </a:lnTo>
                  <a:lnTo>
                    <a:pt x="89356" y="25992"/>
                  </a:lnTo>
                  <a:lnTo>
                    <a:pt x="89457" y="25858"/>
                  </a:lnTo>
                  <a:lnTo>
                    <a:pt x="89591" y="25757"/>
                  </a:lnTo>
                  <a:lnTo>
                    <a:pt x="89726" y="25723"/>
                  </a:lnTo>
                  <a:lnTo>
                    <a:pt x="89692" y="26228"/>
                  </a:lnTo>
                  <a:lnTo>
                    <a:pt x="89692" y="26295"/>
                  </a:lnTo>
                  <a:lnTo>
                    <a:pt x="89726" y="26329"/>
                  </a:lnTo>
                  <a:lnTo>
                    <a:pt x="89827" y="26329"/>
                  </a:lnTo>
                  <a:lnTo>
                    <a:pt x="89995" y="26565"/>
                  </a:lnTo>
                  <a:lnTo>
                    <a:pt x="90197" y="26733"/>
                  </a:lnTo>
                  <a:lnTo>
                    <a:pt x="90433" y="26868"/>
                  </a:lnTo>
                  <a:lnTo>
                    <a:pt x="90669" y="26969"/>
                  </a:lnTo>
                  <a:lnTo>
                    <a:pt x="90770" y="26969"/>
                  </a:lnTo>
                  <a:lnTo>
                    <a:pt x="90770" y="27171"/>
                  </a:lnTo>
                  <a:lnTo>
                    <a:pt x="90770" y="27205"/>
                  </a:lnTo>
                  <a:lnTo>
                    <a:pt x="90803" y="27238"/>
                  </a:lnTo>
                  <a:lnTo>
                    <a:pt x="90871" y="27272"/>
                  </a:lnTo>
                  <a:lnTo>
                    <a:pt x="90972" y="27238"/>
                  </a:lnTo>
                  <a:lnTo>
                    <a:pt x="91005" y="27205"/>
                  </a:lnTo>
                  <a:lnTo>
                    <a:pt x="91005" y="27171"/>
                  </a:lnTo>
                  <a:lnTo>
                    <a:pt x="91005" y="26935"/>
                  </a:lnTo>
                  <a:lnTo>
                    <a:pt x="91140" y="26868"/>
                  </a:lnTo>
                  <a:lnTo>
                    <a:pt x="91241" y="26767"/>
                  </a:lnTo>
                  <a:lnTo>
                    <a:pt x="91241" y="26834"/>
                  </a:lnTo>
                  <a:lnTo>
                    <a:pt x="91308" y="26868"/>
                  </a:lnTo>
                  <a:lnTo>
                    <a:pt x="91679" y="26868"/>
                  </a:lnTo>
                  <a:lnTo>
                    <a:pt x="91679" y="26902"/>
                  </a:lnTo>
                  <a:lnTo>
                    <a:pt x="91712" y="26935"/>
                  </a:lnTo>
                  <a:lnTo>
                    <a:pt x="91746" y="26935"/>
                  </a:lnTo>
                  <a:lnTo>
                    <a:pt x="91914" y="27104"/>
                  </a:lnTo>
                  <a:lnTo>
                    <a:pt x="92116" y="27238"/>
                  </a:lnTo>
                  <a:lnTo>
                    <a:pt x="92285" y="27306"/>
                  </a:lnTo>
                  <a:lnTo>
                    <a:pt x="92487" y="27339"/>
                  </a:lnTo>
                  <a:lnTo>
                    <a:pt x="92689" y="27339"/>
                  </a:lnTo>
                  <a:lnTo>
                    <a:pt x="92891" y="27238"/>
                  </a:lnTo>
                  <a:lnTo>
                    <a:pt x="93059" y="27104"/>
                  </a:lnTo>
                  <a:lnTo>
                    <a:pt x="93194" y="26935"/>
                  </a:lnTo>
                  <a:lnTo>
                    <a:pt x="93295" y="26801"/>
                  </a:lnTo>
                  <a:lnTo>
                    <a:pt x="93328" y="26632"/>
                  </a:lnTo>
                  <a:lnTo>
                    <a:pt x="93396" y="26329"/>
                  </a:lnTo>
                  <a:lnTo>
                    <a:pt x="93429" y="25992"/>
                  </a:lnTo>
                  <a:lnTo>
                    <a:pt x="93429" y="25656"/>
                  </a:lnTo>
                  <a:lnTo>
                    <a:pt x="93530" y="23265"/>
                  </a:lnTo>
                  <a:lnTo>
                    <a:pt x="93598" y="21144"/>
                  </a:lnTo>
                  <a:lnTo>
                    <a:pt x="93631" y="20740"/>
                  </a:lnTo>
                  <a:lnTo>
                    <a:pt x="93631" y="20336"/>
                  </a:lnTo>
                  <a:lnTo>
                    <a:pt x="93631" y="20134"/>
                  </a:lnTo>
                  <a:lnTo>
                    <a:pt x="93598" y="19966"/>
                  </a:lnTo>
                  <a:lnTo>
                    <a:pt x="93530" y="19764"/>
                  </a:lnTo>
                  <a:lnTo>
                    <a:pt x="93463" y="19596"/>
                  </a:lnTo>
                  <a:lnTo>
                    <a:pt x="93328" y="19461"/>
                  </a:lnTo>
                  <a:lnTo>
                    <a:pt x="93160" y="19394"/>
                  </a:lnTo>
                  <a:lnTo>
                    <a:pt x="93025" y="19360"/>
                  </a:lnTo>
                  <a:lnTo>
                    <a:pt x="92857" y="19394"/>
                  </a:lnTo>
                  <a:lnTo>
                    <a:pt x="92722" y="19495"/>
                  </a:lnTo>
                  <a:lnTo>
                    <a:pt x="92554" y="19596"/>
                  </a:lnTo>
                  <a:lnTo>
                    <a:pt x="92285" y="19831"/>
                  </a:lnTo>
                  <a:lnTo>
                    <a:pt x="92251" y="19798"/>
                  </a:lnTo>
                  <a:lnTo>
                    <a:pt x="92217" y="19798"/>
                  </a:lnTo>
                  <a:lnTo>
                    <a:pt x="92184" y="19831"/>
                  </a:lnTo>
                  <a:lnTo>
                    <a:pt x="92150" y="19865"/>
                  </a:lnTo>
                  <a:lnTo>
                    <a:pt x="92150" y="19932"/>
                  </a:lnTo>
                  <a:lnTo>
                    <a:pt x="91914" y="19966"/>
                  </a:lnTo>
                  <a:lnTo>
                    <a:pt x="91679" y="19966"/>
                  </a:lnTo>
                  <a:lnTo>
                    <a:pt x="91645" y="19932"/>
                  </a:lnTo>
                  <a:lnTo>
                    <a:pt x="91578" y="19932"/>
                  </a:lnTo>
                  <a:lnTo>
                    <a:pt x="91544" y="19966"/>
                  </a:lnTo>
                  <a:lnTo>
                    <a:pt x="91510" y="19899"/>
                  </a:lnTo>
                  <a:lnTo>
                    <a:pt x="91342" y="19764"/>
                  </a:lnTo>
                  <a:lnTo>
                    <a:pt x="91241" y="19663"/>
                  </a:lnTo>
                  <a:lnTo>
                    <a:pt x="91140" y="19663"/>
                  </a:lnTo>
                  <a:lnTo>
                    <a:pt x="90904" y="19730"/>
                  </a:lnTo>
                  <a:lnTo>
                    <a:pt x="90669" y="19865"/>
                  </a:lnTo>
                  <a:lnTo>
                    <a:pt x="90433" y="20033"/>
                  </a:lnTo>
                  <a:lnTo>
                    <a:pt x="90265" y="20235"/>
                  </a:lnTo>
                  <a:lnTo>
                    <a:pt x="90231" y="20202"/>
                  </a:lnTo>
                  <a:lnTo>
                    <a:pt x="90164" y="20202"/>
                  </a:lnTo>
                  <a:lnTo>
                    <a:pt x="90130" y="20235"/>
                  </a:lnTo>
                  <a:lnTo>
                    <a:pt x="90063" y="20808"/>
                  </a:lnTo>
                  <a:lnTo>
                    <a:pt x="89659" y="20808"/>
                  </a:lnTo>
                  <a:lnTo>
                    <a:pt x="89591" y="20740"/>
                  </a:lnTo>
                  <a:lnTo>
                    <a:pt x="89625" y="19899"/>
                  </a:lnTo>
                  <a:lnTo>
                    <a:pt x="89659" y="19057"/>
                  </a:lnTo>
                  <a:lnTo>
                    <a:pt x="89692" y="18215"/>
                  </a:lnTo>
                  <a:lnTo>
                    <a:pt x="89827" y="17340"/>
                  </a:lnTo>
                  <a:lnTo>
                    <a:pt x="89962" y="16633"/>
                  </a:lnTo>
                  <a:lnTo>
                    <a:pt x="90130" y="15892"/>
                  </a:lnTo>
                  <a:lnTo>
                    <a:pt x="90366" y="15185"/>
                  </a:lnTo>
                  <a:lnTo>
                    <a:pt x="90467" y="14815"/>
                  </a:lnTo>
                  <a:lnTo>
                    <a:pt x="90500" y="14478"/>
                  </a:lnTo>
                  <a:lnTo>
                    <a:pt x="90500" y="14444"/>
                  </a:lnTo>
                  <a:lnTo>
                    <a:pt x="92756" y="14478"/>
                  </a:lnTo>
                  <a:lnTo>
                    <a:pt x="92992" y="14545"/>
                  </a:lnTo>
                  <a:lnTo>
                    <a:pt x="93497" y="14545"/>
                  </a:lnTo>
                  <a:lnTo>
                    <a:pt x="93732" y="14512"/>
                  </a:lnTo>
                  <a:lnTo>
                    <a:pt x="93901" y="14512"/>
                  </a:lnTo>
                  <a:lnTo>
                    <a:pt x="93968" y="14478"/>
                  </a:lnTo>
                  <a:lnTo>
                    <a:pt x="94002" y="14411"/>
                  </a:lnTo>
                  <a:lnTo>
                    <a:pt x="94271" y="14276"/>
                  </a:lnTo>
                  <a:lnTo>
                    <a:pt x="94507" y="14141"/>
                  </a:lnTo>
                  <a:lnTo>
                    <a:pt x="94743" y="13973"/>
                  </a:lnTo>
                  <a:lnTo>
                    <a:pt x="94978" y="13771"/>
                  </a:lnTo>
                  <a:lnTo>
                    <a:pt x="95382" y="13367"/>
                  </a:lnTo>
                  <a:lnTo>
                    <a:pt x="95753" y="12929"/>
                  </a:lnTo>
                  <a:lnTo>
                    <a:pt x="96325" y="12155"/>
                  </a:lnTo>
                  <a:lnTo>
                    <a:pt x="96392" y="12155"/>
                  </a:lnTo>
                  <a:lnTo>
                    <a:pt x="96426" y="12121"/>
                  </a:lnTo>
                  <a:lnTo>
                    <a:pt x="96426" y="12054"/>
                  </a:lnTo>
                  <a:lnTo>
                    <a:pt x="97907" y="10135"/>
                  </a:lnTo>
                  <a:lnTo>
                    <a:pt x="98446" y="10303"/>
                  </a:lnTo>
                  <a:lnTo>
                    <a:pt x="98985" y="10404"/>
                  </a:lnTo>
                  <a:lnTo>
                    <a:pt x="99557" y="10505"/>
                  </a:lnTo>
                  <a:lnTo>
                    <a:pt x="100096" y="10640"/>
                  </a:lnTo>
                  <a:lnTo>
                    <a:pt x="100769" y="10876"/>
                  </a:lnTo>
                  <a:lnTo>
                    <a:pt x="101442" y="11179"/>
                  </a:lnTo>
                  <a:lnTo>
                    <a:pt x="102082" y="11549"/>
                  </a:lnTo>
                  <a:lnTo>
                    <a:pt x="102722" y="11953"/>
                  </a:lnTo>
                  <a:lnTo>
                    <a:pt x="103294" y="12391"/>
                  </a:lnTo>
                  <a:lnTo>
                    <a:pt x="103867" y="12862"/>
                  </a:lnTo>
                  <a:lnTo>
                    <a:pt x="104405" y="13367"/>
                  </a:lnTo>
                  <a:lnTo>
                    <a:pt x="104910" y="13906"/>
                  </a:lnTo>
                  <a:lnTo>
                    <a:pt x="105382" y="14512"/>
                  </a:lnTo>
                  <a:lnTo>
                    <a:pt x="105584" y="14815"/>
                  </a:lnTo>
                  <a:lnTo>
                    <a:pt x="105752" y="15118"/>
                  </a:lnTo>
                  <a:lnTo>
                    <a:pt x="105920" y="15454"/>
                  </a:lnTo>
                  <a:lnTo>
                    <a:pt x="106055" y="15791"/>
                  </a:lnTo>
                  <a:lnTo>
                    <a:pt x="106156" y="16128"/>
                  </a:lnTo>
                  <a:lnTo>
                    <a:pt x="106223" y="16498"/>
                  </a:lnTo>
                  <a:lnTo>
                    <a:pt x="106257" y="16565"/>
                  </a:lnTo>
                  <a:lnTo>
                    <a:pt x="106291" y="16599"/>
                  </a:lnTo>
                  <a:lnTo>
                    <a:pt x="106291" y="16902"/>
                  </a:lnTo>
                  <a:lnTo>
                    <a:pt x="106324" y="17171"/>
                  </a:lnTo>
                  <a:lnTo>
                    <a:pt x="106358" y="17239"/>
                  </a:lnTo>
                  <a:lnTo>
                    <a:pt x="106425" y="17272"/>
                  </a:lnTo>
                  <a:lnTo>
                    <a:pt x="106392" y="17542"/>
                  </a:lnTo>
                  <a:lnTo>
                    <a:pt x="106392" y="17878"/>
                  </a:lnTo>
                  <a:lnTo>
                    <a:pt x="106425" y="18417"/>
                  </a:lnTo>
                  <a:lnTo>
                    <a:pt x="106392" y="19023"/>
                  </a:lnTo>
                  <a:lnTo>
                    <a:pt x="106324" y="19596"/>
                  </a:lnTo>
                  <a:lnTo>
                    <a:pt x="106223" y="19663"/>
                  </a:lnTo>
                  <a:lnTo>
                    <a:pt x="106156" y="19730"/>
                  </a:lnTo>
                  <a:lnTo>
                    <a:pt x="105988" y="19966"/>
                  </a:lnTo>
                  <a:lnTo>
                    <a:pt x="105887" y="20202"/>
                  </a:lnTo>
                  <a:lnTo>
                    <a:pt x="105819" y="20404"/>
                  </a:lnTo>
                  <a:lnTo>
                    <a:pt x="105786" y="20673"/>
                  </a:lnTo>
                  <a:lnTo>
                    <a:pt x="105786" y="20808"/>
                  </a:lnTo>
                  <a:lnTo>
                    <a:pt x="105853" y="20976"/>
                  </a:lnTo>
                  <a:lnTo>
                    <a:pt x="105718" y="21313"/>
                  </a:lnTo>
                  <a:lnTo>
                    <a:pt x="105550" y="21683"/>
                  </a:lnTo>
                  <a:lnTo>
                    <a:pt x="105382" y="21986"/>
                  </a:lnTo>
                  <a:lnTo>
                    <a:pt x="105180" y="22323"/>
                  </a:lnTo>
                  <a:lnTo>
                    <a:pt x="104742" y="22929"/>
                  </a:lnTo>
                  <a:lnTo>
                    <a:pt x="104237" y="23501"/>
                  </a:lnTo>
                  <a:lnTo>
                    <a:pt x="103059" y="24814"/>
                  </a:lnTo>
                  <a:lnTo>
                    <a:pt x="102722" y="25184"/>
                  </a:lnTo>
                  <a:lnTo>
                    <a:pt x="102553" y="25420"/>
                  </a:lnTo>
                  <a:lnTo>
                    <a:pt x="102351" y="25622"/>
                  </a:lnTo>
                  <a:lnTo>
                    <a:pt x="102116" y="25757"/>
                  </a:lnTo>
                  <a:lnTo>
                    <a:pt x="101880" y="25858"/>
                  </a:lnTo>
                  <a:lnTo>
                    <a:pt x="101745" y="25891"/>
                  </a:lnTo>
                  <a:lnTo>
                    <a:pt x="101644" y="25891"/>
                  </a:lnTo>
                  <a:lnTo>
                    <a:pt x="101510" y="25858"/>
                  </a:lnTo>
                  <a:lnTo>
                    <a:pt x="101375" y="25790"/>
                  </a:lnTo>
                  <a:lnTo>
                    <a:pt x="101341" y="25790"/>
                  </a:lnTo>
                  <a:lnTo>
                    <a:pt x="101712" y="25420"/>
                  </a:lnTo>
                  <a:lnTo>
                    <a:pt x="101779" y="25386"/>
                  </a:lnTo>
                  <a:lnTo>
                    <a:pt x="101813" y="25319"/>
                  </a:lnTo>
                  <a:lnTo>
                    <a:pt x="101813" y="25285"/>
                  </a:lnTo>
                  <a:lnTo>
                    <a:pt x="101813" y="25252"/>
                  </a:lnTo>
                  <a:lnTo>
                    <a:pt x="101813" y="25218"/>
                  </a:lnTo>
                  <a:lnTo>
                    <a:pt x="101712" y="24881"/>
                  </a:lnTo>
                  <a:lnTo>
                    <a:pt x="101577" y="24545"/>
                  </a:lnTo>
                  <a:lnTo>
                    <a:pt x="101476" y="24343"/>
                  </a:lnTo>
                  <a:lnTo>
                    <a:pt x="101510" y="24309"/>
                  </a:lnTo>
                  <a:lnTo>
                    <a:pt x="101543" y="24275"/>
                  </a:lnTo>
                  <a:lnTo>
                    <a:pt x="101510" y="24208"/>
                  </a:lnTo>
                  <a:lnTo>
                    <a:pt x="101442" y="24174"/>
                  </a:lnTo>
                  <a:lnTo>
                    <a:pt x="101375" y="24208"/>
                  </a:lnTo>
                  <a:lnTo>
                    <a:pt x="101308" y="24141"/>
                  </a:lnTo>
                  <a:lnTo>
                    <a:pt x="101207" y="24141"/>
                  </a:lnTo>
                  <a:lnTo>
                    <a:pt x="101173" y="24174"/>
                  </a:lnTo>
                  <a:lnTo>
                    <a:pt x="101173" y="24208"/>
                  </a:lnTo>
                  <a:lnTo>
                    <a:pt x="101207" y="24242"/>
                  </a:lnTo>
                  <a:lnTo>
                    <a:pt x="101207" y="24275"/>
                  </a:lnTo>
                  <a:lnTo>
                    <a:pt x="101207" y="24309"/>
                  </a:lnTo>
                  <a:lnTo>
                    <a:pt x="101240" y="24343"/>
                  </a:lnTo>
                  <a:lnTo>
                    <a:pt x="100062" y="25555"/>
                  </a:lnTo>
                  <a:lnTo>
                    <a:pt x="98884" y="26733"/>
                  </a:lnTo>
                  <a:lnTo>
                    <a:pt x="97638" y="28013"/>
                  </a:lnTo>
                  <a:lnTo>
                    <a:pt x="97066" y="28652"/>
                  </a:lnTo>
                  <a:lnTo>
                    <a:pt x="96796" y="28989"/>
                  </a:lnTo>
                  <a:lnTo>
                    <a:pt x="96561" y="29359"/>
                  </a:lnTo>
                  <a:lnTo>
                    <a:pt x="96325" y="29191"/>
                  </a:lnTo>
                  <a:lnTo>
                    <a:pt x="96998" y="28585"/>
                  </a:lnTo>
                  <a:lnTo>
                    <a:pt x="97604" y="27912"/>
                  </a:lnTo>
                  <a:lnTo>
                    <a:pt x="98816" y="26598"/>
                  </a:lnTo>
                  <a:lnTo>
                    <a:pt x="101308" y="23871"/>
                  </a:lnTo>
                  <a:lnTo>
                    <a:pt x="101341" y="23804"/>
                  </a:lnTo>
                  <a:lnTo>
                    <a:pt x="101308" y="23770"/>
                  </a:lnTo>
                  <a:lnTo>
                    <a:pt x="101240" y="23737"/>
                  </a:lnTo>
                  <a:lnTo>
                    <a:pt x="101173" y="23770"/>
                  </a:lnTo>
                  <a:lnTo>
                    <a:pt x="101072" y="23871"/>
                  </a:lnTo>
                  <a:lnTo>
                    <a:pt x="101005" y="23770"/>
                  </a:lnTo>
                  <a:lnTo>
                    <a:pt x="101106" y="23669"/>
                  </a:lnTo>
                  <a:lnTo>
                    <a:pt x="101139" y="23636"/>
                  </a:lnTo>
                  <a:lnTo>
                    <a:pt x="101139" y="23602"/>
                  </a:lnTo>
                  <a:lnTo>
                    <a:pt x="101072" y="23602"/>
                  </a:lnTo>
                  <a:lnTo>
                    <a:pt x="100971" y="23703"/>
                  </a:lnTo>
                  <a:lnTo>
                    <a:pt x="100870" y="23568"/>
                  </a:lnTo>
                  <a:lnTo>
                    <a:pt x="100803" y="23501"/>
                  </a:lnTo>
                  <a:lnTo>
                    <a:pt x="100735" y="23535"/>
                  </a:lnTo>
                  <a:lnTo>
                    <a:pt x="100466" y="23737"/>
                  </a:lnTo>
                  <a:lnTo>
                    <a:pt x="100466" y="23501"/>
                  </a:lnTo>
                  <a:lnTo>
                    <a:pt x="100466" y="23232"/>
                  </a:lnTo>
                  <a:lnTo>
                    <a:pt x="100399" y="22962"/>
                  </a:lnTo>
                  <a:lnTo>
                    <a:pt x="100331" y="22727"/>
                  </a:lnTo>
                  <a:lnTo>
                    <a:pt x="100230" y="22525"/>
                  </a:lnTo>
                  <a:lnTo>
                    <a:pt x="100129" y="22457"/>
                  </a:lnTo>
                  <a:lnTo>
                    <a:pt x="100062" y="22390"/>
                  </a:lnTo>
                  <a:lnTo>
                    <a:pt x="99961" y="22323"/>
                  </a:lnTo>
                  <a:lnTo>
                    <a:pt x="99826" y="22289"/>
                  </a:lnTo>
                  <a:lnTo>
                    <a:pt x="99557" y="22289"/>
                  </a:lnTo>
                  <a:lnTo>
                    <a:pt x="99220" y="22390"/>
                  </a:lnTo>
                  <a:lnTo>
                    <a:pt x="98951" y="22525"/>
                  </a:lnTo>
                  <a:lnTo>
                    <a:pt x="98715" y="22727"/>
                  </a:lnTo>
                  <a:lnTo>
                    <a:pt x="98480" y="22929"/>
                  </a:lnTo>
                  <a:lnTo>
                    <a:pt x="97672" y="23737"/>
                  </a:lnTo>
                  <a:lnTo>
                    <a:pt x="96931" y="24612"/>
                  </a:lnTo>
                  <a:lnTo>
                    <a:pt x="96291" y="25386"/>
                  </a:lnTo>
                  <a:lnTo>
                    <a:pt x="95652" y="26161"/>
                  </a:lnTo>
                  <a:lnTo>
                    <a:pt x="95147" y="26767"/>
                  </a:lnTo>
                  <a:lnTo>
                    <a:pt x="94911" y="27070"/>
                  </a:lnTo>
                  <a:lnTo>
                    <a:pt x="94810" y="27272"/>
                  </a:lnTo>
                  <a:lnTo>
                    <a:pt x="94743" y="27440"/>
                  </a:lnTo>
                  <a:lnTo>
                    <a:pt x="94709" y="27541"/>
                  </a:lnTo>
                  <a:lnTo>
                    <a:pt x="94709" y="27676"/>
                  </a:lnTo>
                  <a:lnTo>
                    <a:pt x="94743" y="27777"/>
                  </a:lnTo>
                  <a:lnTo>
                    <a:pt x="94776" y="27912"/>
                  </a:lnTo>
                  <a:lnTo>
                    <a:pt x="94911" y="28114"/>
                  </a:lnTo>
                  <a:lnTo>
                    <a:pt x="95046" y="28316"/>
                  </a:lnTo>
                  <a:lnTo>
                    <a:pt x="95248" y="28484"/>
                  </a:lnTo>
                  <a:lnTo>
                    <a:pt x="95416" y="28585"/>
                  </a:lnTo>
                  <a:lnTo>
                    <a:pt x="95584" y="28619"/>
                  </a:lnTo>
                  <a:lnTo>
                    <a:pt x="95786" y="28585"/>
                  </a:lnTo>
                  <a:lnTo>
                    <a:pt x="95854" y="28585"/>
                  </a:lnTo>
                  <a:lnTo>
                    <a:pt x="95854" y="28551"/>
                  </a:lnTo>
                  <a:lnTo>
                    <a:pt x="95887" y="28551"/>
                  </a:lnTo>
                  <a:lnTo>
                    <a:pt x="95921" y="28518"/>
                  </a:lnTo>
                  <a:lnTo>
                    <a:pt x="96628" y="27945"/>
                  </a:lnTo>
                  <a:lnTo>
                    <a:pt x="97268" y="27339"/>
                  </a:lnTo>
                  <a:lnTo>
                    <a:pt x="97907" y="26733"/>
                  </a:lnTo>
                  <a:lnTo>
                    <a:pt x="98513" y="26093"/>
                  </a:lnTo>
                  <a:lnTo>
                    <a:pt x="99119" y="25386"/>
                  </a:lnTo>
                  <a:lnTo>
                    <a:pt x="99725" y="24713"/>
                  </a:lnTo>
                  <a:lnTo>
                    <a:pt x="99995" y="24376"/>
                  </a:lnTo>
                  <a:lnTo>
                    <a:pt x="100331" y="24073"/>
                  </a:lnTo>
                  <a:lnTo>
                    <a:pt x="100500" y="23939"/>
                  </a:lnTo>
                  <a:lnTo>
                    <a:pt x="100601" y="23838"/>
                  </a:lnTo>
                  <a:lnTo>
                    <a:pt x="100702" y="23838"/>
                  </a:lnTo>
                  <a:lnTo>
                    <a:pt x="100803" y="23871"/>
                  </a:lnTo>
                  <a:lnTo>
                    <a:pt x="100230" y="24444"/>
                  </a:lnTo>
                  <a:lnTo>
                    <a:pt x="99658" y="25050"/>
                  </a:lnTo>
                  <a:lnTo>
                    <a:pt x="98513" y="26262"/>
                  </a:lnTo>
                  <a:lnTo>
                    <a:pt x="97907" y="26935"/>
                  </a:lnTo>
                  <a:lnTo>
                    <a:pt x="97268" y="27609"/>
                  </a:lnTo>
                  <a:lnTo>
                    <a:pt x="96965" y="27912"/>
                  </a:lnTo>
                  <a:lnTo>
                    <a:pt x="96628" y="28215"/>
                  </a:lnTo>
                  <a:lnTo>
                    <a:pt x="96291" y="28518"/>
                  </a:lnTo>
                  <a:lnTo>
                    <a:pt x="95955" y="28821"/>
                  </a:lnTo>
                  <a:lnTo>
                    <a:pt x="95955" y="28787"/>
                  </a:lnTo>
                  <a:lnTo>
                    <a:pt x="95921" y="28686"/>
                  </a:lnTo>
                  <a:lnTo>
                    <a:pt x="95887" y="28686"/>
                  </a:lnTo>
                  <a:lnTo>
                    <a:pt x="95887" y="28652"/>
                  </a:lnTo>
                  <a:lnTo>
                    <a:pt x="95820" y="28652"/>
                  </a:lnTo>
                  <a:lnTo>
                    <a:pt x="95753" y="28686"/>
                  </a:lnTo>
                  <a:lnTo>
                    <a:pt x="95753" y="28753"/>
                  </a:lnTo>
                  <a:lnTo>
                    <a:pt x="95820" y="28922"/>
                  </a:lnTo>
                  <a:lnTo>
                    <a:pt x="95887" y="29056"/>
                  </a:lnTo>
                  <a:lnTo>
                    <a:pt x="96022" y="29191"/>
                  </a:lnTo>
                  <a:lnTo>
                    <a:pt x="96157" y="29258"/>
                  </a:lnTo>
                  <a:lnTo>
                    <a:pt x="96224" y="29258"/>
                  </a:lnTo>
                  <a:lnTo>
                    <a:pt x="96291" y="29427"/>
                  </a:lnTo>
                  <a:lnTo>
                    <a:pt x="96392" y="29561"/>
                  </a:lnTo>
                  <a:lnTo>
                    <a:pt x="96561" y="29662"/>
                  </a:lnTo>
                  <a:lnTo>
                    <a:pt x="96729" y="29730"/>
                  </a:lnTo>
                  <a:lnTo>
                    <a:pt x="97133" y="29831"/>
                  </a:lnTo>
                  <a:lnTo>
                    <a:pt x="97436" y="29898"/>
                  </a:lnTo>
                  <a:lnTo>
                    <a:pt x="97537" y="29864"/>
                  </a:lnTo>
                  <a:lnTo>
                    <a:pt x="97571" y="29831"/>
                  </a:lnTo>
                  <a:lnTo>
                    <a:pt x="97571" y="29730"/>
                  </a:lnTo>
                  <a:lnTo>
                    <a:pt x="97503" y="29662"/>
                  </a:lnTo>
                  <a:lnTo>
                    <a:pt x="97806" y="29359"/>
                  </a:lnTo>
                  <a:lnTo>
                    <a:pt x="97975" y="29460"/>
                  </a:lnTo>
                  <a:lnTo>
                    <a:pt x="98042" y="29561"/>
                  </a:lnTo>
                  <a:lnTo>
                    <a:pt x="98076" y="29662"/>
                  </a:lnTo>
                  <a:lnTo>
                    <a:pt x="98109" y="29797"/>
                  </a:lnTo>
                  <a:lnTo>
                    <a:pt x="97941" y="30033"/>
                  </a:lnTo>
                  <a:lnTo>
                    <a:pt x="97773" y="30235"/>
                  </a:lnTo>
                  <a:lnTo>
                    <a:pt x="97604" y="30470"/>
                  </a:lnTo>
                  <a:lnTo>
                    <a:pt x="97470" y="30740"/>
                  </a:lnTo>
                  <a:lnTo>
                    <a:pt x="97402" y="30908"/>
                  </a:lnTo>
                  <a:lnTo>
                    <a:pt x="97369" y="31110"/>
                  </a:lnTo>
                  <a:lnTo>
                    <a:pt x="97369" y="31312"/>
                  </a:lnTo>
                  <a:lnTo>
                    <a:pt x="97402" y="31379"/>
                  </a:lnTo>
                  <a:lnTo>
                    <a:pt x="97470" y="31447"/>
                  </a:lnTo>
                  <a:lnTo>
                    <a:pt x="97436" y="31514"/>
                  </a:lnTo>
                  <a:lnTo>
                    <a:pt x="97470" y="31581"/>
                  </a:lnTo>
                  <a:lnTo>
                    <a:pt x="97537" y="31615"/>
                  </a:lnTo>
                  <a:lnTo>
                    <a:pt x="97604" y="31581"/>
                  </a:lnTo>
                  <a:lnTo>
                    <a:pt x="98547" y="30908"/>
                  </a:lnTo>
                  <a:lnTo>
                    <a:pt x="99490" y="30201"/>
                  </a:lnTo>
                  <a:lnTo>
                    <a:pt x="100399" y="29494"/>
                  </a:lnTo>
                  <a:lnTo>
                    <a:pt x="101274" y="28720"/>
                  </a:lnTo>
                  <a:lnTo>
                    <a:pt x="102149" y="27912"/>
                  </a:lnTo>
                  <a:lnTo>
                    <a:pt x="102958" y="27070"/>
                  </a:lnTo>
                  <a:lnTo>
                    <a:pt x="103732" y="26228"/>
                  </a:lnTo>
                  <a:lnTo>
                    <a:pt x="104473" y="25319"/>
                  </a:lnTo>
                  <a:lnTo>
                    <a:pt x="104809" y="24848"/>
                  </a:lnTo>
                  <a:lnTo>
                    <a:pt x="105146" y="24343"/>
                  </a:lnTo>
                  <a:lnTo>
                    <a:pt x="105449" y="23838"/>
                  </a:lnTo>
                  <a:lnTo>
                    <a:pt x="105752" y="23299"/>
                  </a:lnTo>
                  <a:lnTo>
                    <a:pt x="106257" y="22222"/>
                  </a:lnTo>
                  <a:lnTo>
                    <a:pt x="106728" y="21111"/>
                  </a:lnTo>
                  <a:lnTo>
                    <a:pt x="106897" y="20606"/>
                  </a:lnTo>
                  <a:lnTo>
                    <a:pt x="106998" y="20067"/>
                  </a:lnTo>
                  <a:lnTo>
                    <a:pt x="107065" y="19528"/>
                  </a:lnTo>
                  <a:lnTo>
                    <a:pt x="107099" y="18990"/>
                  </a:lnTo>
                  <a:lnTo>
                    <a:pt x="107166" y="17104"/>
                  </a:lnTo>
                  <a:lnTo>
                    <a:pt x="107166" y="17037"/>
                  </a:lnTo>
                  <a:lnTo>
                    <a:pt x="107166" y="16969"/>
                  </a:lnTo>
                  <a:lnTo>
                    <a:pt x="107132" y="16027"/>
                  </a:lnTo>
                  <a:lnTo>
                    <a:pt x="107099" y="15993"/>
                  </a:lnTo>
                  <a:lnTo>
                    <a:pt x="107031" y="15993"/>
                  </a:lnTo>
                  <a:lnTo>
                    <a:pt x="106998" y="16027"/>
                  </a:lnTo>
                  <a:lnTo>
                    <a:pt x="106998" y="15993"/>
                  </a:lnTo>
                  <a:lnTo>
                    <a:pt x="107099" y="15892"/>
                  </a:lnTo>
                  <a:lnTo>
                    <a:pt x="107132" y="15825"/>
                  </a:lnTo>
                  <a:lnTo>
                    <a:pt x="107099" y="15791"/>
                  </a:lnTo>
                  <a:lnTo>
                    <a:pt x="107031" y="15724"/>
                  </a:lnTo>
                  <a:lnTo>
                    <a:pt x="106964" y="15724"/>
                  </a:lnTo>
                  <a:lnTo>
                    <a:pt x="106829" y="15050"/>
                  </a:lnTo>
                  <a:lnTo>
                    <a:pt x="106627" y="14411"/>
                  </a:lnTo>
                  <a:lnTo>
                    <a:pt x="106392" y="13805"/>
                  </a:lnTo>
                  <a:lnTo>
                    <a:pt x="106089" y="13199"/>
                  </a:lnTo>
                  <a:lnTo>
                    <a:pt x="105752" y="12626"/>
                  </a:lnTo>
                  <a:lnTo>
                    <a:pt x="105382" y="12088"/>
                  </a:lnTo>
                  <a:lnTo>
                    <a:pt x="104944" y="11549"/>
                  </a:lnTo>
                  <a:lnTo>
                    <a:pt x="104439" y="11078"/>
                  </a:lnTo>
                  <a:lnTo>
                    <a:pt x="104170" y="10842"/>
                  </a:lnTo>
                  <a:lnTo>
                    <a:pt x="103867" y="10606"/>
                  </a:lnTo>
                  <a:lnTo>
                    <a:pt x="103261" y="10202"/>
                  </a:lnTo>
                  <a:lnTo>
                    <a:pt x="102621" y="9865"/>
                  </a:lnTo>
                  <a:lnTo>
                    <a:pt x="101981" y="9562"/>
                  </a:lnTo>
                  <a:lnTo>
                    <a:pt x="101274" y="9293"/>
                  </a:lnTo>
                  <a:lnTo>
                    <a:pt x="100500" y="9024"/>
                  </a:lnTo>
                  <a:lnTo>
                    <a:pt x="100129" y="8923"/>
                  </a:lnTo>
                  <a:lnTo>
                    <a:pt x="99725" y="8822"/>
                  </a:lnTo>
                  <a:lnTo>
                    <a:pt x="99321" y="8788"/>
                  </a:lnTo>
                  <a:lnTo>
                    <a:pt x="98951" y="8754"/>
                  </a:lnTo>
                  <a:lnTo>
                    <a:pt x="99187" y="8485"/>
                  </a:lnTo>
                  <a:lnTo>
                    <a:pt x="105718" y="1"/>
                  </a:lnTo>
                  <a:lnTo>
                    <a:pt x="105415" y="1"/>
                  </a:lnTo>
                  <a:lnTo>
                    <a:pt x="99826" y="7273"/>
                  </a:lnTo>
                  <a:lnTo>
                    <a:pt x="97739" y="9933"/>
                  </a:lnTo>
                  <a:lnTo>
                    <a:pt x="97537" y="9966"/>
                  </a:lnTo>
                  <a:lnTo>
                    <a:pt x="97672" y="10034"/>
                  </a:lnTo>
                  <a:lnTo>
                    <a:pt x="96695" y="11313"/>
                  </a:lnTo>
                  <a:lnTo>
                    <a:pt x="96224" y="11919"/>
                  </a:lnTo>
                  <a:lnTo>
                    <a:pt x="69424" y="12054"/>
                  </a:lnTo>
                  <a:lnTo>
                    <a:pt x="42624" y="12088"/>
                  </a:lnTo>
                  <a:lnTo>
                    <a:pt x="34308" y="12088"/>
                  </a:lnTo>
                  <a:lnTo>
                    <a:pt x="25959" y="12054"/>
                  </a:lnTo>
                  <a:lnTo>
                    <a:pt x="17643" y="12020"/>
                  </a:lnTo>
                  <a:lnTo>
                    <a:pt x="13502" y="12054"/>
                  </a:lnTo>
                  <a:lnTo>
                    <a:pt x="9327" y="12088"/>
                  </a:lnTo>
                  <a:lnTo>
                    <a:pt x="9259" y="12121"/>
                  </a:lnTo>
                  <a:lnTo>
                    <a:pt x="9226" y="12189"/>
                  </a:lnTo>
                  <a:lnTo>
                    <a:pt x="9259" y="12256"/>
                  </a:lnTo>
                  <a:lnTo>
                    <a:pt x="9327" y="12290"/>
                  </a:lnTo>
                  <a:lnTo>
                    <a:pt x="16027" y="12357"/>
                  </a:lnTo>
                  <a:lnTo>
                    <a:pt x="22760" y="12357"/>
                  </a:lnTo>
                  <a:lnTo>
                    <a:pt x="36194" y="12323"/>
                  </a:lnTo>
                  <a:lnTo>
                    <a:pt x="63027" y="12290"/>
                  </a:lnTo>
                  <a:lnTo>
                    <a:pt x="79558" y="12256"/>
                  </a:lnTo>
                  <a:lnTo>
                    <a:pt x="96056" y="12155"/>
                  </a:lnTo>
                  <a:lnTo>
                    <a:pt x="95584" y="12795"/>
                  </a:lnTo>
                  <a:lnTo>
                    <a:pt x="95315" y="13131"/>
                  </a:lnTo>
                  <a:lnTo>
                    <a:pt x="95046" y="13401"/>
                  </a:lnTo>
                  <a:lnTo>
                    <a:pt x="94743" y="13704"/>
                  </a:lnTo>
                  <a:lnTo>
                    <a:pt x="94439" y="13939"/>
                  </a:lnTo>
                  <a:lnTo>
                    <a:pt x="94136" y="14108"/>
                  </a:lnTo>
                  <a:lnTo>
                    <a:pt x="93800" y="14276"/>
                  </a:lnTo>
                  <a:lnTo>
                    <a:pt x="87100" y="14175"/>
                  </a:lnTo>
                  <a:lnTo>
                    <a:pt x="80366" y="14074"/>
                  </a:lnTo>
                  <a:lnTo>
                    <a:pt x="73666" y="14040"/>
                  </a:lnTo>
                  <a:lnTo>
                    <a:pt x="66966" y="14007"/>
                  </a:lnTo>
                  <a:lnTo>
                    <a:pt x="53533" y="14007"/>
                  </a:lnTo>
                  <a:lnTo>
                    <a:pt x="46833" y="14074"/>
                  </a:lnTo>
                  <a:lnTo>
                    <a:pt x="40133" y="14141"/>
                  </a:lnTo>
                  <a:lnTo>
                    <a:pt x="26295" y="14310"/>
                  </a:lnTo>
                  <a:lnTo>
                    <a:pt x="19393" y="14444"/>
                  </a:lnTo>
                  <a:lnTo>
                    <a:pt x="12458" y="14613"/>
                  </a:lnTo>
                  <a:lnTo>
                    <a:pt x="12491" y="14512"/>
                  </a:lnTo>
                  <a:lnTo>
                    <a:pt x="12491" y="14444"/>
                  </a:lnTo>
                  <a:lnTo>
                    <a:pt x="12458" y="14377"/>
                  </a:lnTo>
                  <a:lnTo>
                    <a:pt x="12357" y="14343"/>
                  </a:lnTo>
                  <a:lnTo>
                    <a:pt x="12087" y="14343"/>
                  </a:lnTo>
                  <a:lnTo>
                    <a:pt x="11784" y="14310"/>
                  </a:lnTo>
                  <a:lnTo>
                    <a:pt x="11549" y="14276"/>
                  </a:lnTo>
                  <a:lnTo>
                    <a:pt x="11279" y="14175"/>
                  </a:lnTo>
                  <a:lnTo>
                    <a:pt x="11044" y="14074"/>
                  </a:lnTo>
                  <a:lnTo>
                    <a:pt x="10808" y="13939"/>
                  </a:lnTo>
                  <a:lnTo>
                    <a:pt x="10337" y="13603"/>
                  </a:lnTo>
                  <a:lnTo>
                    <a:pt x="9933" y="13232"/>
                  </a:lnTo>
                  <a:lnTo>
                    <a:pt x="9562" y="12795"/>
                  </a:lnTo>
                  <a:lnTo>
                    <a:pt x="8855" y="11953"/>
                  </a:lnTo>
                  <a:lnTo>
                    <a:pt x="7206" y="9865"/>
                  </a:lnTo>
                  <a:lnTo>
                    <a:pt x="5623" y="7778"/>
                  </a:lnTo>
                  <a:lnTo>
                    <a:pt x="4108" y="5691"/>
                  </a:lnTo>
                  <a:lnTo>
                    <a:pt x="2694" y="3603"/>
                  </a:lnTo>
                  <a:lnTo>
                    <a:pt x="2088" y="2728"/>
                  </a:lnTo>
                  <a:lnTo>
                    <a:pt x="1516" y="1819"/>
                  </a:lnTo>
                  <a:lnTo>
                    <a:pt x="943" y="910"/>
                  </a:lnTo>
                  <a:lnTo>
                    <a:pt x="337" y="1"/>
                  </a:lnTo>
                  <a:lnTo>
                    <a:pt x="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 name="Google Shape;13;p2"/>
            <p:cNvSpPr>
              <a:spLocks/>
            </p:cNvSpPr>
            <p:nvPr/>
          </p:nvSpPr>
          <p:spPr bwMode="auto">
            <a:xfrm>
              <a:off x="1325161" y="-6007"/>
              <a:ext cx="486640" cy="710603"/>
            </a:xfrm>
            <a:custGeom>
              <a:avLst/>
              <a:gdLst>
                <a:gd name="T0" fmla="*/ 0 w 7340"/>
                <a:gd name="T1" fmla="*/ 66 h 10708"/>
                <a:gd name="T2" fmla="*/ 15647 w 7340"/>
                <a:gd name="T3" fmla="*/ 26877 h 10708"/>
                <a:gd name="T4" fmla="*/ 31293 w 7340"/>
                <a:gd name="T5" fmla="*/ 51430 h 10708"/>
                <a:gd name="T6" fmla="*/ 64775 w 7340"/>
                <a:gd name="T7" fmla="*/ 100605 h 10708"/>
                <a:gd name="T8" fmla="*/ 129483 w 7340"/>
                <a:gd name="T9" fmla="*/ 201143 h 10708"/>
                <a:gd name="T10" fmla="*/ 196446 w 7340"/>
                <a:gd name="T11" fmla="*/ 299425 h 10708"/>
                <a:gd name="T12" fmla="*/ 466551 w 7340"/>
                <a:gd name="T13" fmla="*/ 706090 h 10708"/>
                <a:gd name="T14" fmla="*/ 470993 w 7340"/>
                <a:gd name="T15" fmla="*/ 708347 h 10708"/>
                <a:gd name="T16" fmla="*/ 473247 w 7340"/>
                <a:gd name="T17" fmla="*/ 710537 h 10708"/>
                <a:gd name="T18" fmla="*/ 477690 w 7340"/>
                <a:gd name="T19" fmla="*/ 710537 h 10708"/>
                <a:gd name="T20" fmla="*/ 482132 w 7340"/>
                <a:gd name="T21" fmla="*/ 708347 h 10708"/>
                <a:gd name="T22" fmla="*/ 484386 w 7340"/>
                <a:gd name="T23" fmla="*/ 706090 h 10708"/>
                <a:gd name="T24" fmla="*/ 486640 w 7340"/>
                <a:gd name="T25" fmla="*/ 703834 h 10708"/>
                <a:gd name="T26" fmla="*/ 486640 w 7340"/>
                <a:gd name="T27" fmla="*/ 699388 h 10708"/>
                <a:gd name="T28" fmla="*/ 484386 w 7340"/>
                <a:gd name="T29" fmla="*/ 694875 h 10708"/>
                <a:gd name="T30" fmla="*/ 225485 w 7340"/>
                <a:gd name="T31" fmla="*/ 301681 h 10708"/>
                <a:gd name="T32" fmla="*/ 91560 w 7340"/>
                <a:gd name="T33" fmla="*/ 105051 h 10708"/>
                <a:gd name="T34" fmla="*/ 60266 w 7340"/>
                <a:gd name="T35" fmla="*/ 58133 h 10708"/>
                <a:gd name="T36" fmla="*/ 31293 w 7340"/>
                <a:gd name="T37" fmla="*/ 8959 h 10708"/>
                <a:gd name="T38" fmla="*/ 24597 w 7340"/>
                <a:gd name="T39" fmla="*/ 66 h 10708"/>
                <a:gd name="T40" fmla="*/ 0 w 7340"/>
                <a:gd name="T41" fmla="*/ 66 h 1070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340" h="10708" extrusionOk="0">
                  <a:moveTo>
                    <a:pt x="0" y="1"/>
                  </a:moveTo>
                  <a:lnTo>
                    <a:pt x="236" y="405"/>
                  </a:lnTo>
                  <a:lnTo>
                    <a:pt x="472" y="775"/>
                  </a:lnTo>
                  <a:lnTo>
                    <a:pt x="977" y="1516"/>
                  </a:lnTo>
                  <a:lnTo>
                    <a:pt x="1953" y="3031"/>
                  </a:lnTo>
                  <a:lnTo>
                    <a:pt x="2963" y="4512"/>
                  </a:lnTo>
                  <a:lnTo>
                    <a:pt x="7037" y="10640"/>
                  </a:lnTo>
                  <a:lnTo>
                    <a:pt x="7104" y="10674"/>
                  </a:lnTo>
                  <a:lnTo>
                    <a:pt x="7138" y="10707"/>
                  </a:lnTo>
                  <a:lnTo>
                    <a:pt x="7205" y="10707"/>
                  </a:lnTo>
                  <a:lnTo>
                    <a:pt x="7272" y="10674"/>
                  </a:lnTo>
                  <a:lnTo>
                    <a:pt x="7306" y="10640"/>
                  </a:lnTo>
                  <a:lnTo>
                    <a:pt x="7340" y="10606"/>
                  </a:lnTo>
                  <a:lnTo>
                    <a:pt x="7340" y="10539"/>
                  </a:lnTo>
                  <a:lnTo>
                    <a:pt x="7306" y="10471"/>
                  </a:lnTo>
                  <a:lnTo>
                    <a:pt x="3401" y="4546"/>
                  </a:lnTo>
                  <a:lnTo>
                    <a:pt x="1381" y="1583"/>
                  </a:lnTo>
                  <a:lnTo>
                    <a:pt x="909" y="876"/>
                  </a:lnTo>
                  <a:lnTo>
                    <a:pt x="472" y="135"/>
                  </a:lnTo>
                  <a:lnTo>
                    <a:pt x="371" y="1"/>
                  </a:lnTo>
                  <a:lnTo>
                    <a:pt x="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grpSp>
      <p:grpSp>
        <p:nvGrpSpPr>
          <p:cNvPr id="7" name="Google Shape;14;p2"/>
          <p:cNvGrpSpPr>
            <a:grpSpLocks/>
          </p:cNvGrpSpPr>
          <p:nvPr/>
        </p:nvGrpSpPr>
        <p:grpSpPr bwMode="auto">
          <a:xfrm>
            <a:off x="-11113" y="3240088"/>
            <a:ext cx="2190751" cy="2006600"/>
            <a:chOff x="-7997" y="3247832"/>
            <a:chExt cx="2193869" cy="2010543"/>
          </a:xfrm>
        </p:grpSpPr>
        <p:sp>
          <p:nvSpPr>
            <p:cNvPr id="8" name="Google Shape;15;p2"/>
            <p:cNvSpPr>
              <a:spLocks/>
            </p:cNvSpPr>
            <p:nvPr/>
          </p:nvSpPr>
          <p:spPr bwMode="auto">
            <a:xfrm>
              <a:off x="-7997" y="4475790"/>
              <a:ext cx="314773" cy="89075"/>
            </a:xfrm>
            <a:custGeom>
              <a:avLst/>
              <a:gdLst>
                <a:gd name="T0" fmla="*/ 312519 w 4748"/>
                <a:gd name="T1" fmla="*/ 66 h 1348"/>
                <a:gd name="T2" fmla="*/ 247748 w 4748"/>
                <a:gd name="T3" fmla="*/ 13414 h 1348"/>
                <a:gd name="T4" fmla="*/ 180789 w 4748"/>
                <a:gd name="T5" fmla="*/ 28943 h 1348"/>
                <a:gd name="T6" fmla="*/ 116084 w 4748"/>
                <a:gd name="T7" fmla="*/ 46784 h 1348"/>
                <a:gd name="T8" fmla="*/ 51313 w 4748"/>
                <a:gd name="T9" fmla="*/ 62313 h 1348"/>
                <a:gd name="T10" fmla="*/ 0 w 4748"/>
                <a:gd name="T11" fmla="*/ 73480 h 1348"/>
                <a:gd name="T12" fmla="*/ 0 w 4748"/>
                <a:gd name="T13" fmla="*/ 89009 h 1348"/>
                <a:gd name="T14" fmla="*/ 87047 w 4748"/>
                <a:gd name="T15" fmla="*/ 68987 h 1348"/>
                <a:gd name="T16" fmla="*/ 145055 w 4748"/>
                <a:gd name="T17" fmla="*/ 55639 h 1348"/>
                <a:gd name="T18" fmla="*/ 203131 w 4748"/>
                <a:gd name="T19" fmla="*/ 42291 h 1348"/>
                <a:gd name="T20" fmla="*/ 258886 w 4748"/>
                <a:gd name="T21" fmla="*/ 24515 h 1348"/>
                <a:gd name="T22" fmla="*/ 287923 w 4748"/>
                <a:gd name="T23" fmla="*/ 15595 h 1348"/>
                <a:gd name="T24" fmla="*/ 314707 w 4748"/>
                <a:gd name="T25" fmla="*/ 4493 h 1348"/>
                <a:gd name="T26" fmla="*/ 314707 w 4748"/>
                <a:gd name="T27" fmla="*/ 2247 h 1348"/>
                <a:gd name="T28" fmla="*/ 312519 w 4748"/>
                <a:gd name="T29" fmla="*/ 66 h 13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48" h="1348" extrusionOk="0">
                  <a:moveTo>
                    <a:pt x="4714" y="1"/>
                  </a:moveTo>
                  <a:lnTo>
                    <a:pt x="3737" y="203"/>
                  </a:lnTo>
                  <a:lnTo>
                    <a:pt x="2727" y="438"/>
                  </a:lnTo>
                  <a:lnTo>
                    <a:pt x="1751" y="708"/>
                  </a:lnTo>
                  <a:lnTo>
                    <a:pt x="774" y="943"/>
                  </a:lnTo>
                  <a:lnTo>
                    <a:pt x="0" y="1112"/>
                  </a:lnTo>
                  <a:lnTo>
                    <a:pt x="0" y="1347"/>
                  </a:lnTo>
                  <a:lnTo>
                    <a:pt x="1313" y="1044"/>
                  </a:lnTo>
                  <a:lnTo>
                    <a:pt x="2188" y="842"/>
                  </a:lnTo>
                  <a:lnTo>
                    <a:pt x="3064" y="640"/>
                  </a:lnTo>
                  <a:lnTo>
                    <a:pt x="3905" y="371"/>
                  </a:lnTo>
                  <a:lnTo>
                    <a:pt x="4343" y="236"/>
                  </a:lnTo>
                  <a:lnTo>
                    <a:pt x="4747" y="68"/>
                  </a:lnTo>
                  <a:lnTo>
                    <a:pt x="4747" y="34"/>
                  </a:lnTo>
                  <a:lnTo>
                    <a:pt x="471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 name="Google Shape;16;p2"/>
            <p:cNvSpPr>
              <a:spLocks/>
            </p:cNvSpPr>
            <p:nvPr/>
          </p:nvSpPr>
          <p:spPr bwMode="auto">
            <a:xfrm>
              <a:off x="-7997" y="4375581"/>
              <a:ext cx="311594" cy="95437"/>
            </a:xfrm>
            <a:custGeom>
              <a:avLst/>
              <a:gdLst>
                <a:gd name="T0" fmla="*/ 309330 w 4680"/>
                <a:gd name="T1" fmla="*/ 0 h 1449"/>
                <a:gd name="T2" fmla="*/ 280235 w 4680"/>
                <a:gd name="T3" fmla="*/ 4479 h 1449"/>
                <a:gd name="T4" fmla="*/ 248809 w 4680"/>
                <a:gd name="T5" fmla="*/ 11131 h 1449"/>
                <a:gd name="T6" fmla="*/ 188288 w 4680"/>
                <a:gd name="T7" fmla="*/ 24436 h 1449"/>
                <a:gd name="T8" fmla="*/ 69509 w 4680"/>
                <a:gd name="T9" fmla="*/ 59870 h 1449"/>
                <a:gd name="T10" fmla="*/ 0 w 4680"/>
                <a:gd name="T11" fmla="*/ 75414 h 1449"/>
                <a:gd name="T12" fmla="*/ 0 w 4680"/>
                <a:gd name="T13" fmla="*/ 95371 h 1449"/>
                <a:gd name="T14" fmla="*/ 73970 w 4680"/>
                <a:gd name="T15" fmla="*/ 75414 h 1449"/>
                <a:gd name="T16" fmla="*/ 192749 w 4680"/>
                <a:gd name="T17" fmla="*/ 42153 h 1449"/>
                <a:gd name="T18" fmla="*/ 253270 w 4680"/>
                <a:gd name="T19" fmla="*/ 24436 h 1449"/>
                <a:gd name="T20" fmla="*/ 282432 w 4680"/>
                <a:gd name="T21" fmla="*/ 13305 h 1449"/>
                <a:gd name="T22" fmla="*/ 311594 w 4680"/>
                <a:gd name="T23" fmla="*/ 2239 h 1449"/>
                <a:gd name="T24" fmla="*/ 311594 w 4680"/>
                <a:gd name="T25" fmla="*/ 0 h 1449"/>
                <a:gd name="T26" fmla="*/ 309330 w 4680"/>
                <a:gd name="T27" fmla="*/ 0 h 14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680" h="1449" extrusionOk="0">
                  <a:moveTo>
                    <a:pt x="4646" y="0"/>
                  </a:moveTo>
                  <a:lnTo>
                    <a:pt x="4209" y="68"/>
                  </a:lnTo>
                  <a:lnTo>
                    <a:pt x="3737" y="169"/>
                  </a:lnTo>
                  <a:lnTo>
                    <a:pt x="2828" y="371"/>
                  </a:lnTo>
                  <a:lnTo>
                    <a:pt x="1044" y="909"/>
                  </a:lnTo>
                  <a:lnTo>
                    <a:pt x="0" y="1145"/>
                  </a:lnTo>
                  <a:lnTo>
                    <a:pt x="0" y="1448"/>
                  </a:lnTo>
                  <a:lnTo>
                    <a:pt x="1111" y="1145"/>
                  </a:lnTo>
                  <a:lnTo>
                    <a:pt x="2895" y="640"/>
                  </a:lnTo>
                  <a:lnTo>
                    <a:pt x="3804" y="371"/>
                  </a:lnTo>
                  <a:lnTo>
                    <a:pt x="4242" y="202"/>
                  </a:lnTo>
                  <a:lnTo>
                    <a:pt x="4680" y="34"/>
                  </a:lnTo>
                  <a:lnTo>
                    <a:pt x="4680" y="0"/>
                  </a:lnTo>
                  <a:lnTo>
                    <a:pt x="464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 name="Google Shape;17;p2"/>
            <p:cNvSpPr>
              <a:spLocks/>
            </p:cNvSpPr>
            <p:nvPr/>
          </p:nvSpPr>
          <p:spPr bwMode="auto">
            <a:xfrm>
              <a:off x="-7997" y="4187888"/>
              <a:ext cx="257542" cy="62035"/>
            </a:xfrm>
            <a:custGeom>
              <a:avLst/>
              <a:gdLst>
                <a:gd name="T0" fmla="*/ 203799 w 3872"/>
                <a:gd name="T1" fmla="*/ 0 h 944"/>
                <a:gd name="T2" fmla="*/ 154512 w 3872"/>
                <a:gd name="T3" fmla="*/ 8872 h 944"/>
                <a:gd name="T4" fmla="*/ 105225 w 3872"/>
                <a:gd name="T5" fmla="*/ 17743 h 944"/>
                <a:gd name="T6" fmla="*/ 56005 w 3872"/>
                <a:gd name="T7" fmla="*/ 31018 h 944"/>
                <a:gd name="T8" fmla="*/ 0 w 3872"/>
                <a:gd name="T9" fmla="*/ 46461 h 944"/>
                <a:gd name="T10" fmla="*/ 0 w 3872"/>
                <a:gd name="T11" fmla="*/ 61969 h 944"/>
                <a:gd name="T12" fmla="*/ 60461 w 3872"/>
                <a:gd name="T13" fmla="*/ 44292 h 944"/>
                <a:gd name="T14" fmla="*/ 107487 w 3872"/>
                <a:gd name="T15" fmla="*/ 33186 h 944"/>
                <a:gd name="T16" fmla="*/ 156773 w 3872"/>
                <a:gd name="T17" fmla="*/ 22146 h 944"/>
                <a:gd name="T18" fmla="*/ 255281 w 3872"/>
                <a:gd name="T19" fmla="*/ 2234 h 944"/>
                <a:gd name="T20" fmla="*/ 257542 w 3872"/>
                <a:gd name="T21" fmla="*/ 2234 h 944"/>
                <a:gd name="T22" fmla="*/ 255281 w 3872"/>
                <a:gd name="T23" fmla="*/ 0 h 944"/>
                <a:gd name="T24" fmla="*/ 203799 w 3872"/>
                <a:gd name="T25" fmla="*/ 0 h 9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872" h="944" extrusionOk="0">
                  <a:moveTo>
                    <a:pt x="3064" y="0"/>
                  </a:moveTo>
                  <a:lnTo>
                    <a:pt x="2323" y="135"/>
                  </a:lnTo>
                  <a:lnTo>
                    <a:pt x="1582" y="270"/>
                  </a:lnTo>
                  <a:lnTo>
                    <a:pt x="842" y="472"/>
                  </a:lnTo>
                  <a:lnTo>
                    <a:pt x="0" y="707"/>
                  </a:lnTo>
                  <a:lnTo>
                    <a:pt x="0" y="943"/>
                  </a:lnTo>
                  <a:lnTo>
                    <a:pt x="909" y="674"/>
                  </a:lnTo>
                  <a:lnTo>
                    <a:pt x="1616" y="505"/>
                  </a:lnTo>
                  <a:lnTo>
                    <a:pt x="2357" y="337"/>
                  </a:lnTo>
                  <a:lnTo>
                    <a:pt x="3838" y="34"/>
                  </a:lnTo>
                  <a:lnTo>
                    <a:pt x="3872" y="34"/>
                  </a:lnTo>
                  <a:lnTo>
                    <a:pt x="3838" y="0"/>
                  </a:lnTo>
                  <a:lnTo>
                    <a:pt x="30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 name="Google Shape;18;p2"/>
            <p:cNvSpPr>
              <a:spLocks/>
            </p:cNvSpPr>
            <p:nvPr/>
          </p:nvSpPr>
          <p:spPr bwMode="auto">
            <a:xfrm>
              <a:off x="-7997" y="4238787"/>
              <a:ext cx="262311" cy="84303"/>
            </a:xfrm>
            <a:custGeom>
              <a:avLst/>
              <a:gdLst>
                <a:gd name="T0" fmla="*/ 259981 w 3940"/>
                <a:gd name="T1" fmla="*/ 66 h 1281"/>
                <a:gd name="T2" fmla="*/ 235348 w 3940"/>
                <a:gd name="T3" fmla="*/ 4475 h 1281"/>
                <a:gd name="T4" fmla="*/ 210714 w 3940"/>
                <a:gd name="T5" fmla="*/ 11122 h 1281"/>
                <a:gd name="T6" fmla="*/ 159118 w 3940"/>
                <a:gd name="T7" fmla="*/ 24416 h 1281"/>
                <a:gd name="T8" fmla="*/ 60518 w 3940"/>
                <a:gd name="T9" fmla="*/ 55412 h 1281"/>
                <a:gd name="T10" fmla="*/ 0 w 3940"/>
                <a:gd name="T11" fmla="*/ 70944 h 1281"/>
                <a:gd name="T12" fmla="*/ 0 w 3940"/>
                <a:gd name="T13" fmla="*/ 84237 h 1281"/>
                <a:gd name="T14" fmla="*/ 64979 w 3940"/>
                <a:gd name="T15" fmla="*/ 66534 h 1281"/>
                <a:gd name="T16" fmla="*/ 163645 w 3940"/>
                <a:gd name="T17" fmla="*/ 39947 h 1281"/>
                <a:gd name="T18" fmla="*/ 215175 w 3940"/>
                <a:gd name="T19" fmla="*/ 22178 h 1281"/>
                <a:gd name="T20" fmla="*/ 237611 w 3940"/>
                <a:gd name="T21" fmla="*/ 13359 h 1281"/>
                <a:gd name="T22" fmla="*/ 262244 w 3940"/>
                <a:gd name="T23" fmla="*/ 2238 h 1281"/>
                <a:gd name="T24" fmla="*/ 259981 w 3940"/>
                <a:gd name="T25" fmla="*/ 66 h 128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40" h="1281" extrusionOk="0">
                  <a:moveTo>
                    <a:pt x="3905" y="1"/>
                  </a:moveTo>
                  <a:lnTo>
                    <a:pt x="3535" y="68"/>
                  </a:lnTo>
                  <a:lnTo>
                    <a:pt x="3165" y="169"/>
                  </a:lnTo>
                  <a:lnTo>
                    <a:pt x="2390" y="371"/>
                  </a:lnTo>
                  <a:lnTo>
                    <a:pt x="909" y="842"/>
                  </a:lnTo>
                  <a:lnTo>
                    <a:pt x="0" y="1078"/>
                  </a:lnTo>
                  <a:lnTo>
                    <a:pt x="0" y="1280"/>
                  </a:lnTo>
                  <a:lnTo>
                    <a:pt x="976" y="1011"/>
                  </a:lnTo>
                  <a:lnTo>
                    <a:pt x="2458" y="607"/>
                  </a:lnTo>
                  <a:lnTo>
                    <a:pt x="3232" y="337"/>
                  </a:lnTo>
                  <a:lnTo>
                    <a:pt x="3569" y="203"/>
                  </a:lnTo>
                  <a:lnTo>
                    <a:pt x="3939" y="34"/>
                  </a:lnTo>
                  <a:lnTo>
                    <a:pt x="390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 name="Google Shape;19;p2"/>
            <p:cNvSpPr>
              <a:spLocks/>
            </p:cNvSpPr>
            <p:nvPr/>
          </p:nvSpPr>
          <p:spPr bwMode="auto">
            <a:xfrm>
              <a:off x="-7997" y="4634852"/>
              <a:ext cx="373594" cy="98618"/>
            </a:xfrm>
            <a:custGeom>
              <a:avLst/>
              <a:gdLst>
                <a:gd name="T0" fmla="*/ 371335 w 5623"/>
                <a:gd name="T1" fmla="*/ 66 h 1483"/>
                <a:gd name="T2" fmla="*/ 308682 w 5623"/>
                <a:gd name="T3" fmla="*/ 20216 h 1483"/>
                <a:gd name="T4" fmla="*/ 246029 w 5623"/>
                <a:gd name="T5" fmla="*/ 35909 h 1483"/>
                <a:gd name="T6" fmla="*/ 183442 w 5623"/>
                <a:gd name="T7" fmla="*/ 51537 h 1483"/>
                <a:gd name="T8" fmla="*/ 118530 w 5623"/>
                <a:gd name="T9" fmla="*/ 60514 h 1483"/>
                <a:gd name="T10" fmla="*/ 60394 w 5623"/>
                <a:gd name="T11" fmla="*/ 69491 h 1483"/>
                <a:gd name="T12" fmla="*/ 0 w 5623"/>
                <a:gd name="T13" fmla="*/ 78402 h 1483"/>
                <a:gd name="T14" fmla="*/ 0 w 5623"/>
                <a:gd name="T15" fmla="*/ 98552 h 1483"/>
                <a:gd name="T16" fmla="*/ 60394 w 5623"/>
                <a:gd name="T17" fmla="*/ 87380 h 1483"/>
                <a:gd name="T18" fmla="*/ 123047 w 5623"/>
                <a:gd name="T19" fmla="*/ 76208 h 1483"/>
                <a:gd name="T20" fmla="*/ 187893 w 5623"/>
                <a:gd name="T21" fmla="*/ 67230 h 1483"/>
                <a:gd name="T22" fmla="*/ 221446 w 5623"/>
                <a:gd name="T23" fmla="*/ 62775 h 1483"/>
                <a:gd name="T24" fmla="*/ 252739 w 5623"/>
                <a:gd name="T25" fmla="*/ 56059 h 1483"/>
                <a:gd name="T26" fmla="*/ 286358 w 5623"/>
                <a:gd name="T27" fmla="*/ 47081 h 1483"/>
                <a:gd name="T28" fmla="*/ 315392 w 5623"/>
                <a:gd name="T29" fmla="*/ 35909 h 1483"/>
                <a:gd name="T30" fmla="*/ 344493 w 5623"/>
                <a:gd name="T31" fmla="*/ 20216 h 1483"/>
                <a:gd name="T32" fmla="*/ 371335 w 5623"/>
                <a:gd name="T33" fmla="*/ 2327 h 1483"/>
                <a:gd name="T34" fmla="*/ 373594 w 5623"/>
                <a:gd name="T35" fmla="*/ 2327 h 1483"/>
                <a:gd name="T36" fmla="*/ 371335 w 5623"/>
                <a:gd name="T37" fmla="*/ 66 h 148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623" h="1483" extrusionOk="0">
                  <a:moveTo>
                    <a:pt x="5589" y="1"/>
                  </a:moveTo>
                  <a:lnTo>
                    <a:pt x="4646" y="304"/>
                  </a:lnTo>
                  <a:lnTo>
                    <a:pt x="3703" y="540"/>
                  </a:lnTo>
                  <a:lnTo>
                    <a:pt x="2761" y="775"/>
                  </a:lnTo>
                  <a:lnTo>
                    <a:pt x="1784" y="910"/>
                  </a:lnTo>
                  <a:lnTo>
                    <a:pt x="909" y="1045"/>
                  </a:lnTo>
                  <a:lnTo>
                    <a:pt x="0" y="1179"/>
                  </a:lnTo>
                  <a:lnTo>
                    <a:pt x="0" y="1482"/>
                  </a:lnTo>
                  <a:lnTo>
                    <a:pt x="909" y="1314"/>
                  </a:lnTo>
                  <a:lnTo>
                    <a:pt x="1852" y="1146"/>
                  </a:lnTo>
                  <a:lnTo>
                    <a:pt x="2828" y="1011"/>
                  </a:lnTo>
                  <a:lnTo>
                    <a:pt x="3333" y="944"/>
                  </a:lnTo>
                  <a:lnTo>
                    <a:pt x="3804" y="843"/>
                  </a:lnTo>
                  <a:lnTo>
                    <a:pt x="4310" y="708"/>
                  </a:lnTo>
                  <a:lnTo>
                    <a:pt x="4747" y="540"/>
                  </a:lnTo>
                  <a:lnTo>
                    <a:pt x="5185" y="304"/>
                  </a:lnTo>
                  <a:lnTo>
                    <a:pt x="5589" y="35"/>
                  </a:lnTo>
                  <a:lnTo>
                    <a:pt x="5623" y="35"/>
                  </a:lnTo>
                  <a:lnTo>
                    <a:pt x="558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 name="Google Shape;20;p2"/>
            <p:cNvSpPr>
              <a:spLocks/>
            </p:cNvSpPr>
            <p:nvPr/>
          </p:nvSpPr>
          <p:spPr bwMode="auto">
            <a:xfrm>
              <a:off x="-7997" y="4558502"/>
              <a:ext cx="225747" cy="68396"/>
            </a:xfrm>
            <a:custGeom>
              <a:avLst/>
              <a:gdLst>
                <a:gd name="T0" fmla="*/ 223490 w 3401"/>
                <a:gd name="T1" fmla="*/ 0 h 1044"/>
                <a:gd name="T2" fmla="*/ 167601 w 3401"/>
                <a:gd name="T3" fmla="*/ 15461 h 1044"/>
                <a:gd name="T4" fmla="*/ 111712 w 3401"/>
                <a:gd name="T5" fmla="*/ 28695 h 1044"/>
                <a:gd name="T6" fmla="*/ 0 w 3401"/>
                <a:gd name="T7" fmla="*/ 50773 h 1044"/>
                <a:gd name="T8" fmla="*/ 0 w 3401"/>
                <a:gd name="T9" fmla="*/ 68396 h 1044"/>
                <a:gd name="T10" fmla="*/ 15665 w 3401"/>
                <a:gd name="T11" fmla="*/ 64007 h 1044"/>
                <a:gd name="T12" fmla="*/ 69297 w 3401"/>
                <a:gd name="T13" fmla="*/ 55162 h 1044"/>
                <a:gd name="T14" fmla="*/ 122930 w 3401"/>
                <a:gd name="T15" fmla="*/ 41929 h 1044"/>
                <a:gd name="T16" fmla="*/ 174305 w 3401"/>
                <a:gd name="T17" fmla="*/ 24305 h 1044"/>
                <a:gd name="T18" fmla="*/ 198864 w 3401"/>
                <a:gd name="T19" fmla="*/ 15461 h 1044"/>
                <a:gd name="T20" fmla="*/ 223490 w 3401"/>
                <a:gd name="T21" fmla="*/ 2227 h 1044"/>
                <a:gd name="T22" fmla="*/ 225681 w 3401"/>
                <a:gd name="T23" fmla="*/ 0 h 1044"/>
                <a:gd name="T24" fmla="*/ 223490 w 3401"/>
                <a:gd name="T25" fmla="*/ 0 h 10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401" h="1044" extrusionOk="0">
                  <a:moveTo>
                    <a:pt x="3367" y="0"/>
                  </a:moveTo>
                  <a:lnTo>
                    <a:pt x="2525" y="236"/>
                  </a:lnTo>
                  <a:lnTo>
                    <a:pt x="1683" y="438"/>
                  </a:lnTo>
                  <a:lnTo>
                    <a:pt x="0" y="775"/>
                  </a:lnTo>
                  <a:lnTo>
                    <a:pt x="0" y="1044"/>
                  </a:lnTo>
                  <a:lnTo>
                    <a:pt x="236" y="977"/>
                  </a:lnTo>
                  <a:lnTo>
                    <a:pt x="1044" y="842"/>
                  </a:lnTo>
                  <a:lnTo>
                    <a:pt x="1852" y="640"/>
                  </a:lnTo>
                  <a:lnTo>
                    <a:pt x="2626" y="371"/>
                  </a:lnTo>
                  <a:lnTo>
                    <a:pt x="2996" y="236"/>
                  </a:lnTo>
                  <a:lnTo>
                    <a:pt x="3367" y="34"/>
                  </a:lnTo>
                  <a:lnTo>
                    <a:pt x="3400" y="0"/>
                  </a:lnTo>
                  <a:lnTo>
                    <a:pt x="336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 name="Google Shape;21;p2"/>
            <p:cNvSpPr>
              <a:spLocks/>
            </p:cNvSpPr>
            <p:nvPr/>
          </p:nvSpPr>
          <p:spPr bwMode="auto">
            <a:xfrm>
              <a:off x="-7997" y="4685752"/>
              <a:ext cx="383133" cy="93846"/>
            </a:xfrm>
            <a:custGeom>
              <a:avLst/>
              <a:gdLst>
                <a:gd name="T0" fmla="*/ 383066 w 5758"/>
                <a:gd name="T1" fmla="*/ 0 h 1415"/>
                <a:gd name="T2" fmla="*/ 351726 w 5758"/>
                <a:gd name="T3" fmla="*/ 2255 h 1415"/>
                <a:gd name="T4" fmla="*/ 320386 w 5758"/>
                <a:gd name="T5" fmla="*/ 6699 h 1415"/>
                <a:gd name="T6" fmla="*/ 259836 w 5758"/>
                <a:gd name="T7" fmla="*/ 17907 h 1415"/>
                <a:gd name="T8" fmla="*/ 138867 w 5758"/>
                <a:gd name="T9" fmla="*/ 46890 h 1415"/>
                <a:gd name="T10" fmla="*/ 0 w 5758"/>
                <a:gd name="T11" fmla="*/ 78194 h 1415"/>
                <a:gd name="T12" fmla="*/ 0 w 5758"/>
                <a:gd name="T13" fmla="*/ 93780 h 1415"/>
                <a:gd name="T14" fmla="*/ 141130 w 5758"/>
                <a:gd name="T15" fmla="*/ 60287 h 1415"/>
                <a:gd name="T16" fmla="*/ 264360 w 5758"/>
                <a:gd name="T17" fmla="*/ 35748 h 1415"/>
                <a:gd name="T18" fmla="*/ 324845 w 5758"/>
                <a:gd name="T19" fmla="*/ 22351 h 1415"/>
                <a:gd name="T20" fmla="*/ 353989 w 5758"/>
                <a:gd name="T21" fmla="*/ 13397 h 1415"/>
                <a:gd name="T22" fmla="*/ 383066 w 5758"/>
                <a:gd name="T23" fmla="*/ 2255 h 1415"/>
                <a:gd name="T24" fmla="*/ 383066 w 5758"/>
                <a:gd name="T25" fmla="*/ 0 h 14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8" h="1415" extrusionOk="0">
                  <a:moveTo>
                    <a:pt x="5757" y="0"/>
                  </a:moveTo>
                  <a:lnTo>
                    <a:pt x="5286" y="34"/>
                  </a:lnTo>
                  <a:lnTo>
                    <a:pt x="4815" y="101"/>
                  </a:lnTo>
                  <a:lnTo>
                    <a:pt x="3905" y="270"/>
                  </a:lnTo>
                  <a:lnTo>
                    <a:pt x="2087" y="707"/>
                  </a:lnTo>
                  <a:lnTo>
                    <a:pt x="0" y="1179"/>
                  </a:lnTo>
                  <a:lnTo>
                    <a:pt x="0" y="1414"/>
                  </a:lnTo>
                  <a:lnTo>
                    <a:pt x="2121" y="909"/>
                  </a:lnTo>
                  <a:lnTo>
                    <a:pt x="3973" y="539"/>
                  </a:lnTo>
                  <a:lnTo>
                    <a:pt x="4882" y="337"/>
                  </a:lnTo>
                  <a:lnTo>
                    <a:pt x="5320" y="202"/>
                  </a:lnTo>
                  <a:lnTo>
                    <a:pt x="5757" y="34"/>
                  </a:lnTo>
                  <a:lnTo>
                    <a:pt x="575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 name="Google Shape;22;p2"/>
            <p:cNvSpPr>
              <a:spLocks/>
            </p:cNvSpPr>
            <p:nvPr/>
          </p:nvSpPr>
          <p:spPr bwMode="auto">
            <a:xfrm>
              <a:off x="1658072" y="4408984"/>
              <a:ext cx="383132" cy="335620"/>
            </a:xfrm>
            <a:custGeom>
              <a:avLst/>
              <a:gdLst>
                <a:gd name="T0" fmla="*/ 76187 w 5758"/>
                <a:gd name="T1" fmla="*/ 20133 h 5051"/>
                <a:gd name="T2" fmla="*/ 174798 w 5758"/>
                <a:gd name="T3" fmla="*/ 11229 h 5051"/>
                <a:gd name="T4" fmla="*/ 71729 w 5758"/>
                <a:gd name="T5" fmla="*/ 24652 h 5051"/>
                <a:gd name="T6" fmla="*/ 257706 w 5758"/>
                <a:gd name="T7" fmla="*/ 26844 h 5051"/>
                <a:gd name="T8" fmla="*/ 320386 w 5758"/>
                <a:gd name="T9" fmla="*/ 53755 h 5051"/>
                <a:gd name="T10" fmla="*/ 360708 w 5758"/>
                <a:gd name="T11" fmla="*/ 102925 h 5051"/>
                <a:gd name="T12" fmla="*/ 347267 w 5758"/>
                <a:gd name="T13" fmla="*/ 89503 h 5051"/>
                <a:gd name="T14" fmla="*/ 268884 w 5758"/>
                <a:gd name="T15" fmla="*/ 78340 h 5051"/>
                <a:gd name="T16" fmla="*/ 152374 w 5758"/>
                <a:gd name="T17" fmla="*/ 78340 h 5051"/>
                <a:gd name="T18" fmla="*/ 20228 w 5758"/>
                <a:gd name="T19" fmla="*/ 80599 h 5051"/>
                <a:gd name="T20" fmla="*/ 49305 w 5758"/>
                <a:gd name="T21" fmla="*/ 35815 h 5051"/>
                <a:gd name="T22" fmla="*/ 250985 w 5758"/>
                <a:gd name="T23" fmla="*/ 89503 h 5051"/>
                <a:gd name="T24" fmla="*/ 342809 w 5758"/>
                <a:gd name="T25" fmla="*/ 100733 h 5051"/>
                <a:gd name="T26" fmla="*/ 367429 w 5758"/>
                <a:gd name="T27" fmla="*/ 140999 h 5051"/>
                <a:gd name="T28" fmla="*/ 353988 w 5758"/>
                <a:gd name="T29" fmla="*/ 208110 h 5051"/>
                <a:gd name="T30" fmla="*/ 306945 w 5758"/>
                <a:gd name="T31" fmla="*/ 149903 h 5051"/>
                <a:gd name="T32" fmla="*/ 257706 w 5758"/>
                <a:gd name="T33" fmla="*/ 94021 h 5051"/>
                <a:gd name="T34" fmla="*/ 17966 w 5758"/>
                <a:gd name="T35" fmla="*/ 85051 h 5051"/>
                <a:gd name="T36" fmla="*/ 89628 w 5758"/>
                <a:gd name="T37" fmla="*/ 94021 h 5051"/>
                <a:gd name="T38" fmla="*/ 206138 w 5758"/>
                <a:gd name="T39" fmla="*/ 89503 h 5051"/>
                <a:gd name="T40" fmla="*/ 248723 w 5758"/>
                <a:gd name="T41" fmla="*/ 98473 h 5051"/>
                <a:gd name="T42" fmla="*/ 291308 w 5758"/>
                <a:gd name="T43" fmla="*/ 152162 h 5051"/>
                <a:gd name="T44" fmla="*/ 340547 w 5758"/>
                <a:gd name="T45" fmla="*/ 212562 h 5051"/>
                <a:gd name="T46" fmla="*/ 313665 w 5758"/>
                <a:gd name="T47" fmla="*/ 272961 h 5051"/>
                <a:gd name="T48" fmla="*/ 271147 w 5758"/>
                <a:gd name="T49" fmla="*/ 308776 h 5051"/>
                <a:gd name="T50" fmla="*/ 221841 w 5758"/>
                <a:gd name="T51" fmla="*/ 322198 h 5051"/>
                <a:gd name="T52" fmla="*/ 154637 w 5758"/>
                <a:gd name="T53" fmla="*/ 313228 h 5051"/>
                <a:gd name="T54" fmla="*/ 76187 w 5758"/>
                <a:gd name="T55" fmla="*/ 281931 h 5051"/>
                <a:gd name="T56" fmla="*/ 35865 w 5758"/>
                <a:gd name="T57" fmla="*/ 239406 h 5051"/>
                <a:gd name="T58" fmla="*/ 20228 w 5758"/>
                <a:gd name="T59" fmla="*/ 183458 h 5051"/>
                <a:gd name="T60" fmla="*/ 13507 w 5758"/>
                <a:gd name="T61" fmla="*/ 114155 h 5051"/>
                <a:gd name="T62" fmla="*/ 112052 w 5758"/>
                <a:gd name="T63" fmla="*/ 0 h 5051"/>
                <a:gd name="T64" fmla="*/ 47110 w 5758"/>
                <a:gd name="T65" fmla="*/ 15681 h 5051"/>
                <a:gd name="T66" fmla="*/ 24686 w 5758"/>
                <a:gd name="T67" fmla="*/ 31363 h 5051"/>
                <a:gd name="T68" fmla="*/ 20228 w 5758"/>
                <a:gd name="T69" fmla="*/ 47044 h 5051"/>
                <a:gd name="T70" fmla="*/ 2262 w 5758"/>
                <a:gd name="T71" fmla="*/ 87310 h 5051"/>
                <a:gd name="T72" fmla="*/ 67 w 5758"/>
                <a:gd name="T73" fmla="*/ 154421 h 5051"/>
                <a:gd name="T74" fmla="*/ 24686 w 5758"/>
                <a:gd name="T75" fmla="*/ 246117 h 5051"/>
                <a:gd name="T76" fmla="*/ 62746 w 5758"/>
                <a:gd name="T77" fmla="*/ 290835 h 5051"/>
                <a:gd name="T78" fmla="*/ 121035 w 5758"/>
                <a:gd name="T79" fmla="*/ 317680 h 5051"/>
                <a:gd name="T80" fmla="*/ 206138 w 5758"/>
                <a:gd name="T81" fmla="*/ 335620 h 5051"/>
                <a:gd name="T82" fmla="*/ 259902 w 5758"/>
                <a:gd name="T83" fmla="*/ 328909 h 5051"/>
                <a:gd name="T84" fmla="*/ 318190 w 5758"/>
                <a:gd name="T85" fmla="*/ 286383 h 5051"/>
                <a:gd name="T86" fmla="*/ 362971 w 5758"/>
                <a:gd name="T87" fmla="*/ 225984 h 5051"/>
                <a:gd name="T88" fmla="*/ 380870 w 5758"/>
                <a:gd name="T89" fmla="*/ 174554 h 5051"/>
                <a:gd name="T90" fmla="*/ 380870 w 5758"/>
                <a:gd name="T91" fmla="*/ 120866 h 5051"/>
                <a:gd name="T92" fmla="*/ 360708 w 5758"/>
                <a:gd name="T93" fmla="*/ 73888 h 5051"/>
                <a:gd name="T94" fmla="*/ 315928 w 5758"/>
                <a:gd name="T95" fmla="*/ 33555 h 5051"/>
                <a:gd name="T96" fmla="*/ 259902 w 5758"/>
                <a:gd name="T97" fmla="*/ 13422 h 5051"/>
                <a:gd name="T98" fmla="*/ 154637 w 5758"/>
                <a:gd name="T99" fmla="*/ 0 h 50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758" h="5051" extrusionOk="0">
                  <a:moveTo>
                    <a:pt x="2627" y="169"/>
                  </a:moveTo>
                  <a:lnTo>
                    <a:pt x="1852" y="202"/>
                  </a:lnTo>
                  <a:lnTo>
                    <a:pt x="1145" y="303"/>
                  </a:lnTo>
                  <a:lnTo>
                    <a:pt x="1482" y="202"/>
                  </a:lnTo>
                  <a:lnTo>
                    <a:pt x="1852" y="169"/>
                  </a:lnTo>
                  <a:lnTo>
                    <a:pt x="2627" y="169"/>
                  </a:lnTo>
                  <a:close/>
                  <a:moveTo>
                    <a:pt x="1044" y="303"/>
                  </a:moveTo>
                  <a:lnTo>
                    <a:pt x="1044" y="337"/>
                  </a:lnTo>
                  <a:lnTo>
                    <a:pt x="1078" y="371"/>
                  </a:lnTo>
                  <a:lnTo>
                    <a:pt x="2425" y="371"/>
                  </a:lnTo>
                  <a:lnTo>
                    <a:pt x="3132" y="404"/>
                  </a:lnTo>
                  <a:lnTo>
                    <a:pt x="3873" y="404"/>
                  </a:lnTo>
                  <a:lnTo>
                    <a:pt x="4176" y="505"/>
                  </a:lnTo>
                  <a:lnTo>
                    <a:pt x="4479" y="607"/>
                  </a:lnTo>
                  <a:lnTo>
                    <a:pt x="4815" y="809"/>
                  </a:lnTo>
                  <a:lnTo>
                    <a:pt x="5085" y="1011"/>
                  </a:lnTo>
                  <a:lnTo>
                    <a:pt x="5287" y="1280"/>
                  </a:lnTo>
                  <a:lnTo>
                    <a:pt x="5421" y="1549"/>
                  </a:lnTo>
                  <a:lnTo>
                    <a:pt x="5388" y="1516"/>
                  </a:lnTo>
                  <a:lnTo>
                    <a:pt x="5219" y="1415"/>
                  </a:lnTo>
                  <a:lnTo>
                    <a:pt x="5219" y="1347"/>
                  </a:lnTo>
                  <a:lnTo>
                    <a:pt x="5152" y="1314"/>
                  </a:lnTo>
                  <a:lnTo>
                    <a:pt x="4613" y="1213"/>
                  </a:lnTo>
                  <a:lnTo>
                    <a:pt x="4041" y="1179"/>
                  </a:lnTo>
                  <a:lnTo>
                    <a:pt x="3502" y="1145"/>
                  </a:lnTo>
                  <a:lnTo>
                    <a:pt x="2930" y="1179"/>
                  </a:lnTo>
                  <a:lnTo>
                    <a:pt x="2290" y="1179"/>
                  </a:lnTo>
                  <a:lnTo>
                    <a:pt x="1617" y="1145"/>
                  </a:lnTo>
                  <a:lnTo>
                    <a:pt x="977" y="1145"/>
                  </a:lnTo>
                  <a:lnTo>
                    <a:pt x="304" y="1213"/>
                  </a:lnTo>
                  <a:lnTo>
                    <a:pt x="438" y="977"/>
                  </a:lnTo>
                  <a:lnTo>
                    <a:pt x="573" y="741"/>
                  </a:lnTo>
                  <a:lnTo>
                    <a:pt x="741" y="539"/>
                  </a:lnTo>
                  <a:lnTo>
                    <a:pt x="943" y="337"/>
                  </a:lnTo>
                  <a:lnTo>
                    <a:pt x="1044" y="303"/>
                  </a:lnTo>
                  <a:close/>
                  <a:moveTo>
                    <a:pt x="3772" y="1347"/>
                  </a:moveTo>
                  <a:lnTo>
                    <a:pt x="4445" y="1415"/>
                  </a:lnTo>
                  <a:lnTo>
                    <a:pt x="5118" y="1516"/>
                  </a:lnTo>
                  <a:lnTo>
                    <a:pt x="5152" y="1516"/>
                  </a:lnTo>
                  <a:lnTo>
                    <a:pt x="5287" y="1617"/>
                  </a:lnTo>
                  <a:lnTo>
                    <a:pt x="5489" y="1785"/>
                  </a:lnTo>
                  <a:lnTo>
                    <a:pt x="5522" y="2122"/>
                  </a:lnTo>
                  <a:lnTo>
                    <a:pt x="5522" y="2458"/>
                  </a:lnTo>
                  <a:lnTo>
                    <a:pt x="5455" y="2795"/>
                  </a:lnTo>
                  <a:lnTo>
                    <a:pt x="5320" y="3132"/>
                  </a:lnTo>
                  <a:lnTo>
                    <a:pt x="5186" y="2896"/>
                  </a:lnTo>
                  <a:lnTo>
                    <a:pt x="4984" y="2660"/>
                  </a:lnTo>
                  <a:lnTo>
                    <a:pt x="4613" y="2256"/>
                  </a:lnTo>
                  <a:lnTo>
                    <a:pt x="4142" y="1718"/>
                  </a:lnTo>
                  <a:lnTo>
                    <a:pt x="3974" y="1516"/>
                  </a:lnTo>
                  <a:lnTo>
                    <a:pt x="3873" y="1415"/>
                  </a:lnTo>
                  <a:lnTo>
                    <a:pt x="3704" y="1347"/>
                  </a:lnTo>
                  <a:lnTo>
                    <a:pt x="3772" y="1347"/>
                  </a:lnTo>
                  <a:close/>
                  <a:moveTo>
                    <a:pt x="270" y="1280"/>
                  </a:moveTo>
                  <a:lnTo>
                    <a:pt x="539" y="1347"/>
                  </a:lnTo>
                  <a:lnTo>
                    <a:pt x="809" y="1381"/>
                  </a:lnTo>
                  <a:lnTo>
                    <a:pt x="1347" y="1415"/>
                  </a:lnTo>
                  <a:lnTo>
                    <a:pt x="1920" y="1415"/>
                  </a:lnTo>
                  <a:lnTo>
                    <a:pt x="2425" y="1381"/>
                  </a:lnTo>
                  <a:lnTo>
                    <a:pt x="3098" y="1347"/>
                  </a:lnTo>
                  <a:lnTo>
                    <a:pt x="3704" y="1347"/>
                  </a:lnTo>
                  <a:lnTo>
                    <a:pt x="3704" y="1381"/>
                  </a:lnTo>
                  <a:lnTo>
                    <a:pt x="3738" y="1482"/>
                  </a:lnTo>
                  <a:lnTo>
                    <a:pt x="3805" y="1617"/>
                  </a:lnTo>
                  <a:lnTo>
                    <a:pt x="3974" y="1886"/>
                  </a:lnTo>
                  <a:lnTo>
                    <a:pt x="4378" y="2290"/>
                  </a:lnTo>
                  <a:lnTo>
                    <a:pt x="4782" y="2829"/>
                  </a:lnTo>
                  <a:lnTo>
                    <a:pt x="5017" y="3098"/>
                  </a:lnTo>
                  <a:lnTo>
                    <a:pt x="5118" y="3199"/>
                  </a:lnTo>
                  <a:lnTo>
                    <a:pt x="5253" y="3266"/>
                  </a:lnTo>
                  <a:lnTo>
                    <a:pt x="5017" y="3704"/>
                  </a:lnTo>
                  <a:lnTo>
                    <a:pt x="4714" y="4108"/>
                  </a:lnTo>
                  <a:lnTo>
                    <a:pt x="4512" y="4344"/>
                  </a:lnTo>
                  <a:lnTo>
                    <a:pt x="4310" y="4512"/>
                  </a:lnTo>
                  <a:lnTo>
                    <a:pt x="4075" y="4647"/>
                  </a:lnTo>
                  <a:lnTo>
                    <a:pt x="3839" y="4748"/>
                  </a:lnTo>
                  <a:lnTo>
                    <a:pt x="3603" y="4815"/>
                  </a:lnTo>
                  <a:lnTo>
                    <a:pt x="3334" y="4849"/>
                  </a:lnTo>
                  <a:lnTo>
                    <a:pt x="3064" y="4849"/>
                  </a:lnTo>
                  <a:lnTo>
                    <a:pt x="2761" y="4815"/>
                  </a:lnTo>
                  <a:lnTo>
                    <a:pt x="2324" y="4714"/>
                  </a:lnTo>
                  <a:lnTo>
                    <a:pt x="1920" y="4613"/>
                  </a:lnTo>
                  <a:lnTo>
                    <a:pt x="1516" y="4445"/>
                  </a:lnTo>
                  <a:lnTo>
                    <a:pt x="1145" y="4243"/>
                  </a:lnTo>
                  <a:lnTo>
                    <a:pt x="910" y="4074"/>
                  </a:lnTo>
                  <a:lnTo>
                    <a:pt x="708" y="3872"/>
                  </a:lnTo>
                  <a:lnTo>
                    <a:pt x="539" y="3603"/>
                  </a:lnTo>
                  <a:lnTo>
                    <a:pt x="438" y="3334"/>
                  </a:lnTo>
                  <a:lnTo>
                    <a:pt x="337" y="3064"/>
                  </a:lnTo>
                  <a:lnTo>
                    <a:pt x="304" y="2761"/>
                  </a:lnTo>
                  <a:lnTo>
                    <a:pt x="203" y="2189"/>
                  </a:lnTo>
                  <a:lnTo>
                    <a:pt x="203" y="1953"/>
                  </a:lnTo>
                  <a:lnTo>
                    <a:pt x="203" y="1718"/>
                  </a:lnTo>
                  <a:lnTo>
                    <a:pt x="236" y="1482"/>
                  </a:lnTo>
                  <a:lnTo>
                    <a:pt x="270" y="1280"/>
                  </a:lnTo>
                  <a:close/>
                  <a:moveTo>
                    <a:pt x="1684" y="0"/>
                  </a:moveTo>
                  <a:lnTo>
                    <a:pt x="1347" y="34"/>
                  </a:lnTo>
                  <a:lnTo>
                    <a:pt x="1011" y="101"/>
                  </a:lnTo>
                  <a:lnTo>
                    <a:pt x="708" y="236"/>
                  </a:lnTo>
                  <a:lnTo>
                    <a:pt x="405" y="371"/>
                  </a:lnTo>
                  <a:lnTo>
                    <a:pt x="371" y="438"/>
                  </a:lnTo>
                  <a:lnTo>
                    <a:pt x="371" y="472"/>
                  </a:lnTo>
                  <a:lnTo>
                    <a:pt x="405" y="539"/>
                  </a:lnTo>
                  <a:lnTo>
                    <a:pt x="438" y="573"/>
                  </a:lnTo>
                  <a:lnTo>
                    <a:pt x="304" y="708"/>
                  </a:lnTo>
                  <a:lnTo>
                    <a:pt x="203" y="910"/>
                  </a:lnTo>
                  <a:lnTo>
                    <a:pt x="102" y="1112"/>
                  </a:lnTo>
                  <a:lnTo>
                    <a:pt x="34" y="1314"/>
                  </a:lnTo>
                  <a:lnTo>
                    <a:pt x="1" y="1549"/>
                  </a:lnTo>
                  <a:lnTo>
                    <a:pt x="1" y="1819"/>
                  </a:lnTo>
                  <a:lnTo>
                    <a:pt x="1" y="2324"/>
                  </a:lnTo>
                  <a:lnTo>
                    <a:pt x="68" y="2829"/>
                  </a:lnTo>
                  <a:lnTo>
                    <a:pt x="203" y="3300"/>
                  </a:lnTo>
                  <a:lnTo>
                    <a:pt x="371" y="3704"/>
                  </a:lnTo>
                  <a:lnTo>
                    <a:pt x="573" y="4041"/>
                  </a:lnTo>
                  <a:lnTo>
                    <a:pt x="741" y="4209"/>
                  </a:lnTo>
                  <a:lnTo>
                    <a:pt x="943" y="4377"/>
                  </a:lnTo>
                  <a:lnTo>
                    <a:pt x="1145" y="4512"/>
                  </a:lnTo>
                  <a:lnTo>
                    <a:pt x="1347" y="4613"/>
                  </a:lnTo>
                  <a:lnTo>
                    <a:pt x="1819" y="4781"/>
                  </a:lnTo>
                  <a:lnTo>
                    <a:pt x="2290" y="4916"/>
                  </a:lnTo>
                  <a:lnTo>
                    <a:pt x="2829" y="5017"/>
                  </a:lnTo>
                  <a:lnTo>
                    <a:pt x="3098" y="5051"/>
                  </a:lnTo>
                  <a:lnTo>
                    <a:pt x="3367" y="5051"/>
                  </a:lnTo>
                  <a:lnTo>
                    <a:pt x="3637" y="5017"/>
                  </a:lnTo>
                  <a:lnTo>
                    <a:pt x="3906" y="4950"/>
                  </a:lnTo>
                  <a:lnTo>
                    <a:pt x="4142" y="4849"/>
                  </a:lnTo>
                  <a:lnTo>
                    <a:pt x="4411" y="4680"/>
                  </a:lnTo>
                  <a:lnTo>
                    <a:pt x="4782" y="4310"/>
                  </a:lnTo>
                  <a:lnTo>
                    <a:pt x="5152" y="3872"/>
                  </a:lnTo>
                  <a:lnTo>
                    <a:pt x="5320" y="3637"/>
                  </a:lnTo>
                  <a:lnTo>
                    <a:pt x="5455" y="3401"/>
                  </a:lnTo>
                  <a:lnTo>
                    <a:pt x="5556" y="3132"/>
                  </a:lnTo>
                  <a:lnTo>
                    <a:pt x="5657" y="2896"/>
                  </a:lnTo>
                  <a:lnTo>
                    <a:pt x="5724" y="2627"/>
                  </a:lnTo>
                  <a:lnTo>
                    <a:pt x="5758" y="2357"/>
                  </a:lnTo>
                  <a:lnTo>
                    <a:pt x="5758" y="2088"/>
                  </a:lnTo>
                  <a:lnTo>
                    <a:pt x="5724" y="1819"/>
                  </a:lnTo>
                  <a:lnTo>
                    <a:pt x="5657" y="1583"/>
                  </a:lnTo>
                  <a:lnTo>
                    <a:pt x="5556" y="1347"/>
                  </a:lnTo>
                  <a:lnTo>
                    <a:pt x="5421" y="1112"/>
                  </a:lnTo>
                  <a:lnTo>
                    <a:pt x="5219" y="876"/>
                  </a:lnTo>
                  <a:lnTo>
                    <a:pt x="4984" y="674"/>
                  </a:lnTo>
                  <a:lnTo>
                    <a:pt x="4748" y="505"/>
                  </a:lnTo>
                  <a:lnTo>
                    <a:pt x="4479" y="371"/>
                  </a:lnTo>
                  <a:lnTo>
                    <a:pt x="4176" y="270"/>
                  </a:lnTo>
                  <a:lnTo>
                    <a:pt x="3906" y="202"/>
                  </a:lnTo>
                  <a:lnTo>
                    <a:pt x="3603" y="135"/>
                  </a:lnTo>
                  <a:lnTo>
                    <a:pt x="2997" y="68"/>
                  </a:lnTo>
                  <a:lnTo>
                    <a:pt x="2324" y="0"/>
                  </a:lnTo>
                  <a:lnTo>
                    <a:pt x="168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 name="Google Shape;23;p2"/>
            <p:cNvSpPr>
              <a:spLocks/>
            </p:cNvSpPr>
            <p:nvPr/>
          </p:nvSpPr>
          <p:spPr bwMode="auto">
            <a:xfrm>
              <a:off x="-7997" y="4735061"/>
              <a:ext cx="375184" cy="103391"/>
            </a:xfrm>
            <a:custGeom>
              <a:avLst/>
              <a:gdLst>
                <a:gd name="T0" fmla="*/ 372929 w 5657"/>
                <a:gd name="T1" fmla="*/ 0 h 1549"/>
                <a:gd name="T2" fmla="*/ 299245 w 5657"/>
                <a:gd name="T3" fmla="*/ 17955 h 1549"/>
                <a:gd name="T4" fmla="*/ 225495 w 5657"/>
                <a:gd name="T5" fmla="*/ 38179 h 1549"/>
                <a:gd name="T6" fmla="*/ 151811 w 5657"/>
                <a:gd name="T7" fmla="*/ 58404 h 1549"/>
                <a:gd name="T8" fmla="*/ 78127 w 5657"/>
                <a:gd name="T9" fmla="*/ 76425 h 1549"/>
                <a:gd name="T10" fmla="*/ 40191 w 5657"/>
                <a:gd name="T11" fmla="*/ 83167 h 1549"/>
                <a:gd name="T12" fmla="*/ 0 w 5657"/>
                <a:gd name="T13" fmla="*/ 89908 h 1549"/>
                <a:gd name="T14" fmla="*/ 0 w 5657"/>
                <a:gd name="T15" fmla="*/ 103391 h 1549"/>
                <a:gd name="T16" fmla="*/ 82637 w 5657"/>
                <a:gd name="T17" fmla="*/ 89908 h 1549"/>
                <a:gd name="T18" fmla="*/ 156321 w 5657"/>
                <a:gd name="T19" fmla="*/ 74156 h 1549"/>
                <a:gd name="T20" fmla="*/ 230005 w 5657"/>
                <a:gd name="T21" fmla="*/ 53932 h 1549"/>
                <a:gd name="T22" fmla="*/ 303689 w 5657"/>
                <a:gd name="T23" fmla="*/ 31438 h 1549"/>
                <a:gd name="T24" fmla="*/ 375118 w 5657"/>
                <a:gd name="T25" fmla="*/ 2269 h 1549"/>
                <a:gd name="T26" fmla="*/ 372929 w 5657"/>
                <a:gd name="T27" fmla="*/ 0 h 154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657" h="1549" extrusionOk="0">
                  <a:moveTo>
                    <a:pt x="5623" y="0"/>
                  </a:moveTo>
                  <a:lnTo>
                    <a:pt x="4512" y="269"/>
                  </a:lnTo>
                  <a:lnTo>
                    <a:pt x="3400" y="572"/>
                  </a:lnTo>
                  <a:lnTo>
                    <a:pt x="2289" y="875"/>
                  </a:lnTo>
                  <a:lnTo>
                    <a:pt x="1178" y="1145"/>
                  </a:lnTo>
                  <a:lnTo>
                    <a:pt x="606" y="1246"/>
                  </a:lnTo>
                  <a:lnTo>
                    <a:pt x="0" y="1347"/>
                  </a:lnTo>
                  <a:lnTo>
                    <a:pt x="0" y="1549"/>
                  </a:lnTo>
                  <a:lnTo>
                    <a:pt x="1246" y="1347"/>
                  </a:lnTo>
                  <a:lnTo>
                    <a:pt x="2357" y="1111"/>
                  </a:lnTo>
                  <a:lnTo>
                    <a:pt x="3468" y="808"/>
                  </a:lnTo>
                  <a:lnTo>
                    <a:pt x="4579" y="471"/>
                  </a:lnTo>
                  <a:lnTo>
                    <a:pt x="5656" y="34"/>
                  </a:lnTo>
                  <a:lnTo>
                    <a:pt x="562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 name="Google Shape;24;p2"/>
            <p:cNvSpPr>
              <a:spLocks/>
            </p:cNvSpPr>
            <p:nvPr/>
          </p:nvSpPr>
          <p:spPr bwMode="auto">
            <a:xfrm>
              <a:off x="-7997" y="3985879"/>
              <a:ext cx="216208" cy="73168"/>
            </a:xfrm>
            <a:custGeom>
              <a:avLst/>
              <a:gdLst>
                <a:gd name="T0" fmla="*/ 200585 w 3266"/>
                <a:gd name="T1" fmla="*/ 0 h 1112"/>
                <a:gd name="T2" fmla="*/ 184962 w 3266"/>
                <a:gd name="T3" fmla="*/ 2237 h 1112"/>
                <a:gd name="T4" fmla="*/ 131472 w 3266"/>
                <a:gd name="T5" fmla="*/ 15528 h 1112"/>
                <a:gd name="T6" fmla="*/ 77983 w 3266"/>
                <a:gd name="T7" fmla="*/ 31057 h 1112"/>
                <a:gd name="T8" fmla="*/ 42368 w 3266"/>
                <a:gd name="T9" fmla="*/ 39874 h 1112"/>
                <a:gd name="T10" fmla="*/ 0 w 3266"/>
                <a:gd name="T11" fmla="*/ 48757 h 1112"/>
                <a:gd name="T12" fmla="*/ 0 w 3266"/>
                <a:gd name="T13" fmla="*/ 73102 h 1112"/>
                <a:gd name="T14" fmla="*/ 51239 w 3266"/>
                <a:gd name="T15" fmla="*/ 57640 h 1112"/>
                <a:gd name="T16" fmla="*/ 129288 w 3266"/>
                <a:gd name="T17" fmla="*/ 35465 h 1112"/>
                <a:gd name="T18" fmla="*/ 171589 w 3266"/>
                <a:gd name="T19" fmla="*/ 26583 h 1112"/>
                <a:gd name="T20" fmla="*/ 193899 w 3266"/>
                <a:gd name="T21" fmla="*/ 19937 h 1112"/>
                <a:gd name="T22" fmla="*/ 200585 w 3266"/>
                <a:gd name="T23" fmla="*/ 15528 h 1112"/>
                <a:gd name="T24" fmla="*/ 207271 w 3266"/>
                <a:gd name="T25" fmla="*/ 8883 h 1112"/>
                <a:gd name="T26" fmla="*/ 207271 w 3266"/>
                <a:gd name="T27" fmla="*/ 8883 h 1112"/>
                <a:gd name="T28" fmla="*/ 205020 w 3266"/>
                <a:gd name="T29" fmla="*/ 13291 h 1112"/>
                <a:gd name="T30" fmla="*/ 207271 w 3266"/>
                <a:gd name="T31" fmla="*/ 15528 h 1112"/>
                <a:gd name="T32" fmla="*/ 213957 w 3266"/>
                <a:gd name="T33" fmla="*/ 15528 h 1112"/>
                <a:gd name="T34" fmla="*/ 216208 w 3266"/>
                <a:gd name="T35" fmla="*/ 11120 h 1112"/>
                <a:gd name="T36" fmla="*/ 216208 w 3266"/>
                <a:gd name="T37" fmla="*/ 8883 h 1112"/>
                <a:gd name="T38" fmla="*/ 216208 w 3266"/>
                <a:gd name="T39" fmla="*/ 4474 h 1112"/>
                <a:gd name="T40" fmla="*/ 209522 w 3266"/>
                <a:gd name="T41" fmla="*/ 0 h 1112"/>
                <a:gd name="T42" fmla="*/ 200585 w 3266"/>
                <a:gd name="T43" fmla="*/ 0 h 11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266" h="1112" extrusionOk="0">
                  <a:moveTo>
                    <a:pt x="3030" y="0"/>
                  </a:moveTo>
                  <a:lnTo>
                    <a:pt x="2794" y="34"/>
                  </a:lnTo>
                  <a:lnTo>
                    <a:pt x="1986" y="236"/>
                  </a:lnTo>
                  <a:lnTo>
                    <a:pt x="1178" y="472"/>
                  </a:lnTo>
                  <a:lnTo>
                    <a:pt x="640" y="606"/>
                  </a:lnTo>
                  <a:lnTo>
                    <a:pt x="0" y="741"/>
                  </a:lnTo>
                  <a:lnTo>
                    <a:pt x="0" y="1111"/>
                  </a:lnTo>
                  <a:lnTo>
                    <a:pt x="774" y="876"/>
                  </a:lnTo>
                  <a:lnTo>
                    <a:pt x="1953" y="539"/>
                  </a:lnTo>
                  <a:lnTo>
                    <a:pt x="2592" y="404"/>
                  </a:lnTo>
                  <a:lnTo>
                    <a:pt x="2929" y="303"/>
                  </a:lnTo>
                  <a:lnTo>
                    <a:pt x="3030" y="236"/>
                  </a:lnTo>
                  <a:lnTo>
                    <a:pt x="3131" y="135"/>
                  </a:lnTo>
                  <a:lnTo>
                    <a:pt x="3097" y="202"/>
                  </a:lnTo>
                  <a:lnTo>
                    <a:pt x="3131" y="236"/>
                  </a:lnTo>
                  <a:lnTo>
                    <a:pt x="3232" y="236"/>
                  </a:lnTo>
                  <a:lnTo>
                    <a:pt x="3266" y="169"/>
                  </a:lnTo>
                  <a:lnTo>
                    <a:pt x="3266" y="135"/>
                  </a:lnTo>
                  <a:lnTo>
                    <a:pt x="3266" y="68"/>
                  </a:lnTo>
                  <a:lnTo>
                    <a:pt x="3165" y="0"/>
                  </a:lnTo>
                  <a:lnTo>
                    <a:pt x="303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 name="Google Shape;25;p2"/>
            <p:cNvSpPr>
              <a:spLocks/>
            </p:cNvSpPr>
            <p:nvPr/>
          </p:nvSpPr>
          <p:spPr bwMode="auto">
            <a:xfrm>
              <a:off x="-7997" y="4424890"/>
              <a:ext cx="324312" cy="93846"/>
            </a:xfrm>
            <a:custGeom>
              <a:avLst/>
              <a:gdLst>
                <a:gd name="T0" fmla="*/ 322053 w 4882"/>
                <a:gd name="T1" fmla="*/ 0 h 1415"/>
                <a:gd name="T2" fmla="*/ 293023 w 4882"/>
                <a:gd name="T3" fmla="*/ 11142 h 1415"/>
                <a:gd name="T4" fmla="*/ 261668 w 4882"/>
                <a:gd name="T5" fmla="*/ 20096 h 1415"/>
                <a:gd name="T6" fmla="*/ 201283 w 4882"/>
                <a:gd name="T7" fmla="*/ 33493 h 1415"/>
                <a:gd name="T8" fmla="*/ 138640 w 4882"/>
                <a:gd name="T9" fmla="*/ 44701 h 1415"/>
                <a:gd name="T10" fmla="*/ 78255 w 4882"/>
                <a:gd name="T11" fmla="*/ 55843 h 1415"/>
                <a:gd name="T12" fmla="*/ 0 w 4882"/>
                <a:gd name="T13" fmla="*/ 75939 h 1415"/>
                <a:gd name="T14" fmla="*/ 0 w 4882"/>
                <a:gd name="T15" fmla="*/ 93780 h 1415"/>
                <a:gd name="T16" fmla="*/ 49225 w 4882"/>
                <a:gd name="T17" fmla="*/ 80383 h 1415"/>
                <a:gd name="T18" fmla="*/ 98383 w 4882"/>
                <a:gd name="T19" fmla="*/ 66985 h 1415"/>
                <a:gd name="T20" fmla="*/ 156576 w 4882"/>
                <a:gd name="T21" fmla="*/ 55843 h 1415"/>
                <a:gd name="T22" fmla="*/ 214702 w 4882"/>
                <a:gd name="T23" fmla="*/ 44701 h 1415"/>
                <a:gd name="T24" fmla="*/ 241540 w 4882"/>
                <a:gd name="T25" fmla="*/ 38003 h 1415"/>
                <a:gd name="T26" fmla="*/ 270636 w 4882"/>
                <a:gd name="T27" fmla="*/ 29049 h 1415"/>
                <a:gd name="T28" fmla="*/ 297474 w 4882"/>
                <a:gd name="T29" fmla="*/ 17841 h 1415"/>
                <a:gd name="T30" fmla="*/ 322053 w 4882"/>
                <a:gd name="T31" fmla="*/ 2255 h 1415"/>
                <a:gd name="T32" fmla="*/ 324312 w 4882"/>
                <a:gd name="T33" fmla="*/ 2255 h 1415"/>
                <a:gd name="T34" fmla="*/ 322053 w 4882"/>
                <a:gd name="T35" fmla="*/ 0 h 141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882" h="1415" extrusionOk="0">
                  <a:moveTo>
                    <a:pt x="4848" y="0"/>
                  </a:moveTo>
                  <a:lnTo>
                    <a:pt x="4411" y="168"/>
                  </a:lnTo>
                  <a:lnTo>
                    <a:pt x="3939" y="303"/>
                  </a:lnTo>
                  <a:lnTo>
                    <a:pt x="3030" y="505"/>
                  </a:lnTo>
                  <a:lnTo>
                    <a:pt x="2087" y="674"/>
                  </a:lnTo>
                  <a:lnTo>
                    <a:pt x="1178" y="842"/>
                  </a:lnTo>
                  <a:lnTo>
                    <a:pt x="0" y="1145"/>
                  </a:lnTo>
                  <a:lnTo>
                    <a:pt x="0" y="1414"/>
                  </a:lnTo>
                  <a:lnTo>
                    <a:pt x="741" y="1212"/>
                  </a:lnTo>
                  <a:lnTo>
                    <a:pt x="1481" y="1010"/>
                  </a:lnTo>
                  <a:lnTo>
                    <a:pt x="2357" y="842"/>
                  </a:lnTo>
                  <a:lnTo>
                    <a:pt x="3232" y="674"/>
                  </a:lnTo>
                  <a:lnTo>
                    <a:pt x="3636" y="573"/>
                  </a:lnTo>
                  <a:lnTo>
                    <a:pt x="4074" y="438"/>
                  </a:lnTo>
                  <a:lnTo>
                    <a:pt x="4478" y="269"/>
                  </a:lnTo>
                  <a:lnTo>
                    <a:pt x="4848" y="34"/>
                  </a:lnTo>
                  <a:lnTo>
                    <a:pt x="4882" y="34"/>
                  </a:lnTo>
                  <a:lnTo>
                    <a:pt x="4848"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 name="Google Shape;26;p2"/>
            <p:cNvSpPr>
              <a:spLocks/>
            </p:cNvSpPr>
            <p:nvPr/>
          </p:nvSpPr>
          <p:spPr bwMode="auto">
            <a:xfrm>
              <a:off x="-7997" y="4030417"/>
              <a:ext cx="216208" cy="66806"/>
            </a:xfrm>
            <a:custGeom>
              <a:avLst/>
              <a:gdLst>
                <a:gd name="T0" fmla="*/ 216208 w 3266"/>
                <a:gd name="T1" fmla="*/ 66 h 1011"/>
                <a:gd name="T2" fmla="*/ 193899 w 3266"/>
                <a:gd name="T3" fmla="*/ 8921 h 1011"/>
                <a:gd name="T4" fmla="*/ 171589 w 3266"/>
                <a:gd name="T5" fmla="*/ 17841 h 1011"/>
                <a:gd name="T6" fmla="*/ 149346 w 3266"/>
                <a:gd name="T7" fmla="*/ 22269 h 1011"/>
                <a:gd name="T8" fmla="*/ 127037 w 3266"/>
                <a:gd name="T9" fmla="*/ 28943 h 1011"/>
                <a:gd name="T10" fmla="*/ 80234 w 3266"/>
                <a:gd name="T11" fmla="*/ 35617 h 1011"/>
                <a:gd name="T12" fmla="*/ 33431 w 3266"/>
                <a:gd name="T13" fmla="*/ 42291 h 1011"/>
                <a:gd name="T14" fmla="*/ 0 w 3266"/>
                <a:gd name="T15" fmla="*/ 51211 h 1011"/>
                <a:gd name="T16" fmla="*/ 0 w 3266"/>
                <a:gd name="T17" fmla="*/ 66806 h 1011"/>
                <a:gd name="T18" fmla="*/ 24494 w 3266"/>
                <a:gd name="T19" fmla="*/ 60132 h 1011"/>
                <a:gd name="T20" fmla="*/ 51239 w 3266"/>
                <a:gd name="T21" fmla="*/ 53458 h 1011"/>
                <a:gd name="T22" fmla="*/ 95857 w 3266"/>
                <a:gd name="T23" fmla="*/ 44537 h 1011"/>
                <a:gd name="T24" fmla="*/ 138159 w 3266"/>
                <a:gd name="T25" fmla="*/ 35617 h 1011"/>
                <a:gd name="T26" fmla="*/ 158217 w 3266"/>
                <a:gd name="T27" fmla="*/ 28943 h 1011"/>
                <a:gd name="T28" fmla="*/ 178276 w 3266"/>
                <a:gd name="T29" fmla="*/ 22269 h 1011"/>
                <a:gd name="T30" fmla="*/ 196150 w 3266"/>
                <a:gd name="T31" fmla="*/ 13414 h 1011"/>
                <a:gd name="T32" fmla="*/ 216208 w 3266"/>
                <a:gd name="T33" fmla="*/ 66 h 10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66" h="1011" extrusionOk="0">
                  <a:moveTo>
                    <a:pt x="3266" y="1"/>
                  </a:moveTo>
                  <a:lnTo>
                    <a:pt x="2929" y="135"/>
                  </a:lnTo>
                  <a:lnTo>
                    <a:pt x="2592" y="270"/>
                  </a:lnTo>
                  <a:lnTo>
                    <a:pt x="2256" y="337"/>
                  </a:lnTo>
                  <a:lnTo>
                    <a:pt x="1919" y="438"/>
                  </a:lnTo>
                  <a:lnTo>
                    <a:pt x="1212" y="539"/>
                  </a:lnTo>
                  <a:lnTo>
                    <a:pt x="505" y="640"/>
                  </a:lnTo>
                  <a:lnTo>
                    <a:pt x="0" y="775"/>
                  </a:lnTo>
                  <a:lnTo>
                    <a:pt x="0" y="1011"/>
                  </a:lnTo>
                  <a:lnTo>
                    <a:pt x="370" y="910"/>
                  </a:lnTo>
                  <a:lnTo>
                    <a:pt x="774" y="809"/>
                  </a:lnTo>
                  <a:lnTo>
                    <a:pt x="1448" y="674"/>
                  </a:lnTo>
                  <a:lnTo>
                    <a:pt x="2087" y="539"/>
                  </a:lnTo>
                  <a:lnTo>
                    <a:pt x="2390" y="438"/>
                  </a:lnTo>
                  <a:lnTo>
                    <a:pt x="2693" y="337"/>
                  </a:lnTo>
                  <a:lnTo>
                    <a:pt x="2963" y="203"/>
                  </a:lnTo>
                  <a:lnTo>
                    <a:pt x="326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0" name="Google Shape;27;p2"/>
            <p:cNvSpPr>
              <a:spLocks/>
            </p:cNvSpPr>
            <p:nvPr/>
          </p:nvSpPr>
          <p:spPr bwMode="auto">
            <a:xfrm>
              <a:off x="-7997" y="4127444"/>
              <a:ext cx="240054" cy="73168"/>
            </a:xfrm>
            <a:custGeom>
              <a:avLst/>
              <a:gdLst>
                <a:gd name="T0" fmla="*/ 237789 w 3603"/>
                <a:gd name="T1" fmla="*/ 0 h 1112"/>
                <a:gd name="T2" fmla="*/ 134585 w 3603"/>
                <a:gd name="T3" fmla="*/ 33228 h 1112"/>
                <a:gd name="T4" fmla="*/ 83016 w 3603"/>
                <a:gd name="T5" fmla="*/ 46520 h 1112"/>
                <a:gd name="T6" fmla="*/ 29182 w 3603"/>
                <a:gd name="T7" fmla="*/ 59811 h 1112"/>
                <a:gd name="T8" fmla="*/ 0 w 3603"/>
                <a:gd name="T9" fmla="*/ 62048 h 1112"/>
                <a:gd name="T10" fmla="*/ 0 w 3603"/>
                <a:gd name="T11" fmla="*/ 73102 h 1112"/>
                <a:gd name="T12" fmla="*/ 49370 w 3603"/>
                <a:gd name="T13" fmla="*/ 66457 h 1112"/>
                <a:gd name="T14" fmla="*/ 98673 w 3603"/>
                <a:gd name="T15" fmla="*/ 55402 h 1112"/>
                <a:gd name="T16" fmla="*/ 145778 w 3603"/>
                <a:gd name="T17" fmla="*/ 39874 h 1112"/>
                <a:gd name="T18" fmla="*/ 192883 w 3603"/>
                <a:gd name="T19" fmla="*/ 22174 h 1112"/>
                <a:gd name="T20" fmla="*/ 239987 w 3603"/>
                <a:gd name="T21" fmla="*/ 2237 h 1112"/>
                <a:gd name="T22" fmla="*/ 239987 w 3603"/>
                <a:gd name="T23" fmla="*/ 0 h 1112"/>
                <a:gd name="T24" fmla="*/ 237789 w 3603"/>
                <a:gd name="T25" fmla="*/ 0 h 11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03" h="1112" extrusionOk="0">
                  <a:moveTo>
                    <a:pt x="3569" y="0"/>
                  </a:moveTo>
                  <a:lnTo>
                    <a:pt x="2020" y="505"/>
                  </a:lnTo>
                  <a:lnTo>
                    <a:pt x="1246" y="707"/>
                  </a:lnTo>
                  <a:lnTo>
                    <a:pt x="438" y="909"/>
                  </a:lnTo>
                  <a:lnTo>
                    <a:pt x="0" y="943"/>
                  </a:lnTo>
                  <a:lnTo>
                    <a:pt x="0" y="1111"/>
                  </a:lnTo>
                  <a:lnTo>
                    <a:pt x="741" y="1010"/>
                  </a:lnTo>
                  <a:lnTo>
                    <a:pt x="1481" y="842"/>
                  </a:lnTo>
                  <a:lnTo>
                    <a:pt x="2188" y="606"/>
                  </a:lnTo>
                  <a:lnTo>
                    <a:pt x="2895" y="337"/>
                  </a:lnTo>
                  <a:lnTo>
                    <a:pt x="3602" y="34"/>
                  </a:lnTo>
                  <a:lnTo>
                    <a:pt x="3602" y="0"/>
                  </a:lnTo>
                  <a:lnTo>
                    <a:pt x="35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1" name="Google Shape;28;p2"/>
            <p:cNvSpPr>
              <a:spLocks/>
            </p:cNvSpPr>
            <p:nvPr/>
          </p:nvSpPr>
          <p:spPr bwMode="auto">
            <a:xfrm>
              <a:off x="-7997" y="4310366"/>
              <a:ext cx="143079" cy="54081"/>
            </a:xfrm>
            <a:custGeom>
              <a:avLst/>
              <a:gdLst>
                <a:gd name="T0" fmla="*/ 140822 w 2155"/>
                <a:gd name="T1" fmla="*/ 0 h 809"/>
                <a:gd name="T2" fmla="*/ 105035 w 2155"/>
                <a:gd name="T3" fmla="*/ 15776 h 809"/>
                <a:gd name="T4" fmla="*/ 71506 w 2155"/>
                <a:gd name="T5" fmla="*/ 24734 h 809"/>
                <a:gd name="T6" fmla="*/ 35786 w 2155"/>
                <a:gd name="T7" fmla="*/ 33759 h 809"/>
                <a:gd name="T8" fmla="*/ 0 w 2155"/>
                <a:gd name="T9" fmla="*/ 42783 h 809"/>
                <a:gd name="T10" fmla="*/ 0 w 2155"/>
                <a:gd name="T11" fmla="*/ 54014 h 809"/>
                <a:gd name="T12" fmla="*/ 37977 w 2155"/>
                <a:gd name="T13" fmla="*/ 47262 h 809"/>
                <a:gd name="T14" fmla="*/ 73764 w 2155"/>
                <a:gd name="T15" fmla="*/ 36032 h 809"/>
                <a:gd name="T16" fmla="*/ 91624 w 2155"/>
                <a:gd name="T17" fmla="*/ 31486 h 809"/>
                <a:gd name="T18" fmla="*/ 109550 w 2155"/>
                <a:gd name="T19" fmla="*/ 22528 h 809"/>
                <a:gd name="T20" fmla="*/ 125153 w 2155"/>
                <a:gd name="T21" fmla="*/ 13504 h 809"/>
                <a:gd name="T22" fmla="*/ 143079 w 2155"/>
                <a:gd name="T23" fmla="*/ 4479 h 809"/>
                <a:gd name="T24" fmla="*/ 143079 w 2155"/>
                <a:gd name="T25" fmla="*/ 2273 h 809"/>
                <a:gd name="T26" fmla="*/ 140822 w 2155"/>
                <a:gd name="T27" fmla="*/ 0 h 8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55" h="809" extrusionOk="0">
                  <a:moveTo>
                    <a:pt x="2121" y="0"/>
                  </a:moveTo>
                  <a:lnTo>
                    <a:pt x="1582" y="236"/>
                  </a:lnTo>
                  <a:lnTo>
                    <a:pt x="1077" y="370"/>
                  </a:lnTo>
                  <a:lnTo>
                    <a:pt x="539" y="505"/>
                  </a:lnTo>
                  <a:lnTo>
                    <a:pt x="0" y="640"/>
                  </a:lnTo>
                  <a:lnTo>
                    <a:pt x="0" y="808"/>
                  </a:lnTo>
                  <a:lnTo>
                    <a:pt x="572" y="707"/>
                  </a:lnTo>
                  <a:lnTo>
                    <a:pt x="1111" y="539"/>
                  </a:lnTo>
                  <a:lnTo>
                    <a:pt x="1380" y="471"/>
                  </a:lnTo>
                  <a:lnTo>
                    <a:pt x="1650" y="337"/>
                  </a:lnTo>
                  <a:lnTo>
                    <a:pt x="1885" y="202"/>
                  </a:lnTo>
                  <a:lnTo>
                    <a:pt x="2155" y="67"/>
                  </a:lnTo>
                  <a:lnTo>
                    <a:pt x="2155" y="34"/>
                  </a:lnTo>
                  <a:lnTo>
                    <a:pt x="21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2" name="Google Shape;29;p2"/>
            <p:cNvSpPr>
              <a:spLocks/>
            </p:cNvSpPr>
            <p:nvPr/>
          </p:nvSpPr>
          <p:spPr bwMode="auto">
            <a:xfrm>
              <a:off x="-7997" y="4074954"/>
              <a:ext cx="248003" cy="92256"/>
            </a:xfrm>
            <a:custGeom>
              <a:avLst/>
              <a:gdLst>
                <a:gd name="T0" fmla="*/ 243491 w 3738"/>
                <a:gd name="T1" fmla="*/ 67 h 1382"/>
                <a:gd name="T2" fmla="*/ 0 w 3738"/>
                <a:gd name="T3" fmla="*/ 71962 h 1382"/>
                <a:gd name="T4" fmla="*/ 0 w 3738"/>
                <a:gd name="T5" fmla="*/ 92189 h 1382"/>
                <a:gd name="T6" fmla="*/ 64754 w 3738"/>
                <a:gd name="T7" fmla="*/ 76502 h 1382"/>
                <a:gd name="T8" fmla="*/ 127319 w 3738"/>
                <a:gd name="T9" fmla="*/ 56275 h 1382"/>
                <a:gd name="T10" fmla="*/ 187628 w 3738"/>
                <a:gd name="T11" fmla="*/ 33778 h 1382"/>
                <a:gd name="T12" fmla="*/ 216687 w 3738"/>
                <a:gd name="T13" fmla="*/ 20294 h 1382"/>
                <a:gd name="T14" fmla="*/ 245681 w 3738"/>
                <a:gd name="T15" fmla="*/ 6809 h 1382"/>
                <a:gd name="T16" fmla="*/ 247937 w 3738"/>
                <a:gd name="T17" fmla="*/ 4539 h 1382"/>
                <a:gd name="T18" fmla="*/ 247937 w 3738"/>
                <a:gd name="T19" fmla="*/ 2336 h 1382"/>
                <a:gd name="T20" fmla="*/ 245681 w 3738"/>
                <a:gd name="T21" fmla="*/ 67 h 1382"/>
                <a:gd name="T22" fmla="*/ 243491 w 3738"/>
                <a:gd name="T23" fmla="*/ 67 h 13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738" h="1382" extrusionOk="0">
                  <a:moveTo>
                    <a:pt x="3670" y="1"/>
                  </a:moveTo>
                  <a:lnTo>
                    <a:pt x="0" y="1078"/>
                  </a:lnTo>
                  <a:lnTo>
                    <a:pt x="0" y="1381"/>
                  </a:lnTo>
                  <a:lnTo>
                    <a:pt x="976" y="1146"/>
                  </a:lnTo>
                  <a:lnTo>
                    <a:pt x="1919" y="843"/>
                  </a:lnTo>
                  <a:lnTo>
                    <a:pt x="2828" y="506"/>
                  </a:lnTo>
                  <a:lnTo>
                    <a:pt x="3266" y="304"/>
                  </a:lnTo>
                  <a:lnTo>
                    <a:pt x="3703" y="102"/>
                  </a:lnTo>
                  <a:lnTo>
                    <a:pt x="3737" y="68"/>
                  </a:lnTo>
                  <a:lnTo>
                    <a:pt x="3737" y="35"/>
                  </a:lnTo>
                  <a:lnTo>
                    <a:pt x="3703" y="1"/>
                  </a:lnTo>
                  <a:lnTo>
                    <a:pt x="367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3" name="Google Shape;30;p2"/>
            <p:cNvSpPr>
              <a:spLocks/>
            </p:cNvSpPr>
            <p:nvPr/>
          </p:nvSpPr>
          <p:spPr bwMode="auto">
            <a:xfrm>
              <a:off x="381495" y="3464156"/>
              <a:ext cx="715392" cy="202008"/>
            </a:xfrm>
            <a:custGeom>
              <a:avLst/>
              <a:gdLst>
                <a:gd name="T0" fmla="*/ 708620 w 10775"/>
                <a:gd name="T1" fmla="*/ 67 h 3031"/>
                <a:gd name="T2" fmla="*/ 353214 w 10775"/>
                <a:gd name="T3" fmla="*/ 96505 h 3031"/>
                <a:gd name="T4" fmla="*/ 167644 w 10775"/>
                <a:gd name="T5" fmla="*/ 148157 h 3031"/>
                <a:gd name="T6" fmla="*/ 82727 w 10775"/>
                <a:gd name="T7" fmla="*/ 170550 h 3031"/>
                <a:gd name="T8" fmla="*/ 40235 w 10775"/>
                <a:gd name="T9" fmla="*/ 184013 h 3031"/>
                <a:gd name="T10" fmla="*/ 20117 w 10775"/>
                <a:gd name="T11" fmla="*/ 190745 h 3031"/>
                <a:gd name="T12" fmla="*/ 0 w 10775"/>
                <a:gd name="T13" fmla="*/ 199742 h 3031"/>
                <a:gd name="T14" fmla="*/ 0 w 10775"/>
                <a:gd name="T15" fmla="*/ 202008 h 3031"/>
                <a:gd name="T16" fmla="*/ 38044 w 10775"/>
                <a:gd name="T17" fmla="*/ 195277 h 3031"/>
                <a:gd name="T18" fmla="*/ 78278 w 10775"/>
                <a:gd name="T19" fmla="*/ 186279 h 3031"/>
                <a:gd name="T20" fmla="*/ 154233 w 10775"/>
                <a:gd name="T21" fmla="*/ 163819 h 3031"/>
                <a:gd name="T22" fmla="*/ 339803 w 10775"/>
                <a:gd name="T23" fmla="*/ 112234 h 3031"/>
                <a:gd name="T24" fmla="*/ 713068 w 10775"/>
                <a:gd name="T25" fmla="*/ 11263 h 3031"/>
                <a:gd name="T26" fmla="*/ 715326 w 10775"/>
                <a:gd name="T27" fmla="*/ 6798 h 3031"/>
                <a:gd name="T28" fmla="*/ 715326 w 10775"/>
                <a:gd name="T29" fmla="*/ 4532 h 3031"/>
                <a:gd name="T30" fmla="*/ 713068 w 10775"/>
                <a:gd name="T31" fmla="*/ 67 h 3031"/>
                <a:gd name="T32" fmla="*/ 708620 w 10775"/>
                <a:gd name="T33" fmla="*/ 67 h 30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75" h="3031" extrusionOk="0">
                  <a:moveTo>
                    <a:pt x="10673" y="1"/>
                  </a:moveTo>
                  <a:lnTo>
                    <a:pt x="5320" y="1448"/>
                  </a:lnTo>
                  <a:lnTo>
                    <a:pt x="2525" y="2223"/>
                  </a:lnTo>
                  <a:lnTo>
                    <a:pt x="1246" y="2559"/>
                  </a:lnTo>
                  <a:lnTo>
                    <a:pt x="606" y="2761"/>
                  </a:lnTo>
                  <a:lnTo>
                    <a:pt x="303" y="2862"/>
                  </a:lnTo>
                  <a:lnTo>
                    <a:pt x="0" y="2997"/>
                  </a:lnTo>
                  <a:lnTo>
                    <a:pt x="0" y="3031"/>
                  </a:lnTo>
                  <a:lnTo>
                    <a:pt x="573" y="2930"/>
                  </a:lnTo>
                  <a:lnTo>
                    <a:pt x="1179" y="2795"/>
                  </a:lnTo>
                  <a:lnTo>
                    <a:pt x="2323" y="2458"/>
                  </a:lnTo>
                  <a:lnTo>
                    <a:pt x="5118" y="1684"/>
                  </a:lnTo>
                  <a:lnTo>
                    <a:pt x="10740" y="169"/>
                  </a:lnTo>
                  <a:lnTo>
                    <a:pt x="10774" y="102"/>
                  </a:lnTo>
                  <a:lnTo>
                    <a:pt x="10774" y="68"/>
                  </a:lnTo>
                  <a:lnTo>
                    <a:pt x="10740" y="1"/>
                  </a:lnTo>
                  <a:lnTo>
                    <a:pt x="10673"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4" name="Google Shape;31;p2"/>
            <p:cNvSpPr>
              <a:spLocks/>
            </p:cNvSpPr>
            <p:nvPr/>
          </p:nvSpPr>
          <p:spPr bwMode="auto">
            <a:xfrm>
              <a:off x="1068271" y="4327862"/>
              <a:ext cx="50872" cy="27041"/>
            </a:xfrm>
            <a:custGeom>
              <a:avLst/>
              <a:gdLst>
                <a:gd name="T0" fmla="*/ 8862 w 775"/>
                <a:gd name="T1" fmla="*/ 0 h 405"/>
                <a:gd name="T2" fmla="*/ 2232 w 775"/>
                <a:gd name="T3" fmla="*/ 2270 h 405"/>
                <a:gd name="T4" fmla="*/ 0 w 775"/>
                <a:gd name="T5" fmla="*/ 9014 h 405"/>
                <a:gd name="T6" fmla="*/ 0 w 775"/>
                <a:gd name="T7" fmla="*/ 13487 h 405"/>
                <a:gd name="T8" fmla="*/ 2232 w 775"/>
                <a:gd name="T9" fmla="*/ 15757 h 405"/>
                <a:gd name="T10" fmla="*/ 4464 w 775"/>
                <a:gd name="T11" fmla="*/ 18027 h 405"/>
                <a:gd name="T12" fmla="*/ 19889 w 775"/>
                <a:gd name="T13" fmla="*/ 18027 h 405"/>
                <a:gd name="T14" fmla="*/ 26519 w 775"/>
                <a:gd name="T15" fmla="*/ 22501 h 405"/>
                <a:gd name="T16" fmla="*/ 33149 w 775"/>
                <a:gd name="T17" fmla="*/ 26974 h 405"/>
                <a:gd name="T18" fmla="*/ 39779 w 775"/>
                <a:gd name="T19" fmla="*/ 26974 h 405"/>
                <a:gd name="T20" fmla="*/ 48640 w 775"/>
                <a:gd name="T21" fmla="*/ 22501 h 405"/>
                <a:gd name="T22" fmla="*/ 48640 w 775"/>
                <a:gd name="T23" fmla="*/ 20231 h 405"/>
                <a:gd name="T24" fmla="*/ 50872 w 775"/>
                <a:gd name="T25" fmla="*/ 18027 h 405"/>
                <a:gd name="T26" fmla="*/ 48640 w 775"/>
                <a:gd name="T27" fmla="*/ 11284 h 405"/>
                <a:gd name="T28" fmla="*/ 44242 w 775"/>
                <a:gd name="T29" fmla="*/ 6744 h 405"/>
                <a:gd name="T30" fmla="*/ 39779 w 775"/>
                <a:gd name="T31" fmla="*/ 6744 h 405"/>
                <a:gd name="T32" fmla="*/ 37612 w 775"/>
                <a:gd name="T33" fmla="*/ 9014 h 405"/>
                <a:gd name="T34" fmla="*/ 33149 w 775"/>
                <a:gd name="T35" fmla="*/ 4540 h 405"/>
                <a:gd name="T36" fmla="*/ 26519 w 775"/>
                <a:gd name="T37" fmla="*/ 0 h 405"/>
                <a:gd name="T38" fmla="*/ 8862 w 775"/>
                <a:gd name="T39" fmla="*/ 0 h 4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75" h="405" extrusionOk="0">
                  <a:moveTo>
                    <a:pt x="135" y="0"/>
                  </a:moveTo>
                  <a:lnTo>
                    <a:pt x="34" y="34"/>
                  </a:lnTo>
                  <a:lnTo>
                    <a:pt x="0" y="135"/>
                  </a:lnTo>
                  <a:lnTo>
                    <a:pt x="0" y="202"/>
                  </a:lnTo>
                  <a:lnTo>
                    <a:pt x="34" y="236"/>
                  </a:lnTo>
                  <a:lnTo>
                    <a:pt x="68" y="270"/>
                  </a:lnTo>
                  <a:lnTo>
                    <a:pt x="303" y="270"/>
                  </a:lnTo>
                  <a:lnTo>
                    <a:pt x="404" y="337"/>
                  </a:lnTo>
                  <a:lnTo>
                    <a:pt x="505" y="404"/>
                  </a:lnTo>
                  <a:lnTo>
                    <a:pt x="606" y="404"/>
                  </a:lnTo>
                  <a:lnTo>
                    <a:pt x="741" y="337"/>
                  </a:lnTo>
                  <a:lnTo>
                    <a:pt x="741" y="303"/>
                  </a:lnTo>
                  <a:lnTo>
                    <a:pt x="775" y="270"/>
                  </a:lnTo>
                  <a:lnTo>
                    <a:pt x="741" y="169"/>
                  </a:lnTo>
                  <a:lnTo>
                    <a:pt x="674" y="101"/>
                  </a:lnTo>
                  <a:lnTo>
                    <a:pt x="606" y="101"/>
                  </a:lnTo>
                  <a:lnTo>
                    <a:pt x="573" y="135"/>
                  </a:lnTo>
                  <a:lnTo>
                    <a:pt x="505" y="68"/>
                  </a:lnTo>
                  <a:lnTo>
                    <a:pt x="404" y="0"/>
                  </a:lnTo>
                  <a:lnTo>
                    <a:pt x="13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5" name="Google Shape;32;p2"/>
            <p:cNvSpPr>
              <a:spLocks/>
            </p:cNvSpPr>
            <p:nvPr/>
          </p:nvSpPr>
          <p:spPr bwMode="auto">
            <a:xfrm>
              <a:off x="2042794" y="4482153"/>
              <a:ext cx="65180" cy="25450"/>
            </a:xfrm>
            <a:custGeom>
              <a:avLst/>
              <a:gdLst>
                <a:gd name="T0" fmla="*/ 15745 w 977"/>
                <a:gd name="T1" fmla="*/ 69 h 371"/>
                <a:gd name="T2" fmla="*/ 9006 w 977"/>
                <a:gd name="T3" fmla="*/ 2332 h 371"/>
                <a:gd name="T4" fmla="*/ 2268 w 977"/>
                <a:gd name="T5" fmla="*/ 6997 h 371"/>
                <a:gd name="T6" fmla="*/ 67 w 977"/>
                <a:gd name="T7" fmla="*/ 6997 h 371"/>
                <a:gd name="T8" fmla="*/ 67 w 977"/>
                <a:gd name="T9" fmla="*/ 9261 h 371"/>
                <a:gd name="T10" fmla="*/ 67 w 977"/>
                <a:gd name="T11" fmla="*/ 11593 h 371"/>
                <a:gd name="T12" fmla="*/ 2268 w 977"/>
                <a:gd name="T13" fmla="*/ 13925 h 371"/>
                <a:gd name="T14" fmla="*/ 13543 w 977"/>
                <a:gd name="T15" fmla="*/ 16189 h 371"/>
                <a:gd name="T16" fmla="*/ 24751 w 977"/>
                <a:gd name="T17" fmla="*/ 18522 h 371"/>
                <a:gd name="T18" fmla="*/ 40496 w 977"/>
                <a:gd name="T19" fmla="*/ 20854 h 371"/>
                <a:gd name="T20" fmla="*/ 53972 w 977"/>
                <a:gd name="T21" fmla="*/ 25450 h 371"/>
                <a:gd name="T22" fmla="*/ 60710 w 977"/>
                <a:gd name="T23" fmla="*/ 25450 h 371"/>
                <a:gd name="T24" fmla="*/ 65180 w 977"/>
                <a:gd name="T25" fmla="*/ 20854 h 371"/>
                <a:gd name="T26" fmla="*/ 65180 w 977"/>
                <a:gd name="T27" fmla="*/ 13925 h 371"/>
                <a:gd name="T28" fmla="*/ 60710 w 977"/>
                <a:gd name="T29" fmla="*/ 9261 h 371"/>
                <a:gd name="T30" fmla="*/ 47234 w 977"/>
                <a:gd name="T31" fmla="*/ 2332 h 371"/>
                <a:gd name="T32" fmla="*/ 31489 w 977"/>
                <a:gd name="T33" fmla="*/ 69 h 371"/>
                <a:gd name="T34" fmla="*/ 15745 w 977"/>
                <a:gd name="T35" fmla="*/ 69 h 37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977" h="371" extrusionOk="0">
                  <a:moveTo>
                    <a:pt x="236" y="1"/>
                  </a:moveTo>
                  <a:lnTo>
                    <a:pt x="135" y="34"/>
                  </a:lnTo>
                  <a:lnTo>
                    <a:pt x="34" y="102"/>
                  </a:lnTo>
                  <a:lnTo>
                    <a:pt x="1" y="102"/>
                  </a:lnTo>
                  <a:lnTo>
                    <a:pt x="1" y="135"/>
                  </a:lnTo>
                  <a:lnTo>
                    <a:pt x="1" y="169"/>
                  </a:lnTo>
                  <a:lnTo>
                    <a:pt x="34" y="203"/>
                  </a:lnTo>
                  <a:lnTo>
                    <a:pt x="203" y="236"/>
                  </a:lnTo>
                  <a:lnTo>
                    <a:pt x="371" y="270"/>
                  </a:lnTo>
                  <a:lnTo>
                    <a:pt x="607" y="304"/>
                  </a:lnTo>
                  <a:lnTo>
                    <a:pt x="809" y="371"/>
                  </a:lnTo>
                  <a:lnTo>
                    <a:pt x="910" y="371"/>
                  </a:lnTo>
                  <a:lnTo>
                    <a:pt x="977" y="304"/>
                  </a:lnTo>
                  <a:lnTo>
                    <a:pt x="977" y="203"/>
                  </a:lnTo>
                  <a:lnTo>
                    <a:pt x="910" y="135"/>
                  </a:lnTo>
                  <a:lnTo>
                    <a:pt x="708" y="34"/>
                  </a:lnTo>
                  <a:lnTo>
                    <a:pt x="472" y="1"/>
                  </a:lnTo>
                  <a:lnTo>
                    <a:pt x="23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6" name="Google Shape;33;p2"/>
            <p:cNvSpPr>
              <a:spLocks/>
            </p:cNvSpPr>
            <p:nvPr/>
          </p:nvSpPr>
          <p:spPr bwMode="auto">
            <a:xfrm>
              <a:off x="-7997" y="3247832"/>
              <a:ext cx="2193869" cy="2010543"/>
            </a:xfrm>
            <a:custGeom>
              <a:avLst/>
              <a:gdLst>
                <a:gd name="T0" fmla="*/ 1455849 w 33029"/>
                <a:gd name="T1" fmla="*/ 1142799 h 30269"/>
                <a:gd name="T2" fmla="*/ 1189694 w 33029"/>
                <a:gd name="T3" fmla="*/ 1183051 h 30269"/>
                <a:gd name="T4" fmla="*/ 1628016 w 33029"/>
                <a:gd name="T5" fmla="*/ 1221111 h 30269"/>
                <a:gd name="T6" fmla="*/ 961599 w 33029"/>
                <a:gd name="T7" fmla="*/ 1238979 h 30269"/>
                <a:gd name="T8" fmla="*/ 1491650 w 33029"/>
                <a:gd name="T9" fmla="*/ 1203177 h 30269"/>
                <a:gd name="T10" fmla="*/ 1187502 w 33029"/>
                <a:gd name="T11" fmla="*/ 1353027 h 30269"/>
                <a:gd name="T12" fmla="*/ 2128974 w 33029"/>
                <a:gd name="T13" fmla="*/ 1368702 h 30269"/>
                <a:gd name="T14" fmla="*/ 2086464 w 33029"/>
                <a:gd name="T15" fmla="*/ 1319483 h 30269"/>
                <a:gd name="T16" fmla="*/ 1350702 w 33029"/>
                <a:gd name="T17" fmla="*/ 816333 h 30269"/>
                <a:gd name="T18" fmla="*/ 1053328 w 33029"/>
                <a:gd name="T19" fmla="*/ 1077971 h 30269"/>
                <a:gd name="T20" fmla="*/ 1435722 w 33029"/>
                <a:gd name="T21" fmla="*/ 1093580 h 30269"/>
                <a:gd name="T22" fmla="*/ 2046212 w 33029"/>
                <a:gd name="T23" fmla="*/ 1185310 h 30269"/>
                <a:gd name="T24" fmla="*/ 2082013 w 33029"/>
                <a:gd name="T25" fmla="*/ 1276973 h 30269"/>
                <a:gd name="T26" fmla="*/ 1806958 w 33029"/>
                <a:gd name="T27" fmla="*/ 1493909 h 30269"/>
                <a:gd name="T28" fmla="*/ 1650400 w 33029"/>
                <a:gd name="T29" fmla="*/ 1225562 h 30269"/>
                <a:gd name="T30" fmla="*/ 1525194 w 33029"/>
                <a:gd name="T31" fmla="*/ 1245688 h 30269"/>
                <a:gd name="T32" fmla="*/ 1350702 w 33029"/>
                <a:gd name="T33" fmla="*/ 1089130 h 30269"/>
                <a:gd name="T34" fmla="*/ 1138283 w 33029"/>
                <a:gd name="T35" fmla="*/ 1247946 h 30269"/>
                <a:gd name="T36" fmla="*/ 1413338 w 33029"/>
                <a:gd name="T37" fmla="*/ 1384312 h 30269"/>
                <a:gd name="T38" fmla="*/ 1120415 w 33029"/>
                <a:gd name="T39" fmla="*/ 1297099 h 30269"/>
                <a:gd name="T40" fmla="*/ 1053328 w 33029"/>
                <a:gd name="T41" fmla="*/ 1120415 h 30269"/>
                <a:gd name="T42" fmla="*/ 939281 w 33029"/>
                <a:gd name="T43" fmla="*/ 1236721 h 30269"/>
                <a:gd name="T44" fmla="*/ 1180793 w 33029"/>
                <a:gd name="T45" fmla="*/ 1402246 h 30269"/>
                <a:gd name="T46" fmla="*/ 1531902 w 33029"/>
                <a:gd name="T47" fmla="*/ 1408954 h 30269"/>
                <a:gd name="T48" fmla="*/ 717828 w 33029"/>
                <a:gd name="T49" fmla="*/ 1746646 h 30269"/>
                <a:gd name="T50" fmla="*/ 619456 w 33029"/>
                <a:gd name="T51" fmla="*/ 954956 h 30269"/>
                <a:gd name="T52" fmla="*/ 599330 w 33029"/>
                <a:gd name="T53" fmla="*/ 899029 h 30269"/>
                <a:gd name="T54" fmla="*/ 1196402 w 33029"/>
                <a:gd name="T55" fmla="*/ 677642 h 30269"/>
                <a:gd name="T56" fmla="*/ 1048811 w 33029"/>
                <a:gd name="T57" fmla="*/ 615006 h 30269"/>
                <a:gd name="T58" fmla="*/ 1086871 w 33029"/>
                <a:gd name="T59" fmla="*/ 550178 h 30269"/>
                <a:gd name="T60" fmla="*/ 500959 w 33029"/>
                <a:gd name="T61" fmla="*/ 670934 h 30269"/>
                <a:gd name="T62" fmla="*/ 458448 w 33029"/>
                <a:gd name="T63" fmla="*/ 675451 h 30269"/>
                <a:gd name="T64" fmla="*/ 1169568 w 33029"/>
                <a:gd name="T65" fmla="*/ 438389 h 30269"/>
                <a:gd name="T66" fmla="*/ 570237 w 33029"/>
                <a:gd name="T67" fmla="*/ 583721 h 30269"/>
                <a:gd name="T68" fmla="*/ 1024235 w 33029"/>
                <a:gd name="T69" fmla="*/ 351176 h 30269"/>
                <a:gd name="T70" fmla="*/ 937022 w 33029"/>
                <a:gd name="T71" fmla="*/ 335500 h 30269"/>
                <a:gd name="T72" fmla="*/ 521085 w 33029"/>
                <a:gd name="T73" fmla="*/ 234870 h 30269"/>
                <a:gd name="T74" fmla="*/ 458448 w 33029"/>
                <a:gd name="T75" fmla="*/ 1339609 h 30269"/>
                <a:gd name="T76" fmla="*/ 1603439 w 33029"/>
                <a:gd name="T77" fmla="*/ 1404438 h 30269"/>
                <a:gd name="T78" fmla="*/ 1301549 w 33029"/>
                <a:gd name="T79" fmla="*/ 1632532 h 30269"/>
                <a:gd name="T80" fmla="*/ 1373086 w 33029"/>
                <a:gd name="T81" fmla="*/ 1583380 h 30269"/>
                <a:gd name="T82" fmla="*/ 1513968 w 33029"/>
                <a:gd name="T83" fmla="*/ 1308324 h 30269"/>
                <a:gd name="T84" fmla="*/ 438322 w 33029"/>
                <a:gd name="T85" fmla="*/ 686610 h 30269"/>
                <a:gd name="T86" fmla="*/ 731245 w 33029"/>
                <a:gd name="T87" fmla="*/ 1912105 h 30269"/>
                <a:gd name="T88" fmla="*/ 550111 w 33029"/>
                <a:gd name="T89" fmla="*/ 145399 h 30269"/>
                <a:gd name="T90" fmla="*/ 1160667 w 33029"/>
                <a:gd name="T91" fmla="*/ 15676 h 30269"/>
                <a:gd name="T92" fmla="*/ 1254588 w 33029"/>
                <a:gd name="T93" fmla="*/ 129790 h 30269"/>
                <a:gd name="T94" fmla="*/ 1321675 w 33029"/>
                <a:gd name="T95" fmla="*/ 608297 h 30269"/>
                <a:gd name="T96" fmla="*/ 1068937 w 33029"/>
                <a:gd name="T97" fmla="*/ 82762 h 30269"/>
                <a:gd name="T98" fmla="*/ 328725 w 33029"/>
                <a:gd name="T99" fmla="*/ 963923 h 30269"/>
                <a:gd name="T100" fmla="*/ 0 w 33029"/>
                <a:gd name="T101" fmla="*/ 1943390 h 30269"/>
                <a:gd name="T102" fmla="*/ 0 w 33029"/>
                <a:gd name="T103" fmla="*/ 1994867 h 30269"/>
                <a:gd name="T104" fmla="*/ 789432 w 33029"/>
                <a:gd name="T105" fmla="*/ 1961324 h 30269"/>
                <a:gd name="T106" fmla="*/ 1417855 w 33029"/>
                <a:gd name="T107" fmla="*/ 1623632 h 30269"/>
                <a:gd name="T108" fmla="*/ 1594472 w 33029"/>
                <a:gd name="T109" fmla="*/ 1335159 h 30269"/>
                <a:gd name="T110" fmla="*/ 1748772 w 33029"/>
                <a:gd name="T111" fmla="*/ 1487200 h 30269"/>
                <a:gd name="T112" fmla="*/ 2059629 w 33029"/>
                <a:gd name="T113" fmla="*/ 1435789 h 30269"/>
                <a:gd name="T114" fmla="*/ 2191611 w 33029"/>
                <a:gd name="T115" fmla="*/ 1408954 h 30269"/>
                <a:gd name="T116" fmla="*/ 2149100 w 33029"/>
                <a:gd name="T117" fmla="*/ 1221111 h 30269"/>
                <a:gd name="T118" fmla="*/ 1458107 w 33029"/>
                <a:gd name="T119" fmla="*/ 867744 h 30269"/>
                <a:gd name="T120" fmla="*/ 1189694 w 33029"/>
                <a:gd name="T121" fmla="*/ 4517 h 302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3029" h="30269" extrusionOk="0">
                  <a:moveTo>
                    <a:pt x="18484" y="16498"/>
                  </a:moveTo>
                  <a:lnTo>
                    <a:pt x="18080" y="16700"/>
                  </a:lnTo>
                  <a:lnTo>
                    <a:pt x="17777" y="16868"/>
                  </a:lnTo>
                  <a:lnTo>
                    <a:pt x="17642" y="16969"/>
                  </a:lnTo>
                  <a:lnTo>
                    <a:pt x="17507" y="17104"/>
                  </a:lnTo>
                  <a:lnTo>
                    <a:pt x="17642" y="16868"/>
                  </a:lnTo>
                  <a:lnTo>
                    <a:pt x="17844" y="16633"/>
                  </a:lnTo>
                  <a:lnTo>
                    <a:pt x="18181" y="16565"/>
                  </a:lnTo>
                  <a:lnTo>
                    <a:pt x="18484" y="16498"/>
                  </a:lnTo>
                  <a:close/>
                  <a:moveTo>
                    <a:pt x="19022" y="16464"/>
                  </a:moveTo>
                  <a:lnTo>
                    <a:pt x="19325" y="16498"/>
                  </a:lnTo>
                  <a:lnTo>
                    <a:pt x="19628" y="16532"/>
                  </a:lnTo>
                  <a:lnTo>
                    <a:pt x="20234" y="16633"/>
                  </a:lnTo>
                  <a:lnTo>
                    <a:pt x="20841" y="16835"/>
                  </a:lnTo>
                  <a:lnTo>
                    <a:pt x="21413" y="17037"/>
                  </a:lnTo>
                  <a:lnTo>
                    <a:pt x="21682" y="17104"/>
                  </a:lnTo>
                  <a:lnTo>
                    <a:pt x="21918" y="17205"/>
                  </a:lnTo>
                  <a:lnTo>
                    <a:pt x="22120" y="17373"/>
                  </a:lnTo>
                  <a:lnTo>
                    <a:pt x="22322" y="17542"/>
                  </a:lnTo>
                  <a:lnTo>
                    <a:pt x="22389" y="17744"/>
                  </a:lnTo>
                  <a:lnTo>
                    <a:pt x="22457" y="17912"/>
                  </a:lnTo>
                  <a:lnTo>
                    <a:pt x="22423" y="17912"/>
                  </a:lnTo>
                  <a:lnTo>
                    <a:pt x="21952" y="17878"/>
                  </a:lnTo>
                  <a:lnTo>
                    <a:pt x="21480" y="17777"/>
                  </a:lnTo>
                  <a:lnTo>
                    <a:pt x="20975" y="17676"/>
                  </a:lnTo>
                  <a:lnTo>
                    <a:pt x="20538" y="17575"/>
                  </a:lnTo>
                  <a:lnTo>
                    <a:pt x="19830" y="17373"/>
                  </a:lnTo>
                  <a:lnTo>
                    <a:pt x="19494" y="17306"/>
                  </a:lnTo>
                  <a:lnTo>
                    <a:pt x="19157" y="17272"/>
                  </a:lnTo>
                  <a:lnTo>
                    <a:pt x="18888" y="17272"/>
                  </a:lnTo>
                  <a:lnTo>
                    <a:pt x="18618" y="17373"/>
                  </a:lnTo>
                  <a:lnTo>
                    <a:pt x="18383" y="17474"/>
                  </a:lnTo>
                  <a:lnTo>
                    <a:pt x="18147" y="17643"/>
                  </a:lnTo>
                  <a:lnTo>
                    <a:pt x="17911" y="17811"/>
                  </a:lnTo>
                  <a:lnTo>
                    <a:pt x="17709" y="18013"/>
                  </a:lnTo>
                  <a:lnTo>
                    <a:pt x="17373" y="18417"/>
                  </a:lnTo>
                  <a:lnTo>
                    <a:pt x="17373" y="18316"/>
                  </a:lnTo>
                  <a:lnTo>
                    <a:pt x="17339" y="18013"/>
                  </a:lnTo>
                  <a:lnTo>
                    <a:pt x="17339" y="17777"/>
                  </a:lnTo>
                  <a:lnTo>
                    <a:pt x="17373" y="17508"/>
                  </a:lnTo>
                  <a:lnTo>
                    <a:pt x="17440" y="17272"/>
                  </a:lnTo>
                  <a:lnTo>
                    <a:pt x="17608" y="17205"/>
                  </a:lnTo>
                  <a:lnTo>
                    <a:pt x="17810" y="17104"/>
                  </a:lnTo>
                  <a:lnTo>
                    <a:pt x="18147" y="16868"/>
                  </a:lnTo>
                  <a:lnTo>
                    <a:pt x="18585" y="16666"/>
                  </a:lnTo>
                  <a:lnTo>
                    <a:pt x="19022" y="16464"/>
                  </a:lnTo>
                  <a:close/>
                  <a:moveTo>
                    <a:pt x="23803" y="18047"/>
                  </a:moveTo>
                  <a:lnTo>
                    <a:pt x="24039" y="18081"/>
                  </a:lnTo>
                  <a:lnTo>
                    <a:pt x="24207" y="18148"/>
                  </a:lnTo>
                  <a:lnTo>
                    <a:pt x="24376" y="18249"/>
                  </a:lnTo>
                  <a:lnTo>
                    <a:pt x="24510" y="18384"/>
                  </a:lnTo>
                  <a:lnTo>
                    <a:pt x="24510" y="18451"/>
                  </a:lnTo>
                  <a:lnTo>
                    <a:pt x="23467" y="18249"/>
                  </a:lnTo>
                  <a:lnTo>
                    <a:pt x="23500" y="18114"/>
                  </a:lnTo>
                  <a:lnTo>
                    <a:pt x="23669" y="18081"/>
                  </a:lnTo>
                  <a:lnTo>
                    <a:pt x="23803" y="18047"/>
                  </a:lnTo>
                  <a:close/>
                  <a:moveTo>
                    <a:pt x="16363" y="17609"/>
                  </a:moveTo>
                  <a:lnTo>
                    <a:pt x="16396" y="18316"/>
                  </a:lnTo>
                  <a:lnTo>
                    <a:pt x="16497" y="18990"/>
                  </a:lnTo>
                  <a:lnTo>
                    <a:pt x="15925" y="19259"/>
                  </a:lnTo>
                  <a:lnTo>
                    <a:pt x="15656" y="19326"/>
                  </a:lnTo>
                  <a:lnTo>
                    <a:pt x="15487" y="19360"/>
                  </a:lnTo>
                  <a:lnTo>
                    <a:pt x="15353" y="19326"/>
                  </a:lnTo>
                  <a:lnTo>
                    <a:pt x="15184" y="19259"/>
                  </a:lnTo>
                  <a:lnTo>
                    <a:pt x="14982" y="19158"/>
                  </a:lnTo>
                  <a:lnTo>
                    <a:pt x="14679" y="18889"/>
                  </a:lnTo>
                  <a:lnTo>
                    <a:pt x="14545" y="18720"/>
                  </a:lnTo>
                  <a:lnTo>
                    <a:pt x="14477" y="18653"/>
                  </a:lnTo>
                  <a:lnTo>
                    <a:pt x="14477" y="18586"/>
                  </a:lnTo>
                  <a:lnTo>
                    <a:pt x="14477" y="18518"/>
                  </a:lnTo>
                  <a:lnTo>
                    <a:pt x="14511" y="18417"/>
                  </a:lnTo>
                  <a:lnTo>
                    <a:pt x="14545" y="18350"/>
                  </a:lnTo>
                  <a:lnTo>
                    <a:pt x="14646" y="18283"/>
                  </a:lnTo>
                  <a:lnTo>
                    <a:pt x="14848" y="18182"/>
                  </a:lnTo>
                  <a:lnTo>
                    <a:pt x="15050" y="18081"/>
                  </a:lnTo>
                  <a:lnTo>
                    <a:pt x="15521" y="17979"/>
                  </a:lnTo>
                  <a:lnTo>
                    <a:pt x="15992" y="17845"/>
                  </a:lnTo>
                  <a:lnTo>
                    <a:pt x="16194" y="17744"/>
                  </a:lnTo>
                  <a:lnTo>
                    <a:pt x="16363" y="17609"/>
                  </a:lnTo>
                  <a:close/>
                  <a:moveTo>
                    <a:pt x="19393" y="17508"/>
                  </a:moveTo>
                  <a:lnTo>
                    <a:pt x="19797" y="17542"/>
                  </a:lnTo>
                  <a:lnTo>
                    <a:pt x="21110" y="17878"/>
                  </a:lnTo>
                  <a:lnTo>
                    <a:pt x="21750" y="18013"/>
                  </a:lnTo>
                  <a:lnTo>
                    <a:pt x="22423" y="18114"/>
                  </a:lnTo>
                  <a:lnTo>
                    <a:pt x="22457" y="18114"/>
                  </a:lnTo>
                  <a:lnTo>
                    <a:pt x="22389" y="18485"/>
                  </a:lnTo>
                  <a:lnTo>
                    <a:pt x="22322" y="18821"/>
                  </a:lnTo>
                  <a:lnTo>
                    <a:pt x="22221" y="19225"/>
                  </a:lnTo>
                  <a:lnTo>
                    <a:pt x="22053" y="19596"/>
                  </a:lnTo>
                  <a:lnTo>
                    <a:pt x="21884" y="19966"/>
                  </a:lnTo>
                  <a:lnTo>
                    <a:pt x="21615" y="20303"/>
                  </a:lnTo>
                  <a:lnTo>
                    <a:pt x="21447" y="20471"/>
                  </a:lnTo>
                  <a:lnTo>
                    <a:pt x="21245" y="20606"/>
                  </a:lnTo>
                  <a:lnTo>
                    <a:pt x="21043" y="20707"/>
                  </a:lnTo>
                  <a:lnTo>
                    <a:pt x="20807" y="20774"/>
                  </a:lnTo>
                  <a:lnTo>
                    <a:pt x="20571" y="20841"/>
                  </a:lnTo>
                  <a:lnTo>
                    <a:pt x="20302" y="20875"/>
                  </a:lnTo>
                  <a:lnTo>
                    <a:pt x="19797" y="20875"/>
                  </a:lnTo>
                  <a:lnTo>
                    <a:pt x="19258" y="20808"/>
                  </a:lnTo>
                  <a:lnTo>
                    <a:pt x="18753" y="20707"/>
                  </a:lnTo>
                  <a:lnTo>
                    <a:pt x="18282" y="20572"/>
                  </a:lnTo>
                  <a:lnTo>
                    <a:pt x="17878" y="20370"/>
                  </a:lnTo>
                  <a:lnTo>
                    <a:pt x="17709" y="20235"/>
                  </a:lnTo>
                  <a:lnTo>
                    <a:pt x="17608" y="20033"/>
                  </a:lnTo>
                  <a:lnTo>
                    <a:pt x="17507" y="19831"/>
                  </a:lnTo>
                  <a:lnTo>
                    <a:pt x="17440" y="19596"/>
                  </a:lnTo>
                  <a:lnTo>
                    <a:pt x="17373" y="19057"/>
                  </a:lnTo>
                  <a:lnTo>
                    <a:pt x="17373" y="18552"/>
                  </a:lnTo>
                  <a:lnTo>
                    <a:pt x="17406" y="18552"/>
                  </a:lnTo>
                  <a:lnTo>
                    <a:pt x="17979" y="18114"/>
                  </a:lnTo>
                  <a:lnTo>
                    <a:pt x="18214" y="17912"/>
                  </a:lnTo>
                  <a:lnTo>
                    <a:pt x="18484" y="17710"/>
                  </a:lnTo>
                  <a:lnTo>
                    <a:pt x="18753" y="17575"/>
                  </a:lnTo>
                  <a:lnTo>
                    <a:pt x="19056" y="17508"/>
                  </a:lnTo>
                  <a:lnTo>
                    <a:pt x="19393" y="17508"/>
                  </a:lnTo>
                  <a:close/>
                  <a:moveTo>
                    <a:pt x="31412" y="19865"/>
                  </a:moveTo>
                  <a:lnTo>
                    <a:pt x="31513" y="20067"/>
                  </a:lnTo>
                  <a:lnTo>
                    <a:pt x="31715" y="20269"/>
                  </a:lnTo>
                  <a:lnTo>
                    <a:pt x="32052" y="20606"/>
                  </a:lnTo>
                  <a:lnTo>
                    <a:pt x="32456" y="21010"/>
                  </a:lnTo>
                  <a:lnTo>
                    <a:pt x="32658" y="21212"/>
                  </a:lnTo>
                  <a:lnTo>
                    <a:pt x="32860" y="21346"/>
                  </a:lnTo>
                  <a:lnTo>
                    <a:pt x="32422" y="21616"/>
                  </a:lnTo>
                  <a:lnTo>
                    <a:pt x="32187" y="21717"/>
                  </a:lnTo>
                  <a:lnTo>
                    <a:pt x="31884" y="21750"/>
                  </a:lnTo>
                  <a:lnTo>
                    <a:pt x="31715" y="21717"/>
                  </a:lnTo>
                  <a:lnTo>
                    <a:pt x="31581" y="21683"/>
                  </a:lnTo>
                  <a:lnTo>
                    <a:pt x="31446" y="21616"/>
                  </a:lnTo>
                  <a:lnTo>
                    <a:pt x="31311" y="21515"/>
                  </a:lnTo>
                  <a:lnTo>
                    <a:pt x="31076" y="21313"/>
                  </a:lnTo>
                  <a:lnTo>
                    <a:pt x="30840" y="21111"/>
                  </a:lnTo>
                  <a:lnTo>
                    <a:pt x="30806" y="21077"/>
                  </a:lnTo>
                  <a:lnTo>
                    <a:pt x="30773" y="21111"/>
                  </a:lnTo>
                  <a:lnTo>
                    <a:pt x="31143" y="20505"/>
                  </a:lnTo>
                  <a:lnTo>
                    <a:pt x="31412" y="19865"/>
                  </a:lnTo>
                  <a:close/>
                  <a:moveTo>
                    <a:pt x="16127" y="1381"/>
                  </a:moveTo>
                  <a:lnTo>
                    <a:pt x="16430" y="1415"/>
                  </a:lnTo>
                  <a:lnTo>
                    <a:pt x="16699" y="1448"/>
                  </a:lnTo>
                  <a:lnTo>
                    <a:pt x="16935" y="1516"/>
                  </a:lnTo>
                  <a:lnTo>
                    <a:pt x="17137" y="1617"/>
                  </a:lnTo>
                  <a:lnTo>
                    <a:pt x="17339" y="1718"/>
                  </a:lnTo>
                  <a:lnTo>
                    <a:pt x="17507" y="1886"/>
                  </a:lnTo>
                  <a:lnTo>
                    <a:pt x="17676" y="2055"/>
                  </a:lnTo>
                  <a:lnTo>
                    <a:pt x="17810" y="2257"/>
                  </a:lnTo>
                  <a:lnTo>
                    <a:pt x="18046" y="2661"/>
                  </a:lnTo>
                  <a:lnTo>
                    <a:pt x="18248" y="3132"/>
                  </a:lnTo>
                  <a:lnTo>
                    <a:pt x="18416" y="3637"/>
                  </a:lnTo>
                  <a:lnTo>
                    <a:pt x="18551" y="4142"/>
                  </a:lnTo>
                  <a:lnTo>
                    <a:pt x="19022" y="6229"/>
                  </a:lnTo>
                  <a:lnTo>
                    <a:pt x="19460" y="8317"/>
                  </a:lnTo>
                  <a:lnTo>
                    <a:pt x="19898" y="10303"/>
                  </a:lnTo>
                  <a:lnTo>
                    <a:pt x="20335" y="12290"/>
                  </a:lnTo>
                  <a:lnTo>
                    <a:pt x="20605" y="13300"/>
                  </a:lnTo>
                  <a:lnTo>
                    <a:pt x="20874" y="14276"/>
                  </a:lnTo>
                  <a:lnTo>
                    <a:pt x="21177" y="15252"/>
                  </a:lnTo>
                  <a:lnTo>
                    <a:pt x="21514" y="16229"/>
                  </a:lnTo>
                  <a:lnTo>
                    <a:pt x="20874" y="16027"/>
                  </a:lnTo>
                  <a:lnTo>
                    <a:pt x="20234" y="15892"/>
                  </a:lnTo>
                  <a:lnTo>
                    <a:pt x="19258" y="15724"/>
                  </a:lnTo>
                  <a:lnTo>
                    <a:pt x="18753" y="15656"/>
                  </a:lnTo>
                  <a:lnTo>
                    <a:pt x="18248" y="15623"/>
                  </a:lnTo>
                  <a:lnTo>
                    <a:pt x="17238" y="15623"/>
                  </a:lnTo>
                  <a:lnTo>
                    <a:pt x="16733" y="15690"/>
                  </a:lnTo>
                  <a:lnTo>
                    <a:pt x="16228" y="15791"/>
                  </a:lnTo>
                  <a:lnTo>
                    <a:pt x="16161" y="15757"/>
                  </a:lnTo>
                  <a:lnTo>
                    <a:pt x="16093" y="15791"/>
                  </a:lnTo>
                  <a:lnTo>
                    <a:pt x="16060" y="15825"/>
                  </a:lnTo>
                  <a:lnTo>
                    <a:pt x="15959" y="16027"/>
                  </a:lnTo>
                  <a:lnTo>
                    <a:pt x="15858" y="16229"/>
                  </a:lnTo>
                  <a:lnTo>
                    <a:pt x="15824" y="16464"/>
                  </a:lnTo>
                  <a:lnTo>
                    <a:pt x="15858" y="16700"/>
                  </a:lnTo>
                  <a:lnTo>
                    <a:pt x="15891" y="16767"/>
                  </a:lnTo>
                  <a:lnTo>
                    <a:pt x="15959" y="16767"/>
                  </a:lnTo>
                  <a:lnTo>
                    <a:pt x="15992" y="16734"/>
                  </a:lnTo>
                  <a:lnTo>
                    <a:pt x="16026" y="16700"/>
                  </a:lnTo>
                  <a:lnTo>
                    <a:pt x="16060" y="16464"/>
                  </a:lnTo>
                  <a:lnTo>
                    <a:pt x="16093" y="16296"/>
                  </a:lnTo>
                  <a:lnTo>
                    <a:pt x="16161" y="16094"/>
                  </a:lnTo>
                  <a:lnTo>
                    <a:pt x="16262" y="15926"/>
                  </a:lnTo>
                  <a:lnTo>
                    <a:pt x="16262" y="15892"/>
                  </a:lnTo>
                  <a:lnTo>
                    <a:pt x="18349" y="15926"/>
                  </a:lnTo>
                  <a:lnTo>
                    <a:pt x="19393" y="15993"/>
                  </a:lnTo>
                  <a:lnTo>
                    <a:pt x="19898" y="16060"/>
                  </a:lnTo>
                  <a:lnTo>
                    <a:pt x="20437" y="16161"/>
                  </a:lnTo>
                  <a:lnTo>
                    <a:pt x="21043" y="16296"/>
                  </a:lnTo>
                  <a:lnTo>
                    <a:pt x="21615" y="16464"/>
                  </a:lnTo>
                  <a:lnTo>
                    <a:pt x="22793" y="16801"/>
                  </a:lnTo>
                  <a:lnTo>
                    <a:pt x="22827" y="16868"/>
                  </a:lnTo>
                  <a:lnTo>
                    <a:pt x="22894" y="16936"/>
                  </a:lnTo>
                  <a:lnTo>
                    <a:pt x="22962" y="16969"/>
                  </a:lnTo>
                  <a:lnTo>
                    <a:pt x="23029" y="16936"/>
                  </a:lnTo>
                  <a:lnTo>
                    <a:pt x="23096" y="16902"/>
                  </a:lnTo>
                  <a:lnTo>
                    <a:pt x="23736" y="17037"/>
                  </a:lnTo>
                  <a:lnTo>
                    <a:pt x="24409" y="17171"/>
                  </a:lnTo>
                  <a:lnTo>
                    <a:pt x="24914" y="17239"/>
                  </a:lnTo>
                  <a:lnTo>
                    <a:pt x="25386" y="17306"/>
                  </a:lnTo>
                  <a:lnTo>
                    <a:pt x="26396" y="17340"/>
                  </a:lnTo>
                  <a:lnTo>
                    <a:pt x="27372" y="17373"/>
                  </a:lnTo>
                  <a:lnTo>
                    <a:pt x="28382" y="17441"/>
                  </a:lnTo>
                  <a:lnTo>
                    <a:pt x="29359" y="17542"/>
                  </a:lnTo>
                  <a:lnTo>
                    <a:pt x="29830" y="17609"/>
                  </a:lnTo>
                  <a:lnTo>
                    <a:pt x="30335" y="17710"/>
                  </a:lnTo>
                  <a:lnTo>
                    <a:pt x="30806" y="17845"/>
                  </a:lnTo>
                  <a:lnTo>
                    <a:pt x="31244" y="18047"/>
                  </a:lnTo>
                  <a:lnTo>
                    <a:pt x="31715" y="18249"/>
                  </a:lnTo>
                  <a:lnTo>
                    <a:pt x="32153" y="18518"/>
                  </a:lnTo>
                  <a:lnTo>
                    <a:pt x="32052" y="19057"/>
                  </a:lnTo>
                  <a:lnTo>
                    <a:pt x="32018" y="19259"/>
                  </a:lnTo>
                  <a:lnTo>
                    <a:pt x="31951" y="19360"/>
                  </a:lnTo>
                  <a:lnTo>
                    <a:pt x="31884" y="19394"/>
                  </a:lnTo>
                  <a:lnTo>
                    <a:pt x="31816" y="19427"/>
                  </a:lnTo>
                  <a:lnTo>
                    <a:pt x="31715" y="19394"/>
                  </a:lnTo>
                  <a:lnTo>
                    <a:pt x="31581" y="19360"/>
                  </a:lnTo>
                  <a:lnTo>
                    <a:pt x="31581" y="19293"/>
                  </a:lnTo>
                  <a:lnTo>
                    <a:pt x="31581" y="19259"/>
                  </a:lnTo>
                  <a:lnTo>
                    <a:pt x="31581" y="19192"/>
                  </a:lnTo>
                  <a:lnTo>
                    <a:pt x="31513" y="19158"/>
                  </a:lnTo>
                  <a:lnTo>
                    <a:pt x="31412" y="19158"/>
                  </a:lnTo>
                  <a:lnTo>
                    <a:pt x="31379" y="19192"/>
                  </a:lnTo>
                  <a:lnTo>
                    <a:pt x="31345" y="19225"/>
                  </a:lnTo>
                  <a:lnTo>
                    <a:pt x="31278" y="19562"/>
                  </a:lnTo>
                  <a:lnTo>
                    <a:pt x="31143" y="19899"/>
                  </a:lnTo>
                  <a:lnTo>
                    <a:pt x="31008" y="20202"/>
                  </a:lnTo>
                  <a:lnTo>
                    <a:pt x="30874" y="20505"/>
                  </a:lnTo>
                  <a:lnTo>
                    <a:pt x="30503" y="21077"/>
                  </a:lnTo>
                  <a:lnTo>
                    <a:pt x="30099" y="21616"/>
                  </a:lnTo>
                  <a:lnTo>
                    <a:pt x="29864" y="21851"/>
                  </a:lnTo>
                  <a:lnTo>
                    <a:pt x="29662" y="22087"/>
                  </a:lnTo>
                  <a:lnTo>
                    <a:pt x="29426" y="22289"/>
                  </a:lnTo>
                  <a:lnTo>
                    <a:pt x="29157" y="22491"/>
                  </a:lnTo>
                  <a:lnTo>
                    <a:pt x="28921" y="22626"/>
                  </a:lnTo>
                  <a:lnTo>
                    <a:pt x="28685" y="22693"/>
                  </a:lnTo>
                  <a:lnTo>
                    <a:pt x="28416" y="22727"/>
                  </a:lnTo>
                  <a:lnTo>
                    <a:pt x="28180" y="22727"/>
                  </a:lnTo>
                  <a:lnTo>
                    <a:pt x="27944" y="22693"/>
                  </a:lnTo>
                  <a:lnTo>
                    <a:pt x="27675" y="22659"/>
                  </a:lnTo>
                  <a:lnTo>
                    <a:pt x="27204" y="22491"/>
                  </a:lnTo>
                  <a:lnTo>
                    <a:pt x="26598" y="22255"/>
                  </a:lnTo>
                  <a:lnTo>
                    <a:pt x="26295" y="22121"/>
                  </a:lnTo>
                  <a:lnTo>
                    <a:pt x="26025" y="21952"/>
                  </a:lnTo>
                  <a:lnTo>
                    <a:pt x="25790" y="21784"/>
                  </a:lnTo>
                  <a:lnTo>
                    <a:pt x="25554" y="21582"/>
                  </a:lnTo>
                  <a:lnTo>
                    <a:pt x="25352" y="21346"/>
                  </a:lnTo>
                  <a:lnTo>
                    <a:pt x="25150" y="21077"/>
                  </a:lnTo>
                  <a:lnTo>
                    <a:pt x="25083" y="20909"/>
                  </a:lnTo>
                  <a:lnTo>
                    <a:pt x="25015" y="20740"/>
                  </a:lnTo>
                  <a:lnTo>
                    <a:pt x="24914" y="20370"/>
                  </a:lnTo>
                  <a:lnTo>
                    <a:pt x="24813" y="19629"/>
                  </a:lnTo>
                  <a:lnTo>
                    <a:pt x="24746" y="18922"/>
                  </a:lnTo>
                  <a:lnTo>
                    <a:pt x="24679" y="18619"/>
                  </a:lnTo>
                  <a:lnTo>
                    <a:pt x="24780" y="18619"/>
                  </a:lnTo>
                  <a:lnTo>
                    <a:pt x="24813" y="18586"/>
                  </a:lnTo>
                  <a:lnTo>
                    <a:pt x="24847" y="18518"/>
                  </a:lnTo>
                  <a:lnTo>
                    <a:pt x="24847" y="18451"/>
                  </a:lnTo>
                  <a:lnTo>
                    <a:pt x="24746" y="18316"/>
                  </a:lnTo>
                  <a:lnTo>
                    <a:pt x="24746" y="18283"/>
                  </a:lnTo>
                  <a:lnTo>
                    <a:pt x="24712" y="18249"/>
                  </a:lnTo>
                  <a:lnTo>
                    <a:pt x="24679" y="18249"/>
                  </a:lnTo>
                  <a:lnTo>
                    <a:pt x="24544" y="18114"/>
                  </a:lnTo>
                  <a:lnTo>
                    <a:pt x="24409" y="17979"/>
                  </a:lnTo>
                  <a:lnTo>
                    <a:pt x="24241" y="17912"/>
                  </a:lnTo>
                  <a:lnTo>
                    <a:pt x="24039" y="17845"/>
                  </a:lnTo>
                  <a:lnTo>
                    <a:pt x="23803" y="17845"/>
                  </a:lnTo>
                  <a:lnTo>
                    <a:pt x="23500" y="17878"/>
                  </a:lnTo>
                  <a:lnTo>
                    <a:pt x="23467" y="17845"/>
                  </a:lnTo>
                  <a:lnTo>
                    <a:pt x="23332" y="17845"/>
                  </a:lnTo>
                  <a:lnTo>
                    <a:pt x="23298" y="17912"/>
                  </a:lnTo>
                  <a:lnTo>
                    <a:pt x="23164" y="18215"/>
                  </a:lnTo>
                  <a:lnTo>
                    <a:pt x="23130" y="18283"/>
                  </a:lnTo>
                  <a:lnTo>
                    <a:pt x="23130" y="18350"/>
                  </a:lnTo>
                  <a:lnTo>
                    <a:pt x="22962" y="18754"/>
                  </a:lnTo>
                  <a:lnTo>
                    <a:pt x="22726" y="19158"/>
                  </a:lnTo>
                  <a:lnTo>
                    <a:pt x="22490" y="19528"/>
                  </a:lnTo>
                  <a:lnTo>
                    <a:pt x="22221" y="19899"/>
                  </a:lnTo>
                  <a:lnTo>
                    <a:pt x="22389" y="19596"/>
                  </a:lnTo>
                  <a:lnTo>
                    <a:pt x="22524" y="19225"/>
                  </a:lnTo>
                  <a:lnTo>
                    <a:pt x="22625" y="18889"/>
                  </a:lnTo>
                  <a:lnTo>
                    <a:pt x="22692" y="18518"/>
                  </a:lnTo>
                  <a:lnTo>
                    <a:pt x="22692" y="18182"/>
                  </a:lnTo>
                  <a:lnTo>
                    <a:pt x="22659" y="17845"/>
                  </a:lnTo>
                  <a:lnTo>
                    <a:pt x="22558" y="17542"/>
                  </a:lnTo>
                  <a:lnTo>
                    <a:pt x="22423" y="17272"/>
                  </a:lnTo>
                  <a:lnTo>
                    <a:pt x="22221" y="17104"/>
                  </a:lnTo>
                  <a:lnTo>
                    <a:pt x="22019" y="16936"/>
                  </a:lnTo>
                  <a:lnTo>
                    <a:pt x="21750" y="16801"/>
                  </a:lnTo>
                  <a:lnTo>
                    <a:pt x="21447" y="16700"/>
                  </a:lnTo>
                  <a:lnTo>
                    <a:pt x="20841" y="16532"/>
                  </a:lnTo>
                  <a:lnTo>
                    <a:pt x="20335" y="16397"/>
                  </a:lnTo>
                  <a:lnTo>
                    <a:pt x="19696" y="16262"/>
                  </a:lnTo>
                  <a:lnTo>
                    <a:pt x="19359" y="16229"/>
                  </a:lnTo>
                  <a:lnTo>
                    <a:pt x="19022" y="16195"/>
                  </a:lnTo>
                  <a:lnTo>
                    <a:pt x="18686" y="16229"/>
                  </a:lnTo>
                  <a:lnTo>
                    <a:pt x="18383" y="16262"/>
                  </a:lnTo>
                  <a:lnTo>
                    <a:pt x="18046" y="16330"/>
                  </a:lnTo>
                  <a:lnTo>
                    <a:pt x="17709" y="16397"/>
                  </a:lnTo>
                  <a:lnTo>
                    <a:pt x="17676" y="16431"/>
                  </a:lnTo>
                  <a:lnTo>
                    <a:pt x="17642" y="16464"/>
                  </a:lnTo>
                  <a:lnTo>
                    <a:pt x="17642" y="16565"/>
                  </a:lnTo>
                  <a:lnTo>
                    <a:pt x="17440" y="16767"/>
                  </a:lnTo>
                  <a:lnTo>
                    <a:pt x="17305" y="17003"/>
                  </a:lnTo>
                  <a:lnTo>
                    <a:pt x="17204" y="17272"/>
                  </a:lnTo>
                  <a:lnTo>
                    <a:pt x="17137" y="17542"/>
                  </a:lnTo>
                  <a:lnTo>
                    <a:pt x="17070" y="17845"/>
                  </a:lnTo>
                  <a:lnTo>
                    <a:pt x="17070" y="18148"/>
                  </a:lnTo>
                  <a:lnTo>
                    <a:pt x="17137" y="18788"/>
                  </a:lnTo>
                  <a:lnTo>
                    <a:pt x="17204" y="19461"/>
                  </a:lnTo>
                  <a:lnTo>
                    <a:pt x="17238" y="19798"/>
                  </a:lnTo>
                  <a:lnTo>
                    <a:pt x="17339" y="20134"/>
                  </a:lnTo>
                  <a:lnTo>
                    <a:pt x="17440" y="20336"/>
                  </a:lnTo>
                  <a:lnTo>
                    <a:pt x="17608" y="20505"/>
                  </a:lnTo>
                  <a:lnTo>
                    <a:pt x="17777" y="20639"/>
                  </a:lnTo>
                  <a:lnTo>
                    <a:pt x="18012" y="20740"/>
                  </a:lnTo>
                  <a:lnTo>
                    <a:pt x="18248" y="20808"/>
                  </a:lnTo>
                  <a:lnTo>
                    <a:pt x="18484" y="20875"/>
                  </a:lnTo>
                  <a:lnTo>
                    <a:pt x="18921" y="20976"/>
                  </a:lnTo>
                  <a:lnTo>
                    <a:pt x="19527" y="21077"/>
                  </a:lnTo>
                  <a:lnTo>
                    <a:pt x="19830" y="21111"/>
                  </a:lnTo>
                  <a:lnTo>
                    <a:pt x="20133" y="21111"/>
                  </a:lnTo>
                  <a:lnTo>
                    <a:pt x="20403" y="21077"/>
                  </a:lnTo>
                  <a:lnTo>
                    <a:pt x="20706" y="21010"/>
                  </a:lnTo>
                  <a:lnTo>
                    <a:pt x="21009" y="20942"/>
                  </a:lnTo>
                  <a:lnTo>
                    <a:pt x="21278" y="20841"/>
                  </a:lnTo>
                  <a:lnTo>
                    <a:pt x="21379" y="20808"/>
                  </a:lnTo>
                  <a:lnTo>
                    <a:pt x="21043" y="21043"/>
                  </a:lnTo>
                  <a:lnTo>
                    <a:pt x="20874" y="21144"/>
                  </a:lnTo>
                  <a:lnTo>
                    <a:pt x="20672" y="21178"/>
                  </a:lnTo>
                  <a:lnTo>
                    <a:pt x="20437" y="21212"/>
                  </a:lnTo>
                  <a:lnTo>
                    <a:pt x="20167" y="21245"/>
                  </a:lnTo>
                  <a:lnTo>
                    <a:pt x="19696" y="21212"/>
                  </a:lnTo>
                  <a:lnTo>
                    <a:pt x="19258" y="21178"/>
                  </a:lnTo>
                  <a:lnTo>
                    <a:pt x="18854" y="21144"/>
                  </a:lnTo>
                  <a:lnTo>
                    <a:pt x="18450" y="21077"/>
                  </a:lnTo>
                  <a:lnTo>
                    <a:pt x="18113" y="20942"/>
                  </a:lnTo>
                  <a:lnTo>
                    <a:pt x="17777" y="20740"/>
                  </a:lnTo>
                  <a:lnTo>
                    <a:pt x="17474" y="20538"/>
                  </a:lnTo>
                  <a:lnTo>
                    <a:pt x="17238" y="20235"/>
                  </a:lnTo>
                  <a:lnTo>
                    <a:pt x="17036" y="19899"/>
                  </a:lnTo>
                  <a:lnTo>
                    <a:pt x="16868" y="19528"/>
                  </a:lnTo>
                  <a:lnTo>
                    <a:pt x="16733" y="18990"/>
                  </a:lnTo>
                  <a:lnTo>
                    <a:pt x="16666" y="18417"/>
                  </a:lnTo>
                  <a:lnTo>
                    <a:pt x="16497" y="17306"/>
                  </a:lnTo>
                  <a:lnTo>
                    <a:pt x="16565" y="17306"/>
                  </a:lnTo>
                  <a:lnTo>
                    <a:pt x="16666" y="17272"/>
                  </a:lnTo>
                  <a:lnTo>
                    <a:pt x="16699" y="17205"/>
                  </a:lnTo>
                  <a:lnTo>
                    <a:pt x="16699" y="17138"/>
                  </a:lnTo>
                  <a:lnTo>
                    <a:pt x="16699" y="17104"/>
                  </a:lnTo>
                  <a:lnTo>
                    <a:pt x="16666" y="17070"/>
                  </a:lnTo>
                  <a:lnTo>
                    <a:pt x="16598" y="17037"/>
                  </a:lnTo>
                  <a:lnTo>
                    <a:pt x="16430" y="17037"/>
                  </a:lnTo>
                  <a:lnTo>
                    <a:pt x="16329" y="16969"/>
                  </a:lnTo>
                  <a:lnTo>
                    <a:pt x="16262" y="16902"/>
                  </a:lnTo>
                  <a:lnTo>
                    <a:pt x="16161" y="16835"/>
                  </a:lnTo>
                  <a:lnTo>
                    <a:pt x="16026" y="16801"/>
                  </a:lnTo>
                  <a:lnTo>
                    <a:pt x="15925" y="16835"/>
                  </a:lnTo>
                  <a:lnTo>
                    <a:pt x="15858" y="16868"/>
                  </a:lnTo>
                  <a:lnTo>
                    <a:pt x="15824" y="16936"/>
                  </a:lnTo>
                  <a:lnTo>
                    <a:pt x="15858" y="17003"/>
                  </a:lnTo>
                  <a:lnTo>
                    <a:pt x="15891" y="17003"/>
                  </a:lnTo>
                  <a:lnTo>
                    <a:pt x="15992" y="17037"/>
                  </a:lnTo>
                  <a:lnTo>
                    <a:pt x="16060" y="17070"/>
                  </a:lnTo>
                  <a:lnTo>
                    <a:pt x="16194" y="17205"/>
                  </a:lnTo>
                  <a:lnTo>
                    <a:pt x="16329" y="17272"/>
                  </a:lnTo>
                  <a:lnTo>
                    <a:pt x="16329" y="17474"/>
                  </a:lnTo>
                  <a:lnTo>
                    <a:pt x="15555" y="17710"/>
                  </a:lnTo>
                  <a:lnTo>
                    <a:pt x="15184" y="17845"/>
                  </a:lnTo>
                  <a:lnTo>
                    <a:pt x="14814" y="17979"/>
                  </a:lnTo>
                  <a:lnTo>
                    <a:pt x="14612" y="18081"/>
                  </a:lnTo>
                  <a:lnTo>
                    <a:pt x="14376" y="18215"/>
                  </a:lnTo>
                  <a:lnTo>
                    <a:pt x="14275" y="18316"/>
                  </a:lnTo>
                  <a:lnTo>
                    <a:pt x="14174" y="18384"/>
                  </a:lnTo>
                  <a:lnTo>
                    <a:pt x="14141" y="18518"/>
                  </a:lnTo>
                  <a:lnTo>
                    <a:pt x="14141" y="18619"/>
                  </a:lnTo>
                  <a:lnTo>
                    <a:pt x="14208" y="18720"/>
                  </a:lnTo>
                  <a:lnTo>
                    <a:pt x="14309" y="18855"/>
                  </a:lnTo>
                  <a:lnTo>
                    <a:pt x="14545" y="19057"/>
                  </a:lnTo>
                  <a:lnTo>
                    <a:pt x="14881" y="19326"/>
                  </a:lnTo>
                  <a:lnTo>
                    <a:pt x="15050" y="19461"/>
                  </a:lnTo>
                  <a:lnTo>
                    <a:pt x="15252" y="19562"/>
                  </a:lnTo>
                  <a:lnTo>
                    <a:pt x="15420" y="19596"/>
                  </a:lnTo>
                  <a:lnTo>
                    <a:pt x="15757" y="19596"/>
                  </a:lnTo>
                  <a:lnTo>
                    <a:pt x="15925" y="19528"/>
                  </a:lnTo>
                  <a:lnTo>
                    <a:pt x="16228" y="19394"/>
                  </a:lnTo>
                  <a:lnTo>
                    <a:pt x="16531" y="19225"/>
                  </a:lnTo>
                  <a:lnTo>
                    <a:pt x="16666" y="19730"/>
                  </a:lnTo>
                  <a:lnTo>
                    <a:pt x="16834" y="20202"/>
                  </a:lnTo>
                  <a:lnTo>
                    <a:pt x="17002" y="20505"/>
                  </a:lnTo>
                  <a:lnTo>
                    <a:pt x="17238" y="20740"/>
                  </a:lnTo>
                  <a:lnTo>
                    <a:pt x="17474" y="20942"/>
                  </a:lnTo>
                  <a:lnTo>
                    <a:pt x="17777" y="21111"/>
                  </a:lnTo>
                  <a:lnTo>
                    <a:pt x="18080" y="21245"/>
                  </a:lnTo>
                  <a:lnTo>
                    <a:pt x="18383" y="21346"/>
                  </a:lnTo>
                  <a:lnTo>
                    <a:pt x="18719" y="21414"/>
                  </a:lnTo>
                  <a:lnTo>
                    <a:pt x="19022" y="21447"/>
                  </a:lnTo>
                  <a:lnTo>
                    <a:pt x="19898" y="21515"/>
                  </a:lnTo>
                  <a:lnTo>
                    <a:pt x="20335" y="21515"/>
                  </a:lnTo>
                  <a:lnTo>
                    <a:pt x="20571" y="21481"/>
                  </a:lnTo>
                  <a:lnTo>
                    <a:pt x="20773" y="21447"/>
                  </a:lnTo>
                  <a:lnTo>
                    <a:pt x="21076" y="21313"/>
                  </a:lnTo>
                  <a:lnTo>
                    <a:pt x="21346" y="21178"/>
                  </a:lnTo>
                  <a:lnTo>
                    <a:pt x="21581" y="20976"/>
                  </a:lnTo>
                  <a:lnTo>
                    <a:pt x="21817" y="20774"/>
                  </a:lnTo>
                  <a:lnTo>
                    <a:pt x="22255" y="20336"/>
                  </a:lnTo>
                  <a:lnTo>
                    <a:pt x="22625" y="19865"/>
                  </a:lnTo>
                  <a:lnTo>
                    <a:pt x="22726" y="20202"/>
                  </a:lnTo>
                  <a:lnTo>
                    <a:pt x="22827" y="20538"/>
                  </a:lnTo>
                  <a:lnTo>
                    <a:pt x="23063" y="21212"/>
                  </a:lnTo>
                  <a:lnTo>
                    <a:pt x="23164" y="21548"/>
                  </a:lnTo>
                  <a:lnTo>
                    <a:pt x="23164" y="21851"/>
                  </a:lnTo>
                  <a:lnTo>
                    <a:pt x="23130" y="22121"/>
                  </a:lnTo>
                  <a:lnTo>
                    <a:pt x="23029" y="22356"/>
                  </a:lnTo>
                  <a:lnTo>
                    <a:pt x="22861" y="22592"/>
                  </a:lnTo>
                  <a:lnTo>
                    <a:pt x="22625" y="22794"/>
                  </a:lnTo>
                  <a:lnTo>
                    <a:pt x="22389" y="22962"/>
                  </a:lnTo>
                  <a:lnTo>
                    <a:pt x="22086" y="23097"/>
                  </a:lnTo>
                  <a:lnTo>
                    <a:pt x="21144" y="23434"/>
                  </a:lnTo>
                  <a:lnTo>
                    <a:pt x="20201" y="23737"/>
                  </a:lnTo>
                  <a:lnTo>
                    <a:pt x="18282" y="24275"/>
                  </a:lnTo>
                  <a:lnTo>
                    <a:pt x="16430" y="24814"/>
                  </a:lnTo>
                  <a:lnTo>
                    <a:pt x="14578" y="25319"/>
                  </a:lnTo>
                  <a:lnTo>
                    <a:pt x="12558" y="25824"/>
                  </a:lnTo>
                  <a:lnTo>
                    <a:pt x="11683" y="25992"/>
                  </a:lnTo>
                  <a:lnTo>
                    <a:pt x="11245" y="26127"/>
                  </a:lnTo>
                  <a:lnTo>
                    <a:pt x="10807" y="26296"/>
                  </a:lnTo>
                  <a:lnTo>
                    <a:pt x="10100" y="23467"/>
                  </a:lnTo>
                  <a:lnTo>
                    <a:pt x="9259" y="20202"/>
                  </a:lnTo>
                  <a:lnTo>
                    <a:pt x="8484" y="16902"/>
                  </a:lnTo>
                  <a:lnTo>
                    <a:pt x="8013" y="14848"/>
                  </a:lnTo>
                  <a:lnTo>
                    <a:pt x="8350" y="14781"/>
                  </a:lnTo>
                  <a:lnTo>
                    <a:pt x="8686" y="14714"/>
                  </a:lnTo>
                  <a:lnTo>
                    <a:pt x="9360" y="14545"/>
                  </a:lnTo>
                  <a:lnTo>
                    <a:pt x="10134" y="14310"/>
                  </a:lnTo>
                  <a:lnTo>
                    <a:pt x="10504" y="14141"/>
                  </a:lnTo>
                  <a:lnTo>
                    <a:pt x="10841" y="13973"/>
                  </a:lnTo>
                  <a:lnTo>
                    <a:pt x="10875" y="13939"/>
                  </a:lnTo>
                  <a:lnTo>
                    <a:pt x="10875" y="13906"/>
                  </a:lnTo>
                  <a:lnTo>
                    <a:pt x="10841" y="13872"/>
                  </a:lnTo>
                  <a:lnTo>
                    <a:pt x="10807" y="13872"/>
                  </a:lnTo>
                  <a:lnTo>
                    <a:pt x="10437" y="13973"/>
                  </a:lnTo>
                  <a:lnTo>
                    <a:pt x="10067" y="14108"/>
                  </a:lnTo>
                  <a:lnTo>
                    <a:pt x="9326" y="14377"/>
                  </a:lnTo>
                  <a:lnTo>
                    <a:pt x="8653" y="14545"/>
                  </a:lnTo>
                  <a:lnTo>
                    <a:pt x="8013" y="14747"/>
                  </a:lnTo>
                  <a:lnTo>
                    <a:pt x="7845" y="14040"/>
                  </a:lnTo>
                  <a:lnTo>
                    <a:pt x="8484" y="13906"/>
                  </a:lnTo>
                  <a:lnTo>
                    <a:pt x="9090" y="13737"/>
                  </a:lnTo>
                  <a:lnTo>
                    <a:pt x="10302" y="13367"/>
                  </a:lnTo>
                  <a:lnTo>
                    <a:pt x="13063" y="12593"/>
                  </a:lnTo>
                  <a:lnTo>
                    <a:pt x="15824" y="11886"/>
                  </a:lnTo>
                  <a:lnTo>
                    <a:pt x="18618" y="11179"/>
                  </a:lnTo>
                  <a:lnTo>
                    <a:pt x="18686" y="11145"/>
                  </a:lnTo>
                  <a:lnTo>
                    <a:pt x="18686" y="11078"/>
                  </a:lnTo>
                  <a:lnTo>
                    <a:pt x="18652" y="11010"/>
                  </a:lnTo>
                  <a:lnTo>
                    <a:pt x="18585" y="11010"/>
                  </a:lnTo>
                  <a:lnTo>
                    <a:pt x="15790" y="11684"/>
                  </a:lnTo>
                  <a:lnTo>
                    <a:pt x="12996" y="12424"/>
                  </a:lnTo>
                  <a:lnTo>
                    <a:pt x="10235" y="13199"/>
                  </a:lnTo>
                  <a:lnTo>
                    <a:pt x="9023" y="13535"/>
                  </a:lnTo>
                  <a:lnTo>
                    <a:pt x="8417" y="13704"/>
                  </a:lnTo>
                  <a:lnTo>
                    <a:pt x="7845" y="13939"/>
                  </a:lnTo>
                  <a:lnTo>
                    <a:pt x="7676" y="13266"/>
                  </a:lnTo>
                  <a:lnTo>
                    <a:pt x="8350" y="13165"/>
                  </a:lnTo>
                  <a:lnTo>
                    <a:pt x="8989" y="12997"/>
                  </a:lnTo>
                  <a:lnTo>
                    <a:pt x="9629" y="12795"/>
                  </a:lnTo>
                  <a:lnTo>
                    <a:pt x="10269" y="12593"/>
                  </a:lnTo>
                  <a:lnTo>
                    <a:pt x="11514" y="12155"/>
                  </a:lnTo>
                  <a:lnTo>
                    <a:pt x="12794" y="11751"/>
                  </a:lnTo>
                  <a:lnTo>
                    <a:pt x="14107" y="11381"/>
                  </a:lnTo>
                  <a:lnTo>
                    <a:pt x="15420" y="11044"/>
                  </a:lnTo>
                  <a:lnTo>
                    <a:pt x="18080" y="10404"/>
                  </a:lnTo>
                  <a:lnTo>
                    <a:pt x="18113" y="10371"/>
                  </a:lnTo>
                  <a:lnTo>
                    <a:pt x="18147" y="10337"/>
                  </a:lnTo>
                  <a:lnTo>
                    <a:pt x="18147" y="10270"/>
                  </a:lnTo>
                  <a:lnTo>
                    <a:pt x="18113" y="10202"/>
                  </a:lnTo>
                  <a:lnTo>
                    <a:pt x="18012" y="10202"/>
                  </a:lnTo>
                  <a:lnTo>
                    <a:pt x="16699" y="10505"/>
                  </a:lnTo>
                  <a:lnTo>
                    <a:pt x="15420" y="10842"/>
                  </a:lnTo>
                  <a:lnTo>
                    <a:pt x="12828" y="11583"/>
                  </a:lnTo>
                  <a:lnTo>
                    <a:pt x="10235" y="12391"/>
                  </a:lnTo>
                  <a:lnTo>
                    <a:pt x="7643" y="13131"/>
                  </a:lnTo>
                  <a:lnTo>
                    <a:pt x="7272" y="11482"/>
                  </a:lnTo>
                  <a:lnTo>
                    <a:pt x="7710" y="11414"/>
                  </a:lnTo>
                  <a:lnTo>
                    <a:pt x="8148" y="11313"/>
                  </a:lnTo>
                  <a:lnTo>
                    <a:pt x="9023" y="11044"/>
                  </a:lnTo>
                  <a:lnTo>
                    <a:pt x="11279" y="10404"/>
                  </a:lnTo>
                  <a:lnTo>
                    <a:pt x="12390" y="10101"/>
                  </a:lnTo>
                  <a:lnTo>
                    <a:pt x="13501" y="9832"/>
                  </a:lnTo>
                  <a:lnTo>
                    <a:pt x="14646" y="9596"/>
                  </a:lnTo>
                  <a:lnTo>
                    <a:pt x="15790" y="9394"/>
                  </a:lnTo>
                  <a:lnTo>
                    <a:pt x="15824" y="9360"/>
                  </a:lnTo>
                  <a:lnTo>
                    <a:pt x="15824" y="9293"/>
                  </a:lnTo>
                  <a:lnTo>
                    <a:pt x="15790" y="9259"/>
                  </a:lnTo>
                  <a:lnTo>
                    <a:pt x="15723" y="9226"/>
                  </a:lnTo>
                  <a:lnTo>
                    <a:pt x="14679" y="9428"/>
                  </a:lnTo>
                  <a:lnTo>
                    <a:pt x="13602" y="9630"/>
                  </a:lnTo>
                  <a:lnTo>
                    <a:pt x="12525" y="9899"/>
                  </a:lnTo>
                  <a:lnTo>
                    <a:pt x="11481" y="10169"/>
                  </a:lnTo>
                  <a:lnTo>
                    <a:pt x="9225" y="10808"/>
                  </a:lnTo>
                  <a:lnTo>
                    <a:pt x="8215" y="11078"/>
                  </a:lnTo>
                  <a:lnTo>
                    <a:pt x="7744" y="11246"/>
                  </a:lnTo>
                  <a:lnTo>
                    <a:pt x="7272" y="11448"/>
                  </a:lnTo>
                  <a:lnTo>
                    <a:pt x="7138" y="10977"/>
                  </a:lnTo>
                  <a:lnTo>
                    <a:pt x="8417" y="10573"/>
                  </a:lnTo>
                  <a:lnTo>
                    <a:pt x="9730" y="10135"/>
                  </a:lnTo>
                  <a:lnTo>
                    <a:pt x="11009" y="9697"/>
                  </a:lnTo>
                  <a:lnTo>
                    <a:pt x="12323" y="9293"/>
                  </a:lnTo>
                  <a:lnTo>
                    <a:pt x="13669" y="8923"/>
                  </a:lnTo>
                  <a:lnTo>
                    <a:pt x="15016" y="8586"/>
                  </a:lnTo>
                  <a:lnTo>
                    <a:pt x="16363" y="8283"/>
                  </a:lnTo>
                  <a:lnTo>
                    <a:pt x="17743" y="8014"/>
                  </a:lnTo>
                  <a:lnTo>
                    <a:pt x="17777" y="7980"/>
                  </a:lnTo>
                  <a:lnTo>
                    <a:pt x="17777" y="7913"/>
                  </a:lnTo>
                  <a:lnTo>
                    <a:pt x="17743" y="7845"/>
                  </a:lnTo>
                  <a:lnTo>
                    <a:pt x="17676" y="7845"/>
                  </a:lnTo>
                  <a:lnTo>
                    <a:pt x="16329" y="8115"/>
                  </a:lnTo>
                  <a:lnTo>
                    <a:pt x="14982" y="8418"/>
                  </a:lnTo>
                  <a:lnTo>
                    <a:pt x="13602" y="8754"/>
                  </a:lnTo>
                  <a:lnTo>
                    <a:pt x="12289" y="9125"/>
                  </a:lnTo>
                  <a:lnTo>
                    <a:pt x="10976" y="9495"/>
                  </a:lnTo>
                  <a:lnTo>
                    <a:pt x="9663" y="9899"/>
                  </a:lnTo>
                  <a:lnTo>
                    <a:pt x="8350" y="10337"/>
                  </a:lnTo>
                  <a:lnTo>
                    <a:pt x="7710" y="10606"/>
                  </a:lnTo>
                  <a:lnTo>
                    <a:pt x="7104" y="10876"/>
                  </a:lnTo>
                  <a:lnTo>
                    <a:pt x="6969" y="10371"/>
                  </a:lnTo>
                  <a:lnTo>
                    <a:pt x="6902" y="10270"/>
                  </a:lnTo>
                  <a:lnTo>
                    <a:pt x="7542" y="10101"/>
                  </a:lnTo>
                  <a:lnTo>
                    <a:pt x="8148" y="9933"/>
                  </a:lnTo>
                  <a:lnTo>
                    <a:pt x="9360" y="9562"/>
                  </a:lnTo>
                  <a:lnTo>
                    <a:pt x="12087" y="8788"/>
                  </a:lnTo>
                  <a:lnTo>
                    <a:pt x="13501" y="8451"/>
                  </a:lnTo>
                  <a:lnTo>
                    <a:pt x="14881" y="8115"/>
                  </a:lnTo>
                  <a:lnTo>
                    <a:pt x="17676" y="7475"/>
                  </a:lnTo>
                  <a:lnTo>
                    <a:pt x="17709" y="7441"/>
                  </a:lnTo>
                  <a:lnTo>
                    <a:pt x="17709" y="7374"/>
                  </a:lnTo>
                  <a:lnTo>
                    <a:pt x="17676" y="7340"/>
                  </a:lnTo>
                  <a:lnTo>
                    <a:pt x="17642" y="7340"/>
                  </a:lnTo>
                  <a:lnTo>
                    <a:pt x="16228" y="7610"/>
                  </a:lnTo>
                  <a:lnTo>
                    <a:pt x="14848" y="7946"/>
                  </a:lnTo>
                  <a:lnTo>
                    <a:pt x="12053" y="8653"/>
                  </a:lnTo>
                  <a:lnTo>
                    <a:pt x="9326" y="9428"/>
                  </a:lnTo>
                  <a:lnTo>
                    <a:pt x="8080" y="9764"/>
                  </a:lnTo>
                  <a:lnTo>
                    <a:pt x="7474" y="9933"/>
                  </a:lnTo>
                  <a:lnTo>
                    <a:pt x="6902" y="10169"/>
                  </a:lnTo>
                  <a:lnTo>
                    <a:pt x="6599" y="9327"/>
                  </a:lnTo>
                  <a:lnTo>
                    <a:pt x="7239" y="9293"/>
                  </a:lnTo>
                  <a:lnTo>
                    <a:pt x="7878" y="9158"/>
                  </a:lnTo>
                  <a:lnTo>
                    <a:pt x="8518" y="8990"/>
                  </a:lnTo>
                  <a:lnTo>
                    <a:pt x="9158" y="8788"/>
                  </a:lnTo>
                  <a:lnTo>
                    <a:pt x="10370" y="8350"/>
                  </a:lnTo>
                  <a:lnTo>
                    <a:pt x="11582" y="7879"/>
                  </a:lnTo>
                  <a:lnTo>
                    <a:pt x="11952" y="7778"/>
                  </a:lnTo>
                  <a:lnTo>
                    <a:pt x="12323" y="7711"/>
                  </a:lnTo>
                  <a:lnTo>
                    <a:pt x="13097" y="7610"/>
                  </a:lnTo>
                  <a:lnTo>
                    <a:pt x="13871" y="7542"/>
                  </a:lnTo>
                  <a:lnTo>
                    <a:pt x="14612" y="7441"/>
                  </a:lnTo>
                  <a:lnTo>
                    <a:pt x="15353" y="7273"/>
                  </a:lnTo>
                  <a:lnTo>
                    <a:pt x="16093" y="7105"/>
                  </a:lnTo>
                  <a:lnTo>
                    <a:pt x="16834" y="6869"/>
                  </a:lnTo>
                  <a:lnTo>
                    <a:pt x="17575" y="6633"/>
                  </a:lnTo>
                  <a:lnTo>
                    <a:pt x="17608" y="6600"/>
                  </a:lnTo>
                  <a:lnTo>
                    <a:pt x="17608" y="6532"/>
                  </a:lnTo>
                  <a:lnTo>
                    <a:pt x="17575" y="6465"/>
                  </a:lnTo>
                  <a:lnTo>
                    <a:pt x="17507" y="6465"/>
                  </a:lnTo>
                  <a:lnTo>
                    <a:pt x="16868" y="6701"/>
                  </a:lnTo>
                  <a:lnTo>
                    <a:pt x="16194" y="6903"/>
                  </a:lnTo>
                  <a:lnTo>
                    <a:pt x="15521" y="7071"/>
                  </a:lnTo>
                  <a:lnTo>
                    <a:pt x="14814" y="7239"/>
                  </a:lnTo>
                  <a:lnTo>
                    <a:pt x="14073" y="7340"/>
                  </a:lnTo>
                  <a:lnTo>
                    <a:pt x="13299" y="7441"/>
                  </a:lnTo>
                  <a:lnTo>
                    <a:pt x="12558" y="7542"/>
                  </a:lnTo>
                  <a:lnTo>
                    <a:pt x="11784" y="7677"/>
                  </a:lnTo>
                  <a:lnTo>
                    <a:pt x="11481" y="7744"/>
                  </a:lnTo>
                  <a:lnTo>
                    <a:pt x="11144" y="7845"/>
                  </a:lnTo>
                  <a:lnTo>
                    <a:pt x="10504" y="8115"/>
                  </a:lnTo>
                  <a:lnTo>
                    <a:pt x="9865" y="8350"/>
                  </a:lnTo>
                  <a:lnTo>
                    <a:pt x="9259" y="8586"/>
                  </a:lnTo>
                  <a:lnTo>
                    <a:pt x="8585" y="8788"/>
                  </a:lnTo>
                  <a:lnTo>
                    <a:pt x="7912" y="8923"/>
                  </a:lnTo>
                  <a:lnTo>
                    <a:pt x="7239" y="9091"/>
                  </a:lnTo>
                  <a:lnTo>
                    <a:pt x="6565" y="9259"/>
                  </a:lnTo>
                  <a:lnTo>
                    <a:pt x="6128" y="7980"/>
                  </a:lnTo>
                  <a:lnTo>
                    <a:pt x="6666" y="7913"/>
                  </a:lnTo>
                  <a:lnTo>
                    <a:pt x="7239" y="7845"/>
                  </a:lnTo>
                  <a:lnTo>
                    <a:pt x="7811" y="7711"/>
                  </a:lnTo>
                  <a:lnTo>
                    <a:pt x="8383" y="7576"/>
                  </a:lnTo>
                  <a:lnTo>
                    <a:pt x="9461" y="7206"/>
                  </a:lnTo>
                  <a:lnTo>
                    <a:pt x="10538" y="6869"/>
                  </a:lnTo>
                  <a:lnTo>
                    <a:pt x="11750" y="6465"/>
                  </a:lnTo>
                  <a:lnTo>
                    <a:pt x="12962" y="6061"/>
                  </a:lnTo>
                  <a:lnTo>
                    <a:pt x="14174" y="5724"/>
                  </a:lnTo>
                  <a:lnTo>
                    <a:pt x="15386" y="5455"/>
                  </a:lnTo>
                  <a:lnTo>
                    <a:pt x="15454" y="5421"/>
                  </a:lnTo>
                  <a:lnTo>
                    <a:pt x="15454" y="5354"/>
                  </a:lnTo>
                  <a:lnTo>
                    <a:pt x="15420" y="5287"/>
                  </a:lnTo>
                  <a:lnTo>
                    <a:pt x="15353" y="5287"/>
                  </a:lnTo>
                  <a:lnTo>
                    <a:pt x="14174" y="5556"/>
                  </a:lnTo>
                  <a:lnTo>
                    <a:pt x="13030" y="5893"/>
                  </a:lnTo>
                  <a:lnTo>
                    <a:pt x="11885" y="6229"/>
                  </a:lnTo>
                  <a:lnTo>
                    <a:pt x="10740" y="6600"/>
                  </a:lnTo>
                  <a:lnTo>
                    <a:pt x="9595" y="6970"/>
                  </a:lnTo>
                  <a:lnTo>
                    <a:pt x="8417" y="7273"/>
                  </a:lnTo>
                  <a:lnTo>
                    <a:pt x="6094" y="7913"/>
                  </a:lnTo>
                  <a:lnTo>
                    <a:pt x="5892" y="7307"/>
                  </a:lnTo>
                  <a:lnTo>
                    <a:pt x="5892" y="7273"/>
                  </a:lnTo>
                  <a:lnTo>
                    <a:pt x="6565" y="7138"/>
                  </a:lnTo>
                  <a:lnTo>
                    <a:pt x="7239" y="7004"/>
                  </a:lnTo>
                  <a:lnTo>
                    <a:pt x="8585" y="6667"/>
                  </a:lnTo>
                  <a:lnTo>
                    <a:pt x="9898" y="6297"/>
                  </a:lnTo>
                  <a:lnTo>
                    <a:pt x="11245" y="5926"/>
                  </a:lnTo>
                  <a:lnTo>
                    <a:pt x="12659" y="5489"/>
                  </a:lnTo>
                  <a:lnTo>
                    <a:pt x="14107" y="5051"/>
                  </a:lnTo>
                  <a:lnTo>
                    <a:pt x="15521" y="4580"/>
                  </a:lnTo>
                  <a:lnTo>
                    <a:pt x="16901" y="4041"/>
                  </a:lnTo>
                  <a:lnTo>
                    <a:pt x="16969" y="4007"/>
                  </a:lnTo>
                  <a:lnTo>
                    <a:pt x="16969" y="3940"/>
                  </a:lnTo>
                  <a:lnTo>
                    <a:pt x="16935" y="3906"/>
                  </a:lnTo>
                  <a:lnTo>
                    <a:pt x="16868" y="3906"/>
                  </a:lnTo>
                  <a:lnTo>
                    <a:pt x="14174" y="4815"/>
                  </a:lnTo>
                  <a:lnTo>
                    <a:pt x="12794" y="5253"/>
                  </a:lnTo>
                  <a:lnTo>
                    <a:pt x="11447" y="5657"/>
                  </a:lnTo>
                  <a:lnTo>
                    <a:pt x="10033" y="6061"/>
                  </a:lnTo>
                  <a:lnTo>
                    <a:pt x="8619" y="6398"/>
                  </a:lnTo>
                  <a:lnTo>
                    <a:pt x="7239" y="6734"/>
                  </a:lnTo>
                  <a:lnTo>
                    <a:pt x="5825" y="7105"/>
                  </a:lnTo>
                  <a:lnTo>
                    <a:pt x="5656" y="6398"/>
                  </a:lnTo>
                  <a:lnTo>
                    <a:pt x="5488" y="5657"/>
                  </a:lnTo>
                  <a:lnTo>
                    <a:pt x="5219" y="4209"/>
                  </a:lnTo>
                  <a:lnTo>
                    <a:pt x="7845" y="3536"/>
                  </a:lnTo>
                  <a:lnTo>
                    <a:pt x="11952" y="2492"/>
                  </a:lnTo>
                  <a:lnTo>
                    <a:pt x="16060" y="1448"/>
                  </a:lnTo>
                  <a:lnTo>
                    <a:pt x="16127" y="1448"/>
                  </a:lnTo>
                  <a:lnTo>
                    <a:pt x="16127" y="1381"/>
                  </a:lnTo>
                  <a:close/>
                  <a:moveTo>
                    <a:pt x="4141" y="4479"/>
                  </a:moveTo>
                  <a:lnTo>
                    <a:pt x="4478" y="6061"/>
                  </a:lnTo>
                  <a:lnTo>
                    <a:pt x="4882" y="7610"/>
                  </a:lnTo>
                  <a:lnTo>
                    <a:pt x="5656" y="10707"/>
                  </a:lnTo>
                  <a:lnTo>
                    <a:pt x="7306" y="17171"/>
                  </a:lnTo>
                  <a:lnTo>
                    <a:pt x="9696" y="26632"/>
                  </a:lnTo>
                  <a:lnTo>
                    <a:pt x="8451" y="26868"/>
                  </a:lnTo>
                  <a:lnTo>
                    <a:pt x="8249" y="26228"/>
                  </a:lnTo>
                  <a:lnTo>
                    <a:pt x="8047" y="25555"/>
                  </a:lnTo>
                  <a:lnTo>
                    <a:pt x="7744" y="24242"/>
                  </a:lnTo>
                  <a:lnTo>
                    <a:pt x="7441" y="22895"/>
                  </a:lnTo>
                  <a:lnTo>
                    <a:pt x="7205" y="21582"/>
                  </a:lnTo>
                  <a:lnTo>
                    <a:pt x="6902" y="20168"/>
                  </a:lnTo>
                  <a:lnTo>
                    <a:pt x="6565" y="18788"/>
                  </a:lnTo>
                  <a:lnTo>
                    <a:pt x="6161" y="17407"/>
                  </a:lnTo>
                  <a:lnTo>
                    <a:pt x="5724" y="16060"/>
                  </a:lnTo>
                  <a:lnTo>
                    <a:pt x="5286" y="14680"/>
                  </a:lnTo>
                  <a:lnTo>
                    <a:pt x="4882" y="13300"/>
                  </a:lnTo>
                  <a:lnTo>
                    <a:pt x="4512" y="11886"/>
                  </a:lnTo>
                  <a:lnTo>
                    <a:pt x="4175" y="10505"/>
                  </a:lnTo>
                  <a:lnTo>
                    <a:pt x="3501" y="7711"/>
                  </a:lnTo>
                  <a:lnTo>
                    <a:pt x="3165" y="6263"/>
                  </a:lnTo>
                  <a:lnTo>
                    <a:pt x="2996" y="5556"/>
                  </a:lnTo>
                  <a:lnTo>
                    <a:pt x="2794" y="4849"/>
                  </a:lnTo>
                  <a:lnTo>
                    <a:pt x="3737" y="4580"/>
                  </a:lnTo>
                  <a:lnTo>
                    <a:pt x="4141" y="4479"/>
                  </a:lnTo>
                  <a:close/>
                  <a:moveTo>
                    <a:pt x="23298" y="18687"/>
                  </a:moveTo>
                  <a:lnTo>
                    <a:pt x="23635" y="19562"/>
                  </a:lnTo>
                  <a:lnTo>
                    <a:pt x="23904" y="20437"/>
                  </a:lnTo>
                  <a:lnTo>
                    <a:pt x="24140" y="21144"/>
                  </a:lnTo>
                  <a:lnTo>
                    <a:pt x="24241" y="21481"/>
                  </a:lnTo>
                  <a:lnTo>
                    <a:pt x="24308" y="21851"/>
                  </a:lnTo>
                  <a:lnTo>
                    <a:pt x="24342" y="22222"/>
                  </a:lnTo>
                  <a:lnTo>
                    <a:pt x="24275" y="22558"/>
                  </a:lnTo>
                  <a:lnTo>
                    <a:pt x="24241" y="22727"/>
                  </a:lnTo>
                  <a:lnTo>
                    <a:pt x="24174" y="22861"/>
                  </a:lnTo>
                  <a:lnTo>
                    <a:pt x="24073" y="23030"/>
                  </a:lnTo>
                  <a:lnTo>
                    <a:pt x="23972" y="23164"/>
                  </a:lnTo>
                  <a:lnTo>
                    <a:pt x="23736" y="23366"/>
                  </a:lnTo>
                  <a:lnTo>
                    <a:pt x="23500" y="23535"/>
                  </a:lnTo>
                  <a:lnTo>
                    <a:pt x="23231" y="23703"/>
                  </a:lnTo>
                  <a:lnTo>
                    <a:pt x="22928" y="23804"/>
                  </a:lnTo>
                  <a:lnTo>
                    <a:pt x="22356" y="24006"/>
                  </a:lnTo>
                  <a:lnTo>
                    <a:pt x="21783" y="24174"/>
                  </a:lnTo>
                  <a:lnTo>
                    <a:pt x="21245" y="24309"/>
                  </a:lnTo>
                  <a:lnTo>
                    <a:pt x="20706" y="24410"/>
                  </a:lnTo>
                  <a:lnTo>
                    <a:pt x="19595" y="24578"/>
                  </a:lnTo>
                  <a:lnTo>
                    <a:pt x="18517" y="24780"/>
                  </a:lnTo>
                  <a:lnTo>
                    <a:pt x="17406" y="25050"/>
                  </a:lnTo>
                  <a:lnTo>
                    <a:pt x="16329" y="25319"/>
                  </a:lnTo>
                  <a:lnTo>
                    <a:pt x="15252" y="25588"/>
                  </a:lnTo>
                  <a:lnTo>
                    <a:pt x="14174" y="25891"/>
                  </a:lnTo>
                  <a:lnTo>
                    <a:pt x="13097" y="26228"/>
                  </a:lnTo>
                  <a:lnTo>
                    <a:pt x="10976" y="26935"/>
                  </a:lnTo>
                  <a:lnTo>
                    <a:pt x="10908" y="26733"/>
                  </a:lnTo>
                  <a:lnTo>
                    <a:pt x="10807" y="26363"/>
                  </a:lnTo>
                  <a:lnTo>
                    <a:pt x="10841" y="26363"/>
                  </a:lnTo>
                  <a:lnTo>
                    <a:pt x="11346" y="26329"/>
                  </a:lnTo>
                  <a:lnTo>
                    <a:pt x="11851" y="26228"/>
                  </a:lnTo>
                  <a:lnTo>
                    <a:pt x="12861" y="25959"/>
                  </a:lnTo>
                  <a:lnTo>
                    <a:pt x="15117" y="25420"/>
                  </a:lnTo>
                  <a:lnTo>
                    <a:pt x="17474" y="24747"/>
                  </a:lnTo>
                  <a:lnTo>
                    <a:pt x="19830" y="24073"/>
                  </a:lnTo>
                  <a:lnTo>
                    <a:pt x="20672" y="23838"/>
                  </a:lnTo>
                  <a:lnTo>
                    <a:pt x="21548" y="23568"/>
                  </a:lnTo>
                  <a:lnTo>
                    <a:pt x="21985" y="23400"/>
                  </a:lnTo>
                  <a:lnTo>
                    <a:pt x="22389" y="23232"/>
                  </a:lnTo>
                  <a:lnTo>
                    <a:pt x="22760" y="22996"/>
                  </a:lnTo>
                  <a:lnTo>
                    <a:pt x="23096" y="22693"/>
                  </a:lnTo>
                  <a:lnTo>
                    <a:pt x="23231" y="22558"/>
                  </a:lnTo>
                  <a:lnTo>
                    <a:pt x="23332" y="22390"/>
                  </a:lnTo>
                  <a:lnTo>
                    <a:pt x="23399" y="22188"/>
                  </a:lnTo>
                  <a:lnTo>
                    <a:pt x="23399" y="22020"/>
                  </a:lnTo>
                  <a:lnTo>
                    <a:pt x="23433" y="21818"/>
                  </a:lnTo>
                  <a:lnTo>
                    <a:pt x="23399" y="21649"/>
                  </a:lnTo>
                  <a:lnTo>
                    <a:pt x="23332" y="21245"/>
                  </a:lnTo>
                  <a:lnTo>
                    <a:pt x="23197" y="20841"/>
                  </a:lnTo>
                  <a:lnTo>
                    <a:pt x="23029" y="20437"/>
                  </a:lnTo>
                  <a:lnTo>
                    <a:pt x="22894" y="20067"/>
                  </a:lnTo>
                  <a:lnTo>
                    <a:pt x="22793" y="19730"/>
                  </a:lnTo>
                  <a:lnTo>
                    <a:pt x="22793" y="19697"/>
                  </a:lnTo>
                  <a:lnTo>
                    <a:pt x="22760" y="19663"/>
                  </a:lnTo>
                  <a:lnTo>
                    <a:pt x="23029" y="19192"/>
                  </a:lnTo>
                  <a:lnTo>
                    <a:pt x="23298" y="18687"/>
                  </a:lnTo>
                  <a:close/>
                  <a:moveTo>
                    <a:pt x="5050" y="4243"/>
                  </a:moveTo>
                  <a:lnTo>
                    <a:pt x="5151" y="4984"/>
                  </a:lnTo>
                  <a:lnTo>
                    <a:pt x="5286" y="5724"/>
                  </a:lnTo>
                  <a:lnTo>
                    <a:pt x="5454" y="6465"/>
                  </a:lnTo>
                  <a:lnTo>
                    <a:pt x="5623" y="7172"/>
                  </a:lnTo>
                  <a:lnTo>
                    <a:pt x="5623" y="7206"/>
                  </a:lnTo>
                  <a:lnTo>
                    <a:pt x="5623" y="7239"/>
                  </a:lnTo>
                  <a:lnTo>
                    <a:pt x="5623" y="7273"/>
                  </a:lnTo>
                  <a:lnTo>
                    <a:pt x="5656" y="7307"/>
                  </a:lnTo>
                  <a:lnTo>
                    <a:pt x="5892" y="7980"/>
                  </a:lnTo>
                  <a:lnTo>
                    <a:pt x="6633" y="10202"/>
                  </a:lnTo>
                  <a:lnTo>
                    <a:pt x="6666" y="10270"/>
                  </a:lnTo>
                  <a:lnTo>
                    <a:pt x="6599" y="10303"/>
                  </a:lnTo>
                  <a:lnTo>
                    <a:pt x="6599" y="10337"/>
                  </a:lnTo>
                  <a:lnTo>
                    <a:pt x="6666" y="10303"/>
                  </a:lnTo>
                  <a:lnTo>
                    <a:pt x="6936" y="11111"/>
                  </a:lnTo>
                  <a:lnTo>
                    <a:pt x="7138" y="11953"/>
                  </a:lnTo>
                  <a:lnTo>
                    <a:pt x="7542" y="13603"/>
                  </a:lnTo>
                  <a:lnTo>
                    <a:pt x="7878" y="15286"/>
                  </a:lnTo>
                  <a:lnTo>
                    <a:pt x="8215" y="16969"/>
                  </a:lnTo>
                  <a:lnTo>
                    <a:pt x="9023" y="20269"/>
                  </a:lnTo>
                  <a:lnTo>
                    <a:pt x="9865" y="23535"/>
                  </a:lnTo>
                  <a:lnTo>
                    <a:pt x="10168" y="24915"/>
                  </a:lnTo>
                  <a:lnTo>
                    <a:pt x="10471" y="26329"/>
                  </a:lnTo>
                  <a:lnTo>
                    <a:pt x="10673" y="27036"/>
                  </a:lnTo>
                  <a:lnTo>
                    <a:pt x="10875" y="27710"/>
                  </a:lnTo>
                  <a:lnTo>
                    <a:pt x="11144" y="28383"/>
                  </a:lnTo>
                  <a:lnTo>
                    <a:pt x="11447" y="29023"/>
                  </a:lnTo>
                  <a:lnTo>
                    <a:pt x="11043" y="28821"/>
                  </a:lnTo>
                  <a:lnTo>
                    <a:pt x="11009" y="28787"/>
                  </a:lnTo>
                  <a:lnTo>
                    <a:pt x="10942" y="28821"/>
                  </a:lnTo>
                  <a:lnTo>
                    <a:pt x="10908" y="28854"/>
                  </a:lnTo>
                  <a:lnTo>
                    <a:pt x="10875" y="28888"/>
                  </a:lnTo>
                  <a:lnTo>
                    <a:pt x="10706" y="29359"/>
                  </a:lnTo>
                  <a:lnTo>
                    <a:pt x="9124" y="23232"/>
                  </a:lnTo>
                  <a:lnTo>
                    <a:pt x="7575" y="17104"/>
                  </a:lnTo>
                  <a:lnTo>
                    <a:pt x="5993" y="10909"/>
                  </a:lnTo>
                  <a:lnTo>
                    <a:pt x="5185" y="7677"/>
                  </a:lnTo>
                  <a:lnTo>
                    <a:pt x="4747" y="6061"/>
                  </a:lnTo>
                  <a:lnTo>
                    <a:pt x="4276" y="4445"/>
                  </a:lnTo>
                  <a:lnTo>
                    <a:pt x="5050" y="4243"/>
                  </a:lnTo>
                  <a:close/>
                  <a:moveTo>
                    <a:pt x="17406" y="1"/>
                  </a:moveTo>
                  <a:lnTo>
                    <a:pt x="17204" y="34"/>
                  </a:lnTo>
                  <a:lnTo>
                    <a:pt x="15689" y="337"/>
                  </a:lnTo>
                  <a:lnTo>
                    <a:pt x="14174" y="708"/>
                  </a:lnTo>
                  <a:lnTo>
                    <a:pt x="11211" y="1448"/>
                  </a:lnTo>
                  <a:lnTo>
                    <a:pt x="8282" y="2189"/>
                  </a:lnTo>
                  <a:lnTo>
                    <a:pt x="5421" y="2997"/>
                  </a:lnTo>
                  <a:lnTo>
                    <a:pt x="2424" y="3873"/>
                  </a:lnTo>
                  <a:lnTo>
                    <a:pt x="909" y="4344"/>
                  </a:lnTo>
                  <a:lnTo>
                    <a:pt x="168" y="4580"/>
                  </a:lnTo>
                  <a:lnTo>
                    <a:pt x="0" y="4647"/>
                  </a:lnTo>
                  <a:lnTo>
                    <a:pt x="0" y="4916"/>
                  </a:lnTo>
                  <a:lnTo>
                    <a:pt x="337" y="4815"/>
                  </a:lnTo>
                  <a:lnTo>
                    <a:pt x="640" y="4681"/>
                  </a:lnTo>
                  <a:lnTo>
                    <a:pt x="1246" y="4479"/>
                  </a:lnTo>
                  <a:lnTo>
                    <a:pt x="3703" y="3704"/>
                  </a:lnTo>
                  <a:lnTo>
                    <a:pt x="6363" y="2964"/>
                  </a:lnTo>
                  <a:lnTo>
                    <a:pt x="8989" y="2257"/>
                  </a:lnTo>
                  <a:lnTo>
                    <a:pt x="11649" y="1583"/>
                  </a:lnTo>
                  <a:lnTo>
                    <a:pt x="14309" y="943"/>
                  </a:lnTo>
                  <a:lnTo>
                    <a:pt x="16834" y="337"/>
                  </a:lnTo>
                  <a:lnTo>
                    <a:pt x="17272" y="270"/>
                  </a:lnTo>
                  <a:lnTo>
                    <a:pt x="17474" y="236"/>
                  </a:lnTo>
                  <a:lnTo>
                    <a:pt x="17676" y="270"/>
                  </a:lnTo>
                  <a:lnTo>
                    <a:pt x="17878" y="304"/>
                  </a:lnTo>
                  <a:lnTo>
                    <a:pt x="18046" y="405"/>
                  </a:lnTo>
                  <a:lnTo>
                    <a:pt x="18214" y="539"/>
                  </a:lnTo>
                  <a:lnTo>
                    <a:pt x="18383" y="708"/>
                  </a:lnTo>
                  <a:lnTo>
                    <a:pt x="18484" y="876"/>
                  </a:lnTo>
                  <a:lnTo>
                    <a:pt x="18517" y="1011"/>
                  </a:lnTo>
                  <a:lnTo>
                    <a:pt x="18618" y="1347"/>
                  </a:lnTo>
                  <a:lnTo>
                    <a:pt x="18652" y="1650"/>
                  </a:lnTo>
                  <a:lnTo>
                    <a:pt x="18652" y="1987"/>
                  </a:lnTo>
                  <a:lnTo>
                    <a:pt x="18652" y="2055"/>
                  </a:lnTo>
                  <a:lnTo>
                    <a:pt x="18686" y="2088"/>
                  </a:lnTo>
                  <a:lnTo>
                    <a:pt x="18753" y="2122"/>
                  </a:lnTo>
                  <a:lnTo>
                    <a:pt x="18854" y="2088"/>
                  </a:lnTo>
                  <a:lnTo>
                    <a:pt x="18888" y="2055"/>
                  </a:lnTo>
                  <a:lnTo>
                    <a:pt x="18888" y="1987"/>
                  </a:lnTo>
                  <a:lnTo>
                    <a:pt x="18888" y="1954"/>
                  </a:lnTo>
                  <a:lnTo>
                    <a:pt x="18955" y="2358"/>
                  </a:lnTo>
                  <a:lnTo>
                    <a:pt x="19022" y="2795"/>
                  </a:lnTo>
                  <a:lnTo>
                    <a:pt x="19258" y="3671"/>
                  </a:lnTo>
                  <a:lnTo>
                    <a:pt x="19696" y="5388"/>
                  </a:lnTo>
                  <a:lnTo>
                    <a:pt x="20672" y="9226"/>
                  </a:lnTo>
                  <a:lnTo>
                    <a:pt x="21110" y="11078"/>
                  </a:lnTo>
                  <a:lnTo>
                    <a:pt x="21615" y="12929"/>
                  </a:lnTo>
                  <a:lnTo>
                    <a:pt x="22120" y="14747"/>
                  </a:lnTo>
                  <a:lnTo>
                    <a:pt x="22423" y="15656"/>
                  </a:lnTo>
                  <a:lnTo>
                    <a:pt x="22726" y="16565"/>
                  </a:lnTo>
                  <a:lnTo>
                    <a:pt x="21817" y="16296"/>
                  </a:lnTo>
                  <a:lnTo>
                    <a:pt x="21817" y="16262"/>
                  </a:lnTo>
                  <a:lnTo>
                    <a:pt x="21413" y="15084"/>
                  </a:lnTo>
                  <a:lnTo>
                    <a:pt x="21043" y="13906"/>
                  </a:lnTo>
                  <a:lnTo>
                    <a:pt x="20740" y="12727"/>
                  </a:lnTo>
                  <a:lnTo>
                    <a:pt x="20437" y="11549"/>
                  </a:lnTo>
                  <a:lnTo>
                    <a:pt x="19898" y="9158"/>
                  </a:lnTo>
                  <a:lnTo>
                    <a:pt x="19393" y="6768"/>
                  </a:lnTo>
                  <a:lnTo>
                    <a:pt x="19191" y="5691"/>
                  </a:lnTo>
                  <a:lnTo>
                    <a:pt x="18955" y="4580"/>
                  </a:lnTo>
                  <a:lnTo>
                    <a:pt x="18820" y="4041"/>
                  </a:lnTo>
                  <a:lnTo>
                    <a:pt x="18686" y="3502"/>
                  </a:lnTo>
                  <a:lnTo>
                    <a:pt x="18484" y="2997"/>
                  </a:lnTo>
                  <a:lnTo>
                    <a:pt x="18282" y="2492"/>
                  </a:lnTo>
                  <a:lnTo>
                    <a:pt x="18147" y="2189"/>
                  </a:lnTo>
                  <a:lnTo>
                    <a:pt x="17911" y="1920"/>
                  </a:lnTo>
                  <a:lnTo>
                    <a:pt x="17676" y="1650"/>
                  </a:lnTo>
                  <a:lnTo>
                    <a:pt x="17406" y="1448"/>
                  </a:lnTo>
                  <a:lnTo>
                    <a:pt x="17070" y="1280"/>
                  </a:lnTo>
                  <a:lnTo>
                    <a:pt x="16767" y="1179"/>
                  </a:lnTo>
                  <a:lnTo>
                    <a:pt x="16598" y="1145"/>
                  </a:lnTo>
                  <a:lnTo>
                    <a:pt x="16430" y="1179"/>
                  </a:lnTo>
                  <a:lnTo>
                    <a:pt x="16262" y="1179"/>
                  </a:lnTo>
                  <a:lnTo>
                    <a:pt x="16093" y="1246"/>
                  </a:lnTo>
                  <a:lnTo>
                    <a:pt x="15992" y="1246"/>
                  </a:lnTo>
                  <a:lnTo>
                    <a:pt x="11885" y="2257"/>
                  </a:lnTo>
                  <a:lnTo>
                    <a:pt x="7777" y="3300"/>
                  </a:lnTo>
                  <a:lnTo>
                    <a:pt x="3670" y="4378"/>
                  </a:lnTo>
                  <a:lnTo>
                    <a:pt x="1818" y="4815"/>
                  </a:lnTo>
                  <a:lnTo>
                    <a:pt x="909" y="5085"/>
                  </a:lnTo>
                  <a:lnTo>
                    <a:pt x="0" y="5354"/>
                  </a:lnTo>
                  <a:lnTo>
                    <a:pt x="0" y="5590"/>
                  </a:lnTo>
                  <a:lnTo>
                    <a:pt x="673" y="5421"/>
                  </a:lnTo>
                  <a:lnTo>
                    <a:pt x="1347" y="5253"/>
                  </a:lnTo>
                  <a:lnTo>
                    <a:pt x="2660" y="4883"/>
                  </a:lnTo>
                  <a:lnTo>
                    <a:pt x="2761" y="5489"/>
                  </a:lnTo>
                  <a:lnTo>
                    <a:pt x="2895" y="6061"/>
                  </a:lnTo>
                  <a:lnTo>
                    <a:pt x="3198" y="7239"/>
                  </a:lnTo>
                  <a:lnTo>
                    <a:pt x="3905" y="10303"/>
                  </a:lnTo>
                  <a:lnTo>
                    <a:pt x="4579" y="13098"/>
                  </a:lnTo>
                  <a:lnTo>
                    <a:pt x="4949" y="14512"/>
                  </a:lnTo>
                  <a:lnTo>
                    <a:pt x="5387" y="15892"/>
                  </a:lnTo>
                  <a:lnTo>
                    <a:pt x="5825" y="17239"/>
                  </a:lnTo>
                  <a:lnTo>
                    <a:pt x="6229" y="18619"/>
                  </a:lnTo>
                  <a:lnTo>
                    <a:pt x="6565" y="20000"/>
                  </a:lnTo>
                  <a:lnTo>
                    <a:pt x="6902" y="21414"/>
                  </a:lnTo>
                  <a:lnTo>
                    <a:pt x="7171" y="22794"/>
                  </a:lnTo>
                  <a:lnTo>
                    <a:pt x="7474" y="24174"/>
                  </a:lnTo>
                  <a:lnTo>
                    <a:pt x="7811" y="25555"/>
                  </a:lnTo>
                  <a:lnTo>
                    <a:pt x="8013" y="26228"/>
                  </a:lnTo>
                  <a:lnTo>
                    <a:pt x="8215" y="26902"/>
                  </a:lnTo>
                  <a:lnTo>
                    <a:pt x="6262" y="27339"/>
                  </a:lnTo>
                  <a:lnTo>
                    <a:pt x="4310" y="27777"/>
                  </a:lnTo>
                  <a:lnTo>
                    <a:pt x="2963" y="28147"/>
                  </a:lnTo>
                  <a:lnTo>
                    <a:pt x="1582" y="28518"/>
                  </a:lnTo>
                  <a:lnTo>
                    <a:pt x="135" y="28989"/>
                  </a:lnTo>
                  <a:lnTo>
                    <a:pt x="0" y="29023"/>
                  </a:lnTo>
                  <a:lnTo>
                    <a:pt x="0" y="29258"/>
                  </a:lnTo>
                  <a:lnTo>
                    <a:pt x="909" y="28955"/>
                  </a:lnTo>
                  <a:lnTo>
                    <a:pt x="2390" y="28518"/>
                  </a:lnTo>
                  <a:lnTo>
                    <a:pt x="3872" y="28114"/>
                  </a:lnTo>
                  <a:lnTo>
                    <a:pt x="4983" y="27878"/>
                  </a:lnTo>
                  <a:lnTo>
                    <a:pt x="6094" y="27609"/>
                  </a:lnTo>
                  <a:lnTo>
                    <a:pt x="8316" y="27171"/>
                  </a:lnTo>
                  <a:lnTo>
                    <a:pt x="8383" y="27205"/>
                  </a:lnTo>
                  <a:lnTo>
                    <a:pt x="8451" y="27205"/>
                  </a:lnTo>
                  <a:lnTo>
                    <a:pt x="8518" y="27171"/>
                  </a:lnTo>
                  <a:lnTo>
                    <a:pt x="8552" y="27104"/>
                  </a:lnTo>
                  <a:lnTo>
                    <a:pt x="9764" y="26834"/>
                  </a:lnTo>
                  <a:lnTo>
                    <a:pt x="9865" y="27272"/>
                  </a:lnTo>
                  <a:lnTo>
                    <a:pt x="8383" y="27642"/>
                  </a:lnTo>
                  <a:lnTo>
                    <a:pt x="6936" y="28046"/>
                  </a:lnTo>
                  <a:lnTo>
                    <a:pt x="4006" y="28888"/>
                  </a:lnTo>
                  <a:lnTo>
                    <a:pt x="1178" y="29696"/>
                  </a:lnTo>
                  <a:lnTo>
                    <a:pt x="0" y="30033"/>
                  </a:lnTo>
                  <a:lnTo>
                    <a:pt x="0" y="30268"/>
                  </a:lnTo>
                  <a:lnTo>
                    <a:pt x="3299" y="29359"/>
                  </a:lnTo>
                  <a:lnTo>
                    <a:pt x="6633" y="28450"/>
                  </a:lnTo>
                  <a:lnTo>
                    <a:pt x="8282" y="27979"/>
                  </a:lnTo>
                  <a:lnTo>
                    <a:pt x="9898" y="27474"/>
                  </a:lnTo>
                  <a:lnTo>
                    <a:pt x="10504" y="29864"/>
                  </a:lnTo>
                  <a:lnTo>
                    <a:pt x="10572" y="29932"/>
                  </a:lnTo>
                  <a:lnTo>
                    <a:pt x="10572" y="30134"/>
                  </a:lnTo>
                  <a:lnTo>
                    <a:pt x="10740" y="29932"/>
                  </a:lnTo>
                  <a:lnTo>
                    <a:pt x="10807" y="29898"/>
                  </a:lnTo>
                  <a:lnTo>
                    <a:pt x="10807" y="29797"/>
                  </a:lnTo>
                  <a:lnTo>
                    <a:pt x="10942" y="29460"/>
                  </a:lnTo>
                  <a:lnTo>
                    <a:pt x="11077" y="29124"/>
                  </a:lnTo>
                  <a:lnTo>
                    <a:pt x="11380" y="29326"/>
                  </a:lnTo>
                  <a:lnTo>
                    <a:pt x="11716" y="29494"/>
                  </a:lnTo>
                  <a:lnTo>
                    <a:pt x="11750" y="29528"/>
                  </a:lnTo>
                  <a:lnTo>
                    <a:pt x="11885" y="29528"/>
                  </a:lnTo>
                  <a:lnTo>
                    <a:pt x="11952" y="29460"/>
                  </a:lnTo>
                  <a:lnTo>
                    <a:pt x="11952" y="29393"/>
                  </a:lnTo>
                  <a:lnTo>
                    <a:pt x="11918" y="29359"/>
                  </a:lnTo>
                  <a:lnTo>
                    <a:pt x="11615" y="28821"/>
                  </a:lnTo>
                  <a:lnTo>
                    <a:pt x="11380" y="28282"/>
                  </a:lnTo>
                  <a:lnTo>
                    <a:pt x="11178" y="27710"/>
                  </a:lnTo>
                  <a:lnTo>
                    <a:pt x="11009" y="27137"/>
                  </a:lnTo>
                  <a:lnTo>
                    <a:pt x="12289" y="26767"/>
                  </a:lnTo>
                  <a:lnTo>
                    <a:pt x="13568" y="26363"/>
                  </a:lnTo>
                  <a:lnTo>
                    <a:pt x="14848" y="25992"/>
                  </a:lnTo>
                  <a:lnTo>
                    <a:pt x="16127" y="25622"/>
                  </a:lnTo>
                  <a:lnTo>
                    <a:pt x="17373" y="25285"/>
                  </a:lnTo>
                  <a:lnTo>
                    <a:pt x="18652" y="24982"/>
                  </a:lnTo>
                  <a:lnTo>
                    <a:pt x="19325" y="24848"/>
                  </a:lnTo>
                  <a:lnTo>
                    <a:pt x="19999" y="24747"/>
                  </a:lnTo>
                  <a:lnTo>
                    <a:pt x="20672" y="24612"/>
                  </a:lnTo>
                  <a:lnTo>
                    <a:pt x="21346" y="24444"/>
                  </a:lnTo>
                  <a:lnTo>
                    <a:pt x="22255" y="24208"/>
                  </a:lnTo>
                  <a:lnTo>
                    <a:pt x="22726" y="24073"/>
                  </a:lnTo>
                  <a:lnTo>
                    <a:pt x="23197" y="23905"/>
                  </a:lnTo>
                  <a:lnTo>
                    <a:pt x="23635" y="23669"/>
                  </a:lnTo>
                  <a:lnTo>
                    <a:pt x="23803" y="23568"/>
                  </a:lnTo>
                  <a:lnTo>
                    <a:pt x="24005" y="23400"/>
                  </a:lnTo>
                  <a:lnTo>
                    <a:pt x="24174" y="23232"/>
                  </a:lnTo>
                  <a:lnTo>
                    <a:pt x="24308" y="23063"/>
                  </a:lnTo>
                  <a:lnTo>
                    <a:pt x="24409" y="22861"/>
                  </a:lnTo>
                  <a:lnTo>
                    <a:pt x="24510" y="22626"/>
                  </a:lnTo>
                  <a:lnTo>
                    <a:pt x="24578" y="22390"/>
                  </a:lnTo>
                  <a:lnTo>
                    <a:pt x="24578" y="22154"/>
                  </a:lnTo>
                  <a:lnTo>
                    <a:pt x="24544" y="21885"/>
                  </a:lnTo>
                  <a:lnTo>
                    <a:pt x="24477" y="21616"/>
                  </a:lnTo>
                  <a:lnTo>
                    <a:pt x="24342" y="21111"/>
                  </a:lnTo>
                  <a:lnTo>
                    <a:pt x="24174" y="20639"/>
                  </a:lnTo>
                  <a:lnTo>
                    <a:pt x="24005" y="20101"/>
                  </a:lnTo>
                  <a:lnTo>
                    <a:pt x="23803" y="19562"/>
                  </a:lnTo>
                  <a:lnTo>
                    <a:pt x="23366" y="18485"/>
                  </a:lnTo>
                  <a:lnTo>
                    <a:pt x="23399" y="18384"/>
                  </a:lnTo>
                  <a:lnTo>
                    <a:pt x="23938" y="18518"/>
                  </a:lnTo>
                  <a:lnTo>
                    <a:pt x="24477" y="18619"/>
                  </a:lnTo>
                  <a:lnTo>
                    <a:pt x="24510" y="18889"/>
                  </a:lnTo>
                  <a:lnTo>
                    <a:pt x="24544" y="19158"/>
                  </a:lnTo>
                  <a:lnTo>
                    <a:pt x="24578" y="19629"/>
                  </a:lnTo>
                  <a:lnTo>
                    <a:pt x="24645" y="20101"/>
                  </a:lnTo>
                  <a:lnTo>
                    <a:pt x="24746" y="20538"/>
                  </a:lnTo>
                  <a:lnTo>
                    <a:pt x="24847" y="20976"/>
                  </a:lnTo>
                  <a:lnTo>
                    <a:pt x="25015" y="21313"/>
                  </a:lnTo>
                  <a:lnTo>
                    <a:pt x="25217" y="21582"/>
                  </a:lnTo>
                  <a:lnTo>
                    <a:pt x="25453" y="21818"/>
                  </a:lnTo>
                  <a:lnTo>
                    <a:pt x="25722" y="22020"/>
                  </a:lnTo>
                  <a:lnTo>
                    <a:pt x="26025" y="22222"/>
                  </a:lnTo>
                  <a:lnTo>
                    <a:pt x="26328" y="22390"/>
                  </a:lnTo>
                  <a:lnTo>
                    <a:pt x="26934" y="22659"/>
                  </a:lnTo>
                  <a:lnTo>
                    <a:pt x="27338" y="22794"/>
                  </a:lnTo>
                  <a:lnTo>
                    <a:pt x="27742" y="22895"/>
                  </a:lnTo>
                  <a:lnTo>
                    <a:pt x="28113" y="22929"/>
                  </a:lnTo>
                  <a:lnTo>
                    <a:pt x="28449" y="22929"/>
                  </a:lnTo>
                  <a:lnTo>
                    <a:pt x="28820" y="22861"/>
                  </a:lnTo>
                  <a:lnTo>
                    <a:pt x="29157" y="22727"/>
                  </a:lnTo>
                  <a:lnTo>
                    <a:pt x="29493" y="22525"/>
                  </a:lnTo>
                  <a:lnTo>
                    <a:pt x="29796" y="22255"/>
                  </a:lnTo>
                  <a:lnTo>
                    <a:pt x="30066" y="22020"/>
                  </a:lnTo>
                  <a:lnTo>
                    <a:pt x="30335" y="21750"/>
                  </a:lnTo>
                  <a:lnTo>
                    <a:pt x="30537" y="21447"/>
                  </a:lnTo>
                  <a:lnTo>
                    <a:pt x="30773" y="21144"/>
                  </a:lnTo>
                  <a:lnTo>
                    <a:pt x="30773" y="21178"/>
                  </a:lnTo>
                  <a:lnTo>
                    <a:pt x="30806" y="21313"/>
                  </a:lnTo>
                  <a:lnTo>
                    <a:pt x="30907" y="21481"/>
                  </a:lnTo>
                  <a:lnTo>
                    <a:pt x="31008" y="21616"/>
                  </a:lnTo>
                  <a:lnTo>
                    <a:pt x="31143" y="21717"/>
                  </a:lnTo>
                  <a:lnTo>
                    <a:pt x="31278" y="21818"/>
                  </a:lnTo>
                  <a:lnTo>
                    <a:pt x="31446" y="21885"/>
                  </a:lnTo>
                  <a:lnTo>
                    <a:pt x="31648" y="21919"/>
                  </a:lnTo>
                  <a:lnTo>
                    <a:pt x="31816" y="21952"/>
                  </a:lnTo>
                  <a:lnTo>
                    <a:pt x="32018" y="21986"/>
                  </a:lnTo>
                  <a:lnTo>
                    <a:pt x="32187" y="21952"/>
                  </a:lnTo>
                  <a:lnTo>
                    <a:pt x="32389" y="21919"/>
                  </a:lnTo>
                  <a:lnTo>
                    <a:pt x="32523" y="21885"/>
                  </a:lnTo>
                  <a:lnTo>
                    <a:pt x="32692" y="21784"/>
                  </a:lnTo>
                  <a:lnTo>
                    <a:pt x="32826" y="21683"/>
                  </a:lnTo>
                  <a:lnTo>
                    <a:pt x="32927" y="21548"/>
                  </a:lnTo>
                  <a:lnTo>
                    <a:pt x="33028" y="21414"/>
                  </a:lnTo>
                  <a:lnTo>
                    <a:pt x="33028" y="21346"/>
                  </a:lnTo>
                  <a:lnTo>
                    <a:pt x="32995" y="21346"/>
                  </a:lnTo>
                  <a:lnTo>
                    <a:pt x="33028" y="21279"/>
                  </a:lnTo>
                  <a:lnTo>
                    <a:pt x="32995" y="21212"/>
                  </a:lnTo>
                  <a:lnTo>
                    <a:pt x="32826" y="21010"/>
                  </a:lnTo>
                  <a:lnTo>
                    <a:pt x="32624" y="20841"/>
                  </a:lnTo>
                  <a:lnTo>
                    <a:pt x="32220" y="20471"/>
                  </a:lnTo>
                  <a:lnTo>
                    <a:pt x="31850" y="20101"/>
                  </a:lnTo>
                  <a:lnTo>
                    <a:pt x="31648" y="19932"/>
                  </a:lnTo>
                  <a:lnTo>
                    <a:pt x="31412" y="19831"/>
                  </a:lnTo>
                  <a:lnTo>
                    <a:pt x="31513" y="19562"/>
                  </a:lnTo>
                  <a:lnTo>
                    <a:pt x="31682" y="19629"/>
                  </a:lnTo>
                  <a:lnTo>
                    <a:pt x="31816" y="19629"/>
                  </a:lnTo>
                  <a:lnTo>
                    <a:pt x="31985" y="19596"/>
                  </a:lnTo>
                  <a:lnTo>
                    <a:pt x="32119" y="19495"/>
                  </a:lnTo>
                  <a:lnTo>
                    <a:pt x="32187" y="19394"/>
                  </a:lnTo>
                  <a:lnTo>
                    <a:pt x="32220" y="19293"/>
                  </a:lnTo>
                  <a:lnTo>
                    <a:pt x="32254" y="19023"/>
                  </a:lnTo>
                  <a:lnTo>
                    <a:pt x="32355" y="18485"/>
                  </a:lnTo>
                  <a:lnTo>
                    <a:pt x="32321" y="18451"/>
                  </a:lnTo>
                  <a:lnTo>
                    <a:pt x="32355" y="18384"/>
                  </a:lnTo>
                  <a:lnTo>
                    <a:pt x="32288" y="18316"/>
                  </a:lnTo>
                  <a:lnTo>
                    <a:pt x="31850" y="18047"/>
                  </a:lnTo>
                  <a:lnTo>
                    <a:pt x="31412" y="17811"/>
                  </a:lnTo>
                  <a:lnTo>
                    <a:pt x="30941" y="17643"/>
                  </a:lnTo>
                  <a:lnTo>
                    <a:pt x="30470" y="17474"/>
                  </a:lnTo>
                  <a:lnTo>
                    <a:pt x="29965" y="17373"/>
                  </a:lnTo>
                  <a:lnTo>
                    <a:pt x="29493" y="17272"/>
                  </a:lnTo>
                  <a:lnTo>
                    <a:pt x="28988" y="17205"/>
                  </a:lnTo>
                  <a:lnTo>
                    <a:pt x="28483" y="17171"/>
                  </a:lnTo>
                  <a:lnTo>
                    <a:pt x="27473" y="17138"/>
                  </a:lnTo>
                  <a:lnTo>
                    <a:pt x="26463" y="17104"/>
                  </a:lnTo>
                  <a:lnTo>
                    <a:pt x="25453" y="17037"/>
                  </a:lnTo>
                  <a:lnTo>
                    <a:pt x="24477" y="16969"/>
                  </a:lnTo>
                  <a:lnTo>
                    <a:pt x="23736" y="16835"/>
                  </a:lnTo>
                  <a:lnTo>
                    <a:pt x="23029" y="16666"/>
                  </a:lnTo>
                  <a:lnTo>
                    <a:pt x="22490" y="14848"/>
                  </a:lnTo>
                  <a:lnTo>
                    <a:pt x="21952" y="13064"/>
                  </a:lnTo>
                  <a:lnTo>
                    <a:pt x="21447" y="11246"/>
                  </a:lnTo>
                  <a:lnTo>
                    <a:pt x="20975" y="9428"/>
                  </a:lnTo>
                  <a:lnTo>
                    <a:pt x="20032" y="5590"/>
                  </a:lnTo>
                  <a:lnTo>
                    <a:pt x="19797" y="4613"/>
                  </a:lnTo>
                  <a:lnTo>
                    <a:pt x="19561" y="3603"/>
                  </a:lnTo>
                  <a:lnTo>
                    <a:pt x="19325" y="2627"/>
                  </a:lnTo>
                  <a:lnTo>
                    <a:pt x="19157" y="2122"/>
                  </a:lnTo>
                  <a:lnTo>
                    <a:pt x="18989" y="1684"/>
                  </a:lnTo>
                  <a:lnTo>
                    <a:pt x="18921" y="1650"/>
                  </a:lnTo>
                  <a:lnTo>
                    <a:pt x="18888" y="1650"/>
                  </a:lnTo>
                  <a:lnTo>
                    <a:pt x="18854" y="1314"/>
                  </a:lnTo>
                  <a:lnTo>
                    <a:pt x="18753" y="977"/>
                  </a:lnTo>
                  <a:lnTo>
                    <a:pt x="18618" y="674"/>
                  </a:lnTo>
                  <a:lnTo>
                    <a:pt x="18416" y="405"/>
                  </a:lnTo>
                  <a:lnTo>
                    <a:pt x="18181" y="203"/>
                  </a:lnTo>
                  <a:lnTo>
                    <a:pt x="18046" y="135"/>
                  </a:lnTo>
                  <a:lnTo>
                    <a:pt x="17911" y="68"/>
                  </a:lnTo>
                  <a:lnTo>
                    <a:pt x="17743" y="1"/>
                  </a:lnTo>
                  <a:lnTo>
                    <a:pt x="1740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7" name="Google Shape;34;p2"/>
            <p:cNvSpPr>
              <a:spLocks/>
            </p:cNvSpPr>
            <p:nvPr/>
          </p:nvSpPr>
          <p:spPr bwMode="auto">
            <a:xfrm>
              <a:off x="-7997" y="4793914"/>
              <a:ext cx="359287" cy="108162"/>
            </a:xfrm>
            <a:custGeom>
              <a:avLst/>
              <a:gdLst>
                <a:gd name="T0" fmla="*/ 357034 w 5421"/>
                <a:gd name="T1" fmla="*/ 0 h 1651"/>
                <a:gd name="T2" fmla="*/ 321310 w 5421"/>
                <a:gd name="T3" fmla="*/ 4455 h 1651"/>
                <a:gd name="T4" fmla="*/ 285653 w 5421"/>
                <a:gd name="T5" fmla="*/ 8844 h 1651"/>
                <a:gd name="T6" fmla="*/ 252117 w 5421"/>
                <a:gd name="T7" fmla="*/ 17689 h 1651"/>
                <a:gd name="T8" fmla="*/ 216460 w 5421"/>
                <a:gd name="T9" fmla="*/ 26467 h 1651"/>
                <a:gd name="T10" fmla="*/ 147267 w 5421"/>
                <a:gd name="T11" fmla="*/ 46318 h 1651"/>
                <a:gd name="T12" fmla="*/ 80328 w 5421"/>
                <a:gd name="T13" fmla="*/ 66168 h 1651"/>
                <a:gd name="T14" fmla="*/ 0 w 5421"/>
                <a:gd name="T15" fmla="*/ 90473 h 1651"/>
                <a:gd name="T16" fmla="*/ 0 w 5421"/>
                <a:gd name="T17" fmla="*/ 108096 h 1651"/>
                <a:gd name="T18" fmla="*/ 69193 w 5421"/>
                <a:gd name="T19" fmla="*/ 86019 h 1651"/>
                <a:gd name="T20" fmla="*/ 211953 w 5421"/>
                <a:gd name="T21" fmla="*/ 41928 h 1651"/>
                <a:gd name="T22" fmla="*/ 357034 w 5421"/>
                <a:gd name="T23" fmla="*/ 2227 h 1651"/>
                <a:gd name="T24" fmla="*/ 359287 w 5421"/>
                <a:gd name="T25" fmla="*/ 0 h 1651"/>
                <a:gd name="T26" fmla="*/ 357034 w 5421"/>
                <a:gd name="T27" fmla="*/ 0 h 16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21" h="1651" extrusionOk="0">
                  <a:moveTo>
                    <a:pt x="5387" y="0"/>
                  </a:moveTo>
                  <a:lnTo>
                    <a:pt x="4848" y="68"/>
                  </a:lnTo>
                  <a:lnTo>
                    <a:pt x="4310" y="135"/>
                  </a:lnTo>
                  <a:lnTo>
                    <a:pt x="3804" y="270"/>
                  </a:lnTo>
                  <a:lnTo>
                    <a:pt x="3266" y="404"/>
                  </a:lnTo>
                  <a:lnTo>
                    <a:pt x="2222" y="707"/>
                  </a:lnTo>
                  <a:lnTo>
                    <a:pt x="1212" y="1010"/>
                  </a:lnTo>
                  <a:lnTo>
                    <a:pt x="0" y="1381"/>
                  </a:lnTo>
                  <a:lnTo>
                    <a:pt x="0" y="1650"/>
                  </a:lnTo>
                  <a:lnTo>
                    <a:pt x="1044" y="1313"/>
                  </a:lnTo>
                  <a:lnTo>
                    <a:pt x="3198" y="640"/>
                  </a:lnTo>
                  <a:lnTo>
                    <a:pt x="5387" y="34"/>
                  </a:lnTo>
                  <a:lnTo>
                    <a:pt x="5421" y="0"/>
                  </a:lnTo>
                  <a:lnTo>
                    <a:pt x="538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grpSp>
      <p:grpSp>
        <p:nvGrpSpPr>
          <p:cNvPr id="28" name="Google Shape;35;p2"/>
          <p:cNvGrpSpPr>
            <a:grpSpLocks/>
          </p:cNvGrpSpPr>
          <p:nvPr/>
        </p:nvGrpSpPr>
        <p:grpSpPr bwMode="auto">
          <a:xfrm>
            <a:off x="11228388" y="2871788"/>
            <a:ext cx="687387" cy="1214437"/>
            <a:chOff x="8443004" y="2878855"/>
            <a:chExt cx="688868" cy="1216595"/>
          </a:xfrm>
        </p:grpSpPr>
        <p:sp>
          <p:nvSpPr>
            <p:cNvPr id="29" name="Google Shape;36;p2"/>
            <p:cNvSpPr>
              <a:spLocks/>
            </p:cNvSpPr>
            <p:nvPr/>
          </p:nvSpPr>
          <p:spPr bwMode="auto">
            <a:xfrm>
              <a:off x="8758006" y="2982225"/>
              <a:ext cx="27045" cy="33397"/>
            </a:xfrm>
            <a:custGeom>
              <a:avLst/>
              <a:gdLst>
                <a:gd name="T0" fmla="*/ 9015 w 405"/>
                <a:gd name="T1" fmla="*/ 0 h 506"/>
                <a:gd name="T2" fmla="*/ 6811 w 405"/>
                <a:gd name="T3" fmla="*/ 2244 h 506"/>
                <a:gd name="T4" fmla="*/ 4541 w 405"/>
                <a:gd name="T5" fmla="*/ 4488 h 506"/>
                <a:gd name="T6" fmla="*/ 67 w 405"/>
                <a:gd name="T7" fmla="*/ 8910 h 506"/>
                <a:gd name="T8" fmla="*/ 67 w 405"/>
                <a:gd name="T9" fmla="*/ 13332 h 506"/>
                <a:gd name="T10" fmla="*/ 67 w 405"/>
                <a:gd name="T11" fmla="*/ 17821 h 506"/>
                <a:gd name="T12" fmla="*/ 2270 w 405"/>
                <a:gd name="T13" fmla="*/ 22243 h 506"/>
                <a:gd name="T14" fmla="*/ 2270 w 405"/>
                <a:gd name="T15" fmla="*/ 24487 h 506"/>
                <a:gd name="T16" fmla="*/ 4541 w 405"/>
                <a:gd name="T17" fmla="*/ 28909 h 506"/>
                <a:gd name="T18" fmla="*/ 9015 w 405"/>
                <a:gd name="T19" fmla="*/ 31153 h 506"/>
                <a:gd name="T20" fmla="*/ 11285 w 405"/>
                <a:gd name="T21" fmla="*/ 33331 h 506"/>
                <a:gd name="T22" fmla="*/ 15760 w 405"/>
                <a:gd name="T23" fmla="*/ 33331 h 506"/>
                <a:gd name="T24" fmla="*/ 20300 w 405"/>
                <a:gd name="T25" fmla="*/ 31153 h 506"/>
                <a:gd name="T26" fmla="*/ 24775 w 405"/>
                <a:gd name="T27" fmla="*/ 28909 h 506"/>
                <a:gd name="T28" fmla="*/ 27045 w 405"/>
                <a:gd name="T29" fmla="*/ 26665 h 506"/>
                <a:gd name="T30" fmla="*/ 27045 w 405"/>
                <a:gd name="T31" fmla="*/ 19999 h 506"/>
                <a:gd name="T32" fmla="*/ 27045 w 405"/>
                <a:gd name="T33" fmla="*/ 17821 h 506"/>
                <a:gd name="T34" fmla="*/ 27045 w 405"/>
                <a:gd name="T35" fmla="*/ 15576 h 506"/>
                <a:gd name="T36" fmla="*/ 27045 w 405"/>
                <a:gd name="T37" fmla="*/ 11154 h 506"/>
                <a:gd name="T38" fmla="*/ 24775 w 405"/>
                <a:gd name="T39" fmla="*/ 4488 h 506"/>
                <a:gd name="T40" fmla="*/ 20300 w 405"/>
                <a:gd name="T41" fmla="*/ 0 h 506"/>
                <a:gd name="T42" fmla="*/ 9015 w 405"/>
                <a:gd name="T43" fmla="*/ 0 h 5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05" h="506" extrusionOk="0">
                  <a:moveTo>
                    <a:pt x="135" y="0"/>
                  </a:moveTo>
                  <a:lnTo>
                    <a:pt x="102" y="34"/>
                  </a:lnTo>
                  <a:lnTo>
                    <a:pt x="68" y="68"/>
                  </a:lnTo>
                  <a:lnTo>
                    <a:pt x="1" y="135"/>
                  </a:lnTo>
                  <a:lnTo>
                    <a:pt x="1" y="202"/>
                  </a:lnTo>
                  <a:lnTo>
                    <a:pt x="1" y="270"/>
                  </a:lnTo>
                  <a:lnTo>
                    <a:pt x="34" y="337"/>
                  </a:lnTo>
                  <a:lnTo>
                    <a:pt x="34" y="371"/>
                  </a:lnTo>
                  <a:lnTo>
                    <a:pt x="68" y="438"/>
                  </a:lnTo>
                  <a:lnTo>
                    <a:pt x="135" y="472"/>
                  </a:lnTo>
                  <a:lnTo>
                    <a:pt x="169" y="505"/>
                  </a:lnTo>
                  <a:lnTo>
                    <a:pt x="236" y="505"/>
                  </a:lnTo>
                  <a:lnTo>
                    <a:pt x="304" y="472"/>
                  </a:lnTo>
                  <a:lnTo>
                    <a:pt x="371" y="438"/>
                  </a:lnTo>
                  <a:lnTo>
                    <a:pt x="405" y="404"/>
                  </a:lnTo>
                  <a:lnTo>
                    <a:pt x="405" y="303"/>
                  </a:lnTo>
                  <a:lnTo>
                    <a:pt x="405" y="270"/>
                  </a:lnTo>
                  <a:lnTo>
                    <a:pt x="405" y="236"/>
                  </a:lnTo>
                  <a:lnTo>
                    <a:pt x="405" y="169"/>
                  </a:lnTo>
                  <a:lnTo>
                    <a:pt x="371" y="68"/>
                  </a:lnTo>
                  <a:lnTo>
                    <a:pt x="304" y="0"/>
                  </a:lnTo>
                  <a:lnTo>
                    <a:pt x="13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30" name="Google Shape;37;p2"/>
            <p:cNvSpPr>
              <a:spLocks/>
            </p:cNvSpPr>
            <p:nvPr/>
          </p:nvSpPr>
          <p:spPr bwMode="auto">
            <a:xfrm>
              <a:off x="8681642" y="3930057"/>
              <a:ext cx="103409" cy="117684"/>
            </a:xfrm>
            <a:custGeom>
              <a:avLst/>
              <a:gdLst>
                <a:gd name="T0" fmla="*/ 27020 w 1550"/>
                <a:gd name="T1" fmla="*/ 33360 h 1785"/>
                <a:gd name="T2" fmla="*/ 27020 w 1550"/>
                <a:gd name="T3" fmla="*/ 40019 h 1785"/>
                <a:gd name="T4" fmla="*/ 36026 w 1550"/>
                <a:gd name="T5" fmla="*/ 40019 h 1785"/>
                <a:gd name="T6" fmla="*/ 53973 w 1550"/>
                <a:gd name="T7" fmla="*/ 33360 h 1785"/>
                <a:gd name="T8" fmla="*/ 71919 w 1550"/>
                <a:gd name="T9" fmla="*/ 40019 h 1785"/>
                <a:gd name="T10" fmla="*/ 85396 w 1550"/>
                <a:gd name="T11" fmla="*/ 53337 h 1785"/>
                <a:gd name="T12" fmla="*/ 87664 w 1550"/>
                <a:gd name="T13" fmla="*/ 73314 h 1785"/>
                <a:gd name="T14" fmla="*/ 80926 w 1550"/>
                <a:gd name="T15" fmla="*/ 88807 h 1785"/>
                <a:gd name="T16" fmla="*/ 65181 w 1550"/>
                <a:gd name="T17" fmla="*/ 97707 h 1785"/>
                <a:gd name="T18" fmla="*/ 47235 w 1550"/>
                <a:gd name="T19" fmla="*/ 97707 h 1785"/>
                <a:gd name="T20" fmla="*/ 31490 w 1550"/>
                <a:gd name="T21" fmla="*/ 91049 h 1785"/>
                <a:gd name="T22" fmla="*/ 20282 w 1550"/>
                <a:gd name="T23" fmla="*/ 77731 h 1785"/>
                <a:gd name="T24" fmla="*/ 15812 w 1550"/>
                <a:gd name="T25" fmla="*/ 64413 h 1785"/>
                <a:gd name="T26" fmla="*/ 24751 w 1550"/>
                <a:gd name="T27" fmla="*/ 33360 h 1785"/>
                <a:gd name="T28" fmla="*/ 44966 w 1550"/>
                <a:gd name="T29" fmla="*/ 66 h 1785"/>
                <a:gd name="T30" fmla="*/ 29288 w 1550"/>
                <a:gd name="T31" fmla="*/ 6725 h 1785"/>
                <a:gd name="T32" fmla="*/ 11275 w 1550"/>
                <a:gd name="T33" fmla="*/ 24460 h 1785"/>
                <a:gd name="T34" fmla="*/ 67 w 1550"/>
                <a:gd name="T35" fmla="*/ 51095 h 1785"/>
                <a:gd name="T36" fmla="*/ 4537 w 1550"/>
                <a:gd name="T37" fmla="*/ 77731 h 1785"/>
                <a:gd name="T38" fmla="*/ 18013 w 1550"/>
                <a:gd name="T39" fmla="*/ 99949 h 1785"/>
                <a:gd name="T40" fmla="*/ 40496 w 1550"/>
                <a:gd name="T41" fmla="*/ 115442 h 1785"/>
                <a:gd name="T42" fmla="*/ 67449 w 1550"/>
                <a:gd name="T43" fmla="*/ 115442 h 1785"/>
                <a:gd name="T44" fmla="*/ 87664 w 1550"/>
                <a:gd name="T45" fmla="*/ 102125 h 1785"/>
                <a:gd name="T46" fmla="*/ 101141 w 1550"/>
                <a:gd name="T47" fmla="*/ 82148 h 1785"/>
                <a:gd name="T48" fmla="*/ 103409 w 1550"/>
                <a:gd name="T49" fmla="*/ 57754 h 1785"/>
                <a:gd name="T50" fmla="*/ 92134 w 1550"/>
                <a:gd name="T51" fmla="*/ 37778 h 1785"/>
                <a:gd name="T52" fmla="*/ 69718 w 1550"/>
                <a:gd name="T53" fmla="*/ 20043 h 1785"/>
                <a:gd name="T54" fmla="*/ 44966 w 1550"/>
                <a:gd name="T55" fmla="*/ 17801 h 1785"/>
                <a:gd name="T56" fmla="*/ 40496 w 1550"/>
                <a:gd name="T57" fmla="*/ 19251 h 1785"/>
                <a:gd name="T58" fmla="*/ 49503 w 1550"/>
                <a:gd name="T59" fmla="*/ 13384 h 1785"/>
                <a:gd name="T60" fmla="*/ 60711 w 1550"/>
                <a:gd name="T61" fmla="*/ 15559 h 1785"/>
                <a:gd name="T62" fmla="*/ 69718 w 1550"/>
                <a:gd name="T63" fmla="*/ 15559 h 1785"/>
                <a:gd name="T64" fmla="*/ 69718 w 1550"/>
                <a:gd name="T65" fmla="*/ 8900 h 1785"/>
                <a:gd name="T66" fmla="*/ 58443 w 1550"/>
                <a:gd name="T67" fmla="*/ 2242 h 1785"/>
                <a:gd name="T68" fmla="*/ 44966 w 1550"/>
                <a:gd name="T69" fmla="*/ 66 h 178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50" h="1785" extrusionOk="0">
                  <a:moveTo>
                    <a:pt x="439" y="405"/>
                  </a:moveTo>
                  <a:lnTo>
                    <a:pt x="405" y="506"/>
                  </a:lnTo>
                  <a:lnTo>
                    <a:pt x="405" y="573"/>
                  </a:lnTo>
                  <a:lnTo>
                    <a:pt x="405" y="607"/>
                  </a:lnTo>
                  <a:lnTo>
                    <a:pt x="472" y="640"/>
                  </a:lnTo>
                  <a:lnTo>
                    <a:pt x="540" y="607"/>
                  </a:lnTo>
                  <a:lnTo>
                    <a:pt x="674" y="539"/>
                  </a:lnTo>
                  <a:lnTo>
                    <a:pt x="809" y="506"/>
                  </a:lnTo>
                  <a:lnTo>
                    <a:pt x="977" y="539"/>
                  </a:lnTo>
                  <a:lnTo>
                    <a:pt x="1078" y="607"/>
                  </a:lnTo>
                  <a:lnTo>
                    <a:pt x="1213" y="674"/>
                  </a:lnTo>
                  <a:lnTo>
                    <a:pt x="1280" y="809"/>
                  </a:lnTo>
                  <a:lnTo>
                    <a:pt x="1314" y="943"/>
                  </a:lnTo>
                  <a:lnTo>
                    <a:pt x="1314" y="1112"/>
                  </a:lnTo>
                  <a:lnTo>
                    <a:pt x="1280" y="1246"/>
                  </a:lnTo>
                  <a:lnTo>
                    <a:pt x="1213" y="1347"/>
                  </a:lnTo>
                  <a:lnTo>
                    <a:pt x="1078" y="1448"/>
                  </a:lnTo>
                  <a:lnTo>
                    <a:pt x="977" y="1482"/>
                  </a:lnTo>
                  <a:lnTo>
                    <a:pt x="843" y="1516"/>
                  </a:lnTo>
                  <a:lnTo>
                    <a:pt x="708" y="1482"/>
                  </a:lnTo>
                  <a:lnTo>
                    <a:pt x="573" y="1448"/>
                  </a:lnTo>
                  <a:lnTo>
                    <a:pt x="472" y="1381"/>
                  </a:lnTo>
                  <a:lnTo>
                    <a:pt x="371" y="1314"/>
                  </a:lnTo>
                  <a:lnTo>
                    <a:pt x="304" y="1179"/>
                  </a:lnTo>
                  <a:lnTo>
                    <a:pt x="270" y="1078"/>
                  </a:lnTo>
                  <a:lnTo>
                    <a:pt x="237" y="977"/>
                  </a:lnTo>
                  <a:lnTo>
                    <a:pt x="270" y="708"/>
                  </a:lnTo>
                  <a:lnTo>
                    <a:pt x="371" y="506"/>
                  </a:lnTo>
                  <a:lnTo>
                    <a:pt x="439" y="405"/>
                  </a:lnTo>
                  <a:close/>
                  <a:moveTo>
                    <a:pt x="674" y="1"/>
                  </a:moveTo>
                  <a:lnTo>
                    <a:pt x="607" y="34"/>
                  </a:lnTo>
                  <a:lnTo>
                    <a:pt x="439" y="102"/>
                  </a:lnTo>
                  <a:lnTo>
                    <a:pt x="270" y="236"/>
                  </a:lnTo>
                  <a:lnTo>
                    <a:pt x="169" y="371"/>
                  </a:lnTo>
                  <a:lnTo>
                    <a:pt x="68" y="573"/>
                  </a:lnTo>
                  <a:lnTo>
                    <a:pt x="1" y="775"/>
                  </a:lnTo>
                  <a:lnTo>
                    <a:pt x="1" y="977"/>
                  </a:lnTo>
                  <a:lnTo>
                    <a:pt x="68" y="1179"/>
                  </a:lnTo>
                  <a:lnTo>
                    <a:pt x="136" y="1347"/>
                  </a:lnTo>
                  <a:lnTo>
                    <a:pt x="270" y="1516"/>
                  </a:lnTo>
                  <a:lnTo>
                    <a:pt x="439" y="1650"/>
                  </a:lnTo>
                  <a:lnTo>
                    <a:pt x="607" y="1751"/>
                  </a:lnTo>
                  <a:lnTo>
                    <a:pt x="809" y="1785"/>
                  </a:lnTo>
                  <a:lnTo>
                    <a:pt x="1011" y="1751"/>
                  </a:lnTo>
                  <a:lnTo>
                    <a:pt x="1179" y="1684"/>
                  </a:lnTo>
                  <a:lnTo>
                    <a:pt x="1314" y="1549"/>
                  </a:lnTo>
                  <a:lnTo>
                    <a:pt x="1415" y="1415"/>
                  </a:lnTo>
                  <a:lnTo>
                    <a:pt x="1516" y="1246"/>
                  </a:lnTo>
                  <a:lnTo>
                    <a:pt x="1550" y="1078"/>
                  </a:lnTo>
                  <a:lnTo>
                    <a:pt x="1550" y="876"/>
                  </a:lnTo>
                  <a:lnTo>
                    <a:pt x="1482" y="708"/>
                  </a:lnTo>
                  <a:lnTo>
                    <a:pt x="1381" y="573"/>
                  </a:lnTo>
                  <a:lnTo>
                    <a:pt x="1213" y="438"/>
                  </a:lnTo>
                  <a:lnTo>
                    <a:pt x="1045" y="304"/>
                  </a:lnTo>
                  <a:lnTo>
                    <a:pt x="843" y="270"/>
                  </a:lnTo>
                  <a:lnTo>
                    <a:pt x="674" y="270"/>
                  </a:lnTo>
                  <a:lnTo>
                    <a:pt x="607" y="292"/>
                  </a:lnTo>
                  <a:lnTo>
                    <a:pt x="641" y="270"/>
                  </a:lnTo>
                  <a:lnTo>
                    <a:pt x="742" y="203"/>
                  </a:lnTo>
                  <a:lnTo>
                    <a:pt x="809" y="203"/>
                  </a:lnTo>
                  <a:lnTo>
                    <a:pt x="910" y="236"/>
                  </a:lnTo>
                  <a:lnTo>
                    <a:pt x="1045" y="270"/>
                  </a:lnTo>
                  <a:lnTo>
                    <a:pt x="1045" y="236"/>
                  </a:lnTo>
                  <a:lnTo>
                    <a:pt x="1078" y="203"/>
                  </a:lnTo>
                  <a:lnTo>
                    <a:pt x="1045" y="135"/>
                  </a:lnTo>
                  <a:lnTo>
                    <a:pt x="977" y="68"/>
                  </a:lnTo>
                  <a:lnTo>
                    <a:pt x="876" y="34"/>
                  </a:lnTo>
                  <a:lnTo>
                    <a:pt x="775" y="1"/>
                  </a:lnTo>
                  <a:lnTo>
                    <a:pt x="67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31" name="Google Shape;38;p2"/>
            <p:cNvSpPr>
              <a:spLocks/>
            </p:cNvSpPr>
            <p:nvPr/>
          </p:nvSpPr>
          <p:spPr bwMode="auto">
            <a:xfrm>
              <a:off x="8805734" y="2999719"/>
              <a:ext cx="106591" cy="27035"/>
            </a:xfrm>
            <a:custGeom>
              <a:avLst/>
              <a:gdLst>
                <a:gd name="T0" fmla="*/ 11140 w 1617"/>
                <a:gd name="T1" fmla="*/ 67 h 405"/>
                <a:gd name="T2" fmla="*/ 6724 w 1617"/>
                <a:gd name="T3" fmla="*/ 2270 h 405"/>
                <a:gd name="T4" fmla="*/ 66 w 1617"/>
                <a:gd name="T5" fmla="*/ 4539 h 405"/>
                <a:gd name="T6" fmla="*/ 66 w 1617"/>
                <a:gd name="T7" fmla="*/ 6809 h 405"/>
                <a:gd name="T8" fmla="*/ 4482 w 1617"/>
                <a:gd name="T9" fmla="*/ 11281 h 405"/>
                <a:gd name="T10" fmla="*/ 11140 w 1617"/>
                <a:gd name="T11" fmla="*/ 13551 h 405"/>
                <a:gd name="T12" fmla="*/ 22215 w 1617"/>
                <a:gd name="T13" fmla="*/ 18023 h 405"/>
                <a:gd name="T14" fmla="*/ 48846 w 1617"/>
                <a:gd name="T15" fmla="*/ 20293 h 405"/>
                <a:gd name="T16" fmla="*/ 75477 w 1617"/>
                <a:gd name="T17" fmla="*/ 24765 h 405"/>
                <a:gd name="T18" fmla="*/ 91034 w 1617"/>
                <a:gd name="T19" fmla="*/ 27035 h 405"/>
                <a:gd name="T20" fmla="*/ 104350 w 1617"/>
                <a:gd name="T21" fmla="*/ 24765 h 405"/>
                <a:gd name="T22" fmla="*/ 106591 w 1617"/>
                <a:gd name="T23" fmla="*/ 22496 h 405"/>
                <a:gd name="T24" fmla="*/ 106591 w 1617"/>
                <a:gd name="T25" fmla="*/ 20293 h 405"/>
                <a:gd name="T26" fmla="*/ 106591 w 1617"/>
                <a:gd name="T27" fmla="*/ 15754 h 405"/>
                <a:gd name="T28" fmla="*/ 104350 w 1617"/>
                <a:gd name="T29" fmla="*/ 13551 h 405"/>
                <a:gd name="T30" fmla="*/ 93275 w 1617"/>
                <a:gd name="T31" fmla="*/ 9012 h 405"/>
                <a:gd name="T32" fmla="*/ 77718 w 1617"/>
                <a:gd name="T33" fmla="*/ 6809 h 405"/>
                <a:gd name="T34" fmla="*/ 51087 w 1617"/>
                <a:gd name="T35" fmla="*/ 4539 h 405"/>
                <a:gd name="T36" fmla="*/ 24456 w 1617"/>
                <a:gd name="T37" fmla="*/ 67 h 405"/>
                <a:gd name="T38" fmla="*/ 11140 w 1617"/>
                <a:gd name="T39" fmla="*/ 67 h 4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17" h="405" extrusionOk="0">
                  <a:moveTo>
                    <a:pt x="169" y="1"/>
                  </a:moveTo>
                  <a:lnTo>
                    <a:pt x="102" y="34"/>
                  </a:lnTo>
                  <a:lnTo>
                    <a:pt x="1" y="68"/>
                  </a:lnTo>
                  <a:lnTo>
                    <a:pt x="1" y="102"/>
                  </a:lnTo>
                  <a:lnTo>
                    <a:pt x="68" y="169"/>
                  </a:lnTo>
                  <a:lnTo>
                    <a:pt x="169" y="203"/>
                  </a:lnTo>
                  <a:lnTo>
                    <a:pt x="337" y="270"/>
                  </a:lnTo>
                  <a:lnTo>
                    <a:pt x="741" y="304"/>
                  </a:lnTo>
                  <a:lnTo>
                    <a:pt x="1145" y="371"/>
                  </a:lnTo>
                  <a:lnTo>
                    <a:pt x="1381" y="405"/>
                  </a:lnTo>
                  <a:lnTo>
                    <a:pt x="1583" y="371"/>
                  </a:lnTo>
                  <a:lnTo>
                    <a:pt x="1617" y="337"/>
                  </a:lnTo>
                  <a:lnTo>
                    <a:pt x="1617" y="304"/>
                  </a:lnTo>
                  <a:lnTo>
                    <a:pt x="1617" y="236"/>
                  </a:lnTo>
                  <a:lnTo>
                    <a:pt x="1583" y="203"/>
                  </a:lnTo>
                  <a:lnTo>
                    <a:pt x="1415" y="135"/>
                  </a:lnTo>
                  <a:lnTo>
                    <a:pt x="1179" y="102"/>
                  </a:lnTo>
                  <a:lnTo>
                    <a:pt x="775" y="68"/>
                  </a:lnTo>
                  <a:lnTo>
                    <a:pt x="371" y="1"/>
                  </a:lnTo>
                  <a:lnTo>
                    <a:pt x="16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32" name="Google Shape;39;p2"/>
            <p:cNvSpPr>
              <a:spLocks/>
            </p:cNvSpPr>
            <p:nvPr/>
          </p:nvSpPr>
          <p:spPr bwMode="auto">
            <a:xfrm>
              <a:off x="8443004" y="2878855"/>
              <a:ext cx="688868" cy="1216595"/>
            </a:xfrm>
            <a:custGeom>
              <a:avLst/>
              <a:gdLst>
                <a:gd name="T0" fmla="*/ 263897 w 10371"/>
                <a:gd name="T1" fmla="*/ 22384 h 18316"/>
                <a:gd name="T2" fmla="*/ 559145 w 10371"/>
                <a:gd name="T3" fmla="*/ 58186 h 18316"/>
                <a:gd name="T4" fmla="*/ 619523 w 10371"/>
                <a:gd name="T5" fmla="*/ 69345 h 18316"/>
                <a:gd name="T6" fmla="*/ 659775 w 10371"/>
                <a:gd name="T7" fmla="*/ 91730 h 18316"/>
                <a:gd name="T8" fmla="*/ 673192 w 10371"/>
                <a:gd name="T9" fmla="*/ 109597 h 18316"/>
                <a:gd name="T10" fmla="*/ 675384 w 10371"/>
                <a:gd name="T11" fmla="*/ 219194 h 18316"/>
                <a:gd name="T12" fmla="*/ 646358 w 10371"/>
                <a:gd name="T13" fmla="*/ 366785 h 18316"/>
                <a:gd name="T14" fmla="*/ 612814 w 10371"/>
                <a:gd name="T15" fmla="*/ 615006 h 18316"/>
                <a:gd name="T16" fmla="*/ 572562 w 10371"/>
                <a:gd name="T17" fmla="*/ 966116 h 18316"/>
                <a:gd name="T18" fmla="*/ 541211 w 10371"/>
                <a:gd name="T19" fmla="*/ 1153959 h 18316"/>
                <a:gd name="T20" fmla="*/ 509926 w 10371"/>
                <a:gd name="T21" fmla="*/ 1187502 h 18316"/>
                <a:gd name="T22" fmla="*/ 467415 w 10371"/>
                <a:gd name="T23" fmla="*/ 1200919 h 18316"/>
                <a:gd name="T24" fmla="*/ 223645 w 10371"/>
                <a:gd name="T25" fmla="*/ 1185310 h 18316"/>
                <a:gd name="T26" fmla="*/ 134240 w 10371"/>
                <a:gd name="T27" fmla="*/ 1174085 h 18316"/>
                <a:gd name="T28" fmla="*/ 111856 w 10371"/>
                <a:gd name="T29" fmla="*/ 1156217 h 18316"/>
                <a:gd name="T30" fmla="*/ 91730 w 10371"/>
                <a:gd name="T31" fmla="*/ 1156217 h 18316"/>
                <a:gd name="T32" fmla="*/ 62636 w 10371"/>
                <a:gd name="T33" fmla="*/ 1156217 h 18316"/>
                <a:gd name="T34" fmla="*/ 42510 w 10371"/>
                <a:gd name="T35" fmla="*/ 1142800 h 18316"/>
                <a:gd name="T36" fmla="*/ 24643 w 10371"/>
                <a:gd name="T37" fmla="*/ 1098097 h 18316"/>
                <a:gd name="T38" fmla="*/ 20192 w 10371"/>
                <a:gd name="T39" fmla="*/ 1024235 h 18316"/>
                <a:gd name="T40" fmla="*/ 40318 w 10371"/>
                <a:gd name="T41" fmla="*/ 872194 h 18316"/>
                <a:gd name="T42" fmla="*/ 143141 w 10371"/>
                <a:gd name="T43" fmla="*/ 165525 h 18316"/>
                <a:gd name="T44" fmla="*/ 161075 w 10371"/>
                <a:gd name="T45" fmla="*/ 69345 h 18316"/>
                <a:gd name="T46" fmla="*/ 183393 w 10371"/>
                <a:gd name="T47" fmla="*/ 26901 h 18316"/>
                <a:gd name="T48" fmla="*/ 210227 w 10371"/>
                <a:gd name="T49" fmla="*/ 11225 h 18316"/>
                <a:gd name="T50" fmla="*/ 185651 w 10371"/>
                <a:gd name="T51" fmla="*/ 4517 h 18316"/>
                <a:gd name="T52" fmla="*/ 156558 w 10371"/>
                <a:gd name="T53" fmla="*/ 38060 h 18316"/>
                <a:gd name="T54" fmla="*/ 136432 w 10371"/>
                <a:gd name="T55" fmla="*/ 107405 h 18316"/>
                <a:gd name="T56" fmla="*/ 60444 w 10371"/>
                <a:gd name="T57" fmla="*/ 621715 h 18316"/>
                <a:gd name="T58" fmla="*/ 4517 w 10371"/>
                <a:gd name="T59" fmla="*/ 1008626 h 18316"/>
                <a:gd name="T60" fmla="*/ 2258 w 10371"/>
                <a:gd name="T61" fmla="*/ 1077971 h 18316"/>
                <a:gd name="T62" fmla="*/ 15676 w 10371"/>
                <a:gd name="T63" fmla="*/ 1131641 h 18316"/>
                <a:gd name="T64" fmla="*/ 55928 w 10371"/>
                <a:gd name="T65" fmla="*/ 1167376 h 18316"/>
                <a:gd name="T66" fmla="*/ 138690 w 10371"/>
                <a:gd name="T67" fmla="*/ 1187502 h 18316"/>
                <a:gd name="T68" fmla="*/ 275122 w 10371"/>
                <a:gd name="T69" fmla="*/ 1205436 h 18316"/>
                <a:gd name="T70" fmla="*/ 480833 w 10371"/>
                <a:gd name="T71" fmla="*/ 1216595 h 18316"/>
                <a:gd name="T72" fmla="*/ 523343 w 10371"/>
                <a:gd name="T73" fmla="*/ 1203178 h 18316"/>
                <a:gd name="T74" fmla="*/ 552436 w 10371"/>
                <a:gd name="T75" fmla="*/ 1174085 h 18316"/>
                <a:gd name="T76" fmla="*/ 561337 w 10371"/>
                <a:gd name="T77" fmla="*/ 1138349 h 18316"/>
                <a:gd name="T78" fmla="*/ 594880 w 10371"/>
                <a:gd name="T79" fmla="*/ 950440 h 18316"/>
                <a:gd name="T80" fmla="*/ 628424 w 10371"/>
                <a:gd name="T81" fmla="*/ 630682 h 18316"/>
                <a:gd name="T82" fmla="*/ 650808 w 10371"/>
                <a:gd name="T83" fmla="*/ 422713 h 18316"/>
                <a:gd name="T84" fmla="*/ 682093 w 10371"/>
                <a:gd name="T85" fmla="*/ 261705 h 18316"/>
                <a:gd name="T86" fmla="*/ 688802 w 10371"/>
                <a:gd name="T87" fmla="*/ 167783 h 18316"/>
                <a:gd name="T88" fmla="*/ 682093 w 10371"/>
                <a:gd name="T89" fmla="*/ 102888 h 18316"/>
                <a:gd name="T90" fmla="*/ 668676 w 10371"/>
                <a:gd name="T91" fmla="*/ 80571 h 18316"/>
                <a:gd name="T92" fmla="*/ 630682 w 10371"/>
                <a:gd name="T93" fmla="*/ 55928 h 18316"/>
                <a:gd name="T94" fmla="*/ 556886 w 10371"/>
                <a:gd name="T95" fmla="*/ 42510 h 18316"/>
                <a:gd name="T96" fmla="*/ 301957 w 10371"/>
                <a:gd name="T97" fmla="*/ 8967 h 18316"/>
                <a:gd name="T98" fmla="*/ 228161 w 10371"/>
                <a:gd name="T99" fmla="*/ 6775 h 18316"/>
                <a:gd name="T100" fmla="*/ 210227 w 10371"/>
                <a:gd name="T101" fmla="*/ 66 h 1831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0371" h="18316" extrusionOk="0">
                  <a:moveTo>
                    <a:pt x="3401" y="169"/>
                  </a:moveTo>
                  <a:lnTo>
                    <a:pt x="3670" y="270"/>
                  </a:lnTo>
                  <a:lnTo>
                    <a:pt x="3973" y="337"/>
                  </a:lnTo>
                  <a:lnTo>
                    <a:pt x="4613" y="405"/>
                  </a:lnTo>
                  <a:lnTo>
                    <a:pt x="6397" y="607"/>
                  </a:lnTo>
                  <a:lnTo>
                    <a:pt x="8418" y="876"/>
                  </a:lnTo>
                  <a:lnTo>
                    <a:pt x="8855" y="943"/>
                  </a:lnTo>
                  <a:lnTo>
                    <a:pt x="9091" y="977"/>
                  </a:lnTo>
                  <a:lnTo>
                    <a:pt x="9327" y="1044"/>
                  </a:lnTo>
                  <a:lnTo>
                    <a:pt x="9562" y="1112"/>
                  </a:lnTo>
                  <a:lnTo>
                    <a:pt x="9764" y="1213"/>
                  </a:lnTo>
                  <a:lnTo>
                    <a:pt x="9933" y="1381"/>
                  </a:lnTo>
                  <a:lnTo>
                    <a:pt x="10034" y="1583"/>
                  </a:lnTo>
                  <a:lnTo>
                    <a:pt x="10067" y="1617"/>
                  </a:lnTo>
                  <a:lnTo>
                    <a:pt x="10135" y="1650"/>
                  </a:lnTo>
                  <a:lnTo>
                    <a:pt x="10168" y="2492"/>
                  </a:lnTo>
                  <a:lnTo>
                    <a:pt x="10168" y="2896"/>
                  </a:lnTo>
                  <a:lnTo>
                    <a:pt x="10168" y="3300"/>
                  </a:lnTo>
                  <a:lnTo>
                    <a:pt x="10101" y="3872"/>
                  </a:lnTo>
                  <a:lnTo>
                    <a:pt x="9966" y="4411"/>
                  </a:lnTo>
                  <a:lnTo>
                    <a:pt x="9731" y="5522"/>
                  </a:lnTo>
                  <a:lnTo>
                    <a:pt x="9562" y="6431"/>
                  </a:lnTo>
                  <a:lnTo>
                    <a:pt x="9428" y="7374"/>
                  </a:lnTo>
                  <a:lnTo>
                    <a:pt x="9226" y="9259"/>
                  </a:lnTo>
                  <a:lnTo>
                    <a:pt x="9024" y="11414"/>
                  </a:lnTo>
                  <a:lnTo>
                    <a:pt x="8754" y="13569"/>
                  </a:lnTo>
                  <a:lnTo>
                    <a:pt x="8620" y="14545"/>
                  </a:lnTo>
                  <a:lnTo>
                    <a:pt x="8451" y="15488"/>
                  </a:lnTo>
                  <a:lnTo>
                    <a:pt x="8283" y="16431"/>
                  </a:lnTo>
                  <a:lnTo>
                    <a:pt x="8148" y="17373"/>
                  </a:lnTo>
                  <a:lnTo>
                    <a:pt x="8014" y="17575"/>
                  </a:lnTo>
                  <a:lnTo>
                    <a:pt x="7845" y="17744"/>
                  </a:lnTo>
                  <a:lnTo>
                    <a:pt x="7677" y="17878"/>
                  </a:lnTo>
                  <a:lnTo>
                    <a:pt x="7475" y="17979"/>
                  </a:lnTo>
                  <a:lnTo>
                    <a:pt x="7273" y="18047"/>
                  </a:lnTo>
                  <a:lnTo>
                    <a:pt x="7037" y="18080"/>
                  </a:lnTo>
                  <a:lnTo>
                    <a:pt x="6498" y="18080"/>
                  </a:lnTo>
                  <a:lnTo>
                    <a:pt x="4377" y="17912"/>
                  </a:lnTo>
                  <a:lnTo>
                    <a:pt x="3367" y="17845"/>
                  </a:lnTo>
                  <a:lnTo>
                    <a:pt x="2862" y="17811"/>
                  </a:lnTo>
                  <a:lnTo>
                    <a:pt x="2391" y="17744"/>
                  </a:lnTo>
                  <a:lnTo>
                    <a:pt x="2021" y="17676"/>
                  </a:lnTo>
                  <a:lnTo>
                    <a:pt x="1650" y="17575"/>
                  </a:lnTo>
                  <a:lnTo>
                    <a:pt x="1718" y="17508"/>
                  </a:lnTo>
                  <a:lnTo>
                    <a:pt x="1684" y="17407"/>
                  </a:lnTo>
                  <a:lnTo>
                    <a:pt x="1650" y="17373"/>
                  </a:lnTo>
                  <a:lnTo>
                    <a:pt x="1549" y="17340"/>
                  </a:lnTo>
                  <a:lnTo>
                    <a:pt x="1381" y="17407"/>
                  </a:lnTo>
                  <a:lnTo>
                    <a:pt x="1213" y="17441"/>
                  </a:lnTo>
                  <a:lnTo>
                    <a:pt x="1078" y="17441"/>
                  </a:lnTo>
                  <a:lnTo>
                    <a:pt x="943" y="17407"/>
                  </a:lnTo>
                  <a:lnTo>
                    <a:pt x="842" y="17373"/>
                  </a:lnTo>
                  <a:lnTo>
                    <a:pt x="708" y="17306"/>
                  </a:lnTo>
                  <a:lnTo>
                    <a:pt x="640" y="17205"/>
                  </a:lnTo>
                  <a:lnTo>
                    <a:pt x="539" y="17104"/>
                  </a:lnTo>
                  <a:lnTo>
                    <a:pt x="438" y="16835"/>
                  </a:lnTo>
                  <a:lnTo>
                    <a:pt x="371" y="16532"/>
                  </a:lnTo>
                  <a:lnTo>
                    <a:pt x="304" y="16195"/>
                  </a:lnTo>
                  <a:lnTo>
                    <a:pt x="304" y="15825"/>
                  </a:lnTo>
                  <a:lnTo>
                    <a:pt x="304" y="15420"/>
                  </a:lnTo>
                  <a:lnTo>
                    <a:pt x="337" y="15016"/>
                  </a:lnTo>
                  <a:lnTo>
                    <a:pt x="438" y="14242"/>
                  </a:lnTo>
                  <a:lnTo>
                    <a:pt x="607" y="13131"/>
                  </a:lnTo>
                  <a:lnTo>
                    <a:pt x="1213" y="8889"/>
                  </a:lnTo>
                  <a:lnTo>
                    <a:pt x="1852" y="4613"/>
                  </a:lnTo>
                  <a:lnTo>
                    <a:pt x="2155" y="2492"/>
                  </a:lnTo>
                  <a:lnTo>
                    <a:pt x="2223" y="1852"/>
                  </a:lnTo>
                  <a:lnTo>
                    <a:pt x="2290" y="1448"/>
                  </a:lnTo>
                  <a:lnTo>
                    <a:pt x="2425" y="1044"/>
                  </a:lnTo>
                  <a:lnTo>
                    <a:pt x="2559" y="708"/>
                  </a:lnTo>
                  <a:lnTo>
                    <a:pt x="2660" y="539"/>
                  </a:lnTo>
                  <a:lnTo>
                    <a:pt x="2761" y="405"/>
                  </a:lnTo>
                  <a:lnTo>
                    <a:pt x="2862" y="304"/>
                  </a:lnTo>
                  <a:lnTo>
                    <a:pt x="2997" y="203"/>
                  </a:lnTo>
                  <a:lnTo>
                    <a:pt x="3165" y="169"/>
                  </a:lnTo>
                  <a:lnTo>
                    <a:pt x="3401" y="169"/>
                  </a:lnTo>
                  <a:close/>
                  <a:moveTo>
                    <a:pt x="2963" y="1"/>
                  </a:moveTo>
                  <a:lnTo>
                    <a:pt x="2795" y="68"/>
                  </a:lnTo>
                  <a:lnTo>
                    <a:pt x="2627" y="169"/>
                  </a:lnTo>
                  <a:lnTo>
                    <a:pt x="2492" y="337"/>
                  </a:lnTo>
                  <a:lnTo>
                    <a:pt x="2357" y="573"/>
                  </a:lnTo>
                  <a:lnTo>
                    <a:pt x="2256" y="809"/>
                  </a:lnTo>
                  <a:lnTo>
                    <a:pt x="2189" y="1078"/>
                  </a:lnTo>
                  <a:lnTo>
                    <a:pt x="2054" y="1617"/>
                  </a:lnTo>
                  <a:lnTo>
                    <a:pt x="1953" y="2155"/>
                  </a:lnTo>
                  <a:lnTo>
                    <a:pt x="1852" y="2963"/>
                  </a:lnTo>
                  <a:lnTo>
                    <a:pt x="910" y="9360"/>
                  </a:lnTo>
                  <a:lnTo>
                    <a:pt x="472" y="12256"/>
                  </a:lnTo>
                  <a:lnTo>
                    <a:pt x="270" y="13703"/>
                  </a:lnTo>
                  <a:lnTo>
                    <a:pt x="68" y="15185"/>
                  </a:lnTo>
                  <a:lnTo>
                    <a:pt x="34" y="15690"/>
                  </a:lnTo>
                  <a:lnTo>
                    <a:pt x="1" y="15959"/>
                  </a:lnTo>
                  <a:lnTo>
                    <a:pt x="34" y="16229"/>
                  </a:lnTo>
                  <a:lnTo>
                    <a:pt x="68" y="16532"/>
                  </a:lnTo>
                  <a:lnTo>
                    <a:pt x="135" y="16767"/>
                  </a:lnTo>
                  <a:lnTo>
                    <a:pt x="236" y="17037"/>
                  </a:lnTo>
                  <a:lnTo>
                    <a:pt x="371" y="17239"/>
                  </a:lnTo>
                  <a:lnTo>
                    <a:pt x="607" y="17441"/>
                  </a:lnTo>
                  <a:lnTo>
                    <a:pt x="842" y="17575"/>
                  </a:lnTo>
                  <a:lnTo>
                    <a:pt x="1078" y="17676"/>
                  </a:lnTo>
                  <a:lnTo>
                    <a:pt x="1347" y="17676"/>
                  </a:lnTo>
                  <a:lnTo>
                    <a:pt x="2088" y="17878"/>
                  </a:lnTo>
                  <a:lnTo>
                    <a:pt x="2458" y="17979"/>
                  </a:lnTo>
                  <a:lnTo>
                    <a:pt x="2829" y="18047"/>
                  </a:lnTo>
                  <a:lnTo>
                    <a:pt x="4142" y="18148"/>
                  </a:lnTo>
                  <a:lnTo>
                    <a:pt x="5455" y="18249"/>
                  </a:lnTo>
                  <a:lnTo>
                    <a:pt x="6296" y="18316"/>
                  </a:lnTo>
                  <a:lnTo>
                    <a:pt x="7239" y="18316"/>
                  </a:lnTo>
                  <a:lnTo>
                    <a:pt x="7475" y="18249"/>
                  </a:lnTo>
                  <a:lnTo>
                    <a:pt x="7677" y="18181"/>
                  </a:lnTo>
                  <a:lnTo>
                    <a:pt x="7879" y="18114"/>
                  </a:lnTo>
                  <a:lnTo>
                    <a:pt x="8047" y="18013"/>
                  </a:lnTo>
                  <a:lnTo>
                    <a:pt x="8216" y="17845"/>
                  </a:lnTo>
                  <a:lnTo>
                    <a:pt x="8317" y="17676"/>
                  </a:lnTo>
                  <a:lnTo>
                    <a:pt x="8418" y="17474"/>
                  </a:lnTo>
                  <a:lnTo>
                    <a:pt x="8451" y="17205"/>
                  </a:lnTo>
                  <a:lnTo>
                    <a:pt x="8451" y="17138"/>
                  </a:lnTo>
                  <a:lnTo>
                    <a:pt x="8653" y="16195"/>
                  </a:lnTo>
                  <a:lnTo>
                    <a:pt x="8822" y="15252"/>
                  </a:lnTo>
                  <a:lnTo>
                    <a:pt x="8956" y="14309"/>
                  </a:lnTo>
                  <a:lnTo>
                    <a:pt x="9091" y="13333"/>
                  </a:lnTo>
                  <a:lnTo>
                    <a:pt x="9293" y="11414"/>
                  </a:lnTo>
                  <a:lnTo>
                    <a:pt x="9461" y="9495"/>
                  </a:lnTo>
                  <a:lnTo>
                    <a:pt x="9562" y="8451"/>
                  </a:lnTo>
                  <a:lnTo>
                    <a:pt x="9663" y="7407"/>
                  </a:lnTo>
                  <a:lnTo>
                    <a:pt x="9798" y="6364"/>
                  </a:lnTo>
                  <a:lnTo>
                    <a:pt x="10000" y="5320"/>
                  </a:lnTo>
                  <a:lnTo>
                    <a:pt x="10202" y="4411"/>
                  </a:lnTo>
                  <a:lnTo>
                    <a:pt x="10269" y="3940"/>
                  </a:lnTo>
                  <a:lnTo>
                    <a:pt x="10337" y="3468"/>
                  </a:lnTo>
                  <a:lnTo>
                    <a:pt x="10370" y="2997"/>
                  </a:lnTo>
                  <a:lnTo>
                    <a:pt x="10370" y="2526"/>
                  </a:lnTo>
                  <a:lnTo>
                    <a:pt x="10337" y="2054"/>
                  </a:lnTo>
                  <a:lnTo>
                    <a:pt x="10236" y="1583"/>
                  </a:lnTo>
                  <a:lnTo>
                    <a:pt x="10269" y="1549"/>
                  </a:lnTo>
                  <a:lnTo>
                    <a:pt x="10236" y="1516"/>
                  </a:lnTo>
                  <a:lnTo>
                    <a:pt x="10168" y="1347"/>
                  </a:lnTo>
                  <a:lnTo>
                    <a:pt x="10067" y="1213"/>
                  </a:lnTo>
                  <a:lnTo>
                    <a:pt x="9933" y="1112"/>
                  </a:lnTo>
                  <a:lnTo>
                    <a:pt x="9798" y="1011"/>
                  </a:lnTo>
                  <a:lnTo>
                    <a:pt x="9495" y="842"/>
                  </a:lnTo>
                  <a:lnTo>
                    <a:pt x="9125" y="741"/>
                  </a:lnTo>
                  <a:lnTo>
                    <a:pt x="8754" y="674"/>
                  </a:lnTo>
                  <a:lnTo>
                    <a:pt x="8384" y="640"/>
                  </a:lnTo>
                  <a:lnTo>
                    <a:pt x="7710" y="573"/>
                  </a:lnTo>
                  <a:lnTo>
                    <a:pt x="5623" y="304"/>
                  </a:lnTo>
                  <a:lnTo>
                    <a:pt x="4546" y="135"/>
                  </a:lnTo>
                  <a:lnTo>
                    <a:pt x="3973" y="68"/>
                  </a:lnTo>
                  <a:lnTo>
                    <a:pt x="3704" y="68"/>
                  </a:lnTo>
                  <a:lnTo>
                    <a:pt x="3435" y="102"/>
                  </a:lnTo>
                  <a:lnTo>
                    <a:pt x="3435" y="68"/>
                  </a:lnTo>
                  <a:lnTo>
                    <a:pt x="3401" y="68"/>
                  </a:lnTo>
                  <a:lnTo>
                    <a:pt x="3165" y="1"/>
                  </a:lnTo>
                  <a:lnTo>
                    <a:pt x="2963"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33" name="Google Shape;40;p2"/>
            <p:cNvSpPr>
              <a:spLocks/>
            </p:cNvSpPr>
            <p:nvPr/>
          </p:nvSpPr>
          <p:spPr bwMode="auto">
            <a:xfrm>
              <a:off x="8498686" y="3034706"/>
              <a:ext cx="583868" cy="916025"/>
            </a:xfrm>
            <a:custGeom>
              <a:avLst/>
              <a:gdLst>
                <a:gd name="T0" fmla="*/ 145435 w 8788"/>
                <a:gd name="T1" fmla="*/ 17960 h 13771"/>
                <a:gd name="T2" fmla="*/ 201311 w 8788"/>
                <a:gd name="T3" fmla="*/ 24678 h 13771"/>
                <a:gd name="T4" fmla="*/ 346746 w 8788"/>
                <a:gd name="T5" fmla="*/ 47029 h 13771"/>
                <a:gd name="T6" fmla="*/ 572640 w 8788"/>
                <a:gd name="T7" fmla="*/ 73902 h 13771"/>
                <a:gd name="T8" fmla="*/ 557027 w 8788"/>
                <a:gd name="T9" fmla="*/ 165764 h 13771"/>
                <a:gd name="T10" fmla="*/ 518957 w 8788"/>
                <a:gd name="T11" fmla="*/ 465828 h 13771"/>
                <a:gd name="T12" fmla="*/ 489923 w 8788"/>
                <a:gd name="T13" fmla="*/ 678621 h 13771"/>
                <a:gd name="T14" fmla="*/ 398170 w 8788"/>
                <a:gd name="T15" fmla="*/ 886890 h 13771"/>
                <a:gd name="T16" fmla="*/ 284094 w 8788"/>
                <a:gd name="T17" fmla="*/ 871192 h 13771"/>
                <a:gd name="T18" fmla="*/ 176728 w 8788"/>
                <a:gd name="T19" fmla="*/ 853298 h 13771"/>
                <a:gd name="T20" fmla="*/ 69363 w 8788"/>
                <a:gd name="T21" fmla="*/ 839861 h 13771"/>
                <a:gd name="T22" fmla="*/ 15680 w 8788"/>
                <a:gd name="T23" fmla="*/ 842057 h 13771"/>
                <a:gd name="T24" fmla="*/ 96204 w 8788"/>
                <a:gd name="T25" fmla="*/ 217249 h 13771"/>
                <a:gd name="T26" fmla="*/ 116335 w 8788"/>
                <a:gd name="T27" fmla="*/ 62727 h 13771"/>
                <a:gd name="T28" fmla="*/ 143177 w 8788"/>
                <a:gd name="T29" fmla="*/ 0 h 13771"/>
                <a:gd name="T30" fmla="*/ 120787 w 8788"/>
                <a:gd name="T31" fmla="*/ 4523 h 13771"/>
                <a:gd name="T32" fmla="*/ 116335 w 8788"/>
                <a:gd name="T33" fmla="*/ 2262 h 13771"/>
                <a:gd name="T34" fmla="*/ 111884 w 8788"/>
                <a:gd name="T35" fmla="*/ 6718 h 13771"/>
                <a:gd name="T36" fmla="*/ 93945 w 8788"/>
                <a:gd name="T37" fmla="*/ 103037 h 13771"/>
                <a:gd name="T38" fmla="*/ 55942 w 8788"/>
                <a:gd name="T39" fmla="*/ 409886 h 13771"/>
                <a:gd name="T40" fmla="*/ 0 w 8788"/>
                <a:gd name="T41" fmla="*/ 853298 h 13771"/>
                <a:gd name="T42" fmla="*/ 11228 w 8788"/>
                <a:gd name="T43" fmla="*/ 855493 h 13771"/>
                <a:gd name="T44" fmla="*/ 42521 w 8788"/>
                <a:gd name="T45" fmla="*/ 857755 h 13771"/>
                <a:gd name="T46" fmla="*/ 127497 w 8788"/>
                <a:gd name="T47" fmla="*/ 866735 h 13771"/>
                <a:gd name="T48" fmla="*/ 239381 w 8788"/>
                <a:gd name="T49" fmla="*/ 880172 h 13771"/>
                <a:gd name="T50" fmla="*/ 346746 w 8788"/>
                <a:gd name="T51" fmla="*/ 900327 h 13771"/>
                <a:gd name="T52" fmla="*/ 454112 w 8788"/>
                <a:gd name="T53" fmla="*/ 907045 h 13771"/>
                <a:gd name="T54" fmla="*/ 460823 w 8788"/>
                <a:gd name="T55" fmla="*/ 916025 h 13771"/>
                <a:gd name="T56" fmla="*/ 467533 w 8788"/>
                <a:gd name="T57" fmla="*/ 913763 h 13771"/>
                <a:gd name="T58" fmla="*/ 469792 w 8788"/>
                <a:gd name="T59" fmla="*/ 904783 h 13771"/>
                <a:gd name="T60" fmla="*/ 476502 w 8788"/>
                <a:gd name="T61" fmla="*/ 900327 h 13771"/>
                <a:gd name="T62" fmla="*/ 471984 w 8788"/>
                <a:gd name="T63" fmla="*/ 891347 h 13771"/>
                <a:gd name="T64" fmla="*/ 505536 w 8788"/>
                <a:gd name="T65" fmla="*/ 696514 h 13771"/>
                <a:gd name="T66" fmla="*/ 557027 w 8788"/>
                <a:gd name="T67" fmla="*/ 293413 h 13771"/>
                <a:gd name="T68" fmla="*/ 577158 w 8788"/>
                <a:gd name="T69" fmla="*/ 129910 h 13771"/>
                <a:gd name="T70" fmla="*/ 579350 w 8788"/>
                <a:gd name="T71" fmla="*/ 73902 h 13771"/>
                <a:gd name="T72" fmla="*/ 583868 w 8788"/>
                <a:gd name="T73" fmla="*/ 64988 h 13771"/>
                <a:gd name="T74" fmla="*/ 577158 w 8788"/>
                <a:gd name="T75" fmla="*/ 58270 h 13771"/>
                <a:gd name="T76" fmla="*/ 333326 w 8788"/>
                <a:gd name="T77" fmla="*/ 29135 h 13771"/>
                <a:gd name="T78" fmla="*/ 216991 w 8788"/>
                <a:gd name="T79" fmla="*/ 8980 h 13771"/>
                <a:gd name="T80" fmla="*/ 167759 w 8788"/>
                <a:gd name="T81" fmla="*/ 2262 h 1377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8788" h="13771" extrusionOk="0">
                  <a:moveTo>
                    <a:pt x="1818" y="169"/>
                  </a:moveTo>
                  <a:lnTo>
                    <a:pt x="2189" y="270"/>
                  </a:lnTo>
                  <a:lnTo>
                    <a:pt x="2626" y="337"/>
                  </a:lnTo>
                  <a:lnTo>
                    <a:pt x="3030" y="371"/>
                  </a:lnTo>
                  <a:lnTo>
                    <a:pt x="3468" y="438"/>
                  </a:lnTo>
                  <a:lnTo>
                    <a:pt x="5219" y="707"/>
                  </a:lnTo>
                  <a:lnTo>
                    <a:pt x="6936" y="943"/>
                  </a:lnTo>
                  <a:lnTo>
                    <a:pt x="8619" y="1111"/>
                  </a:lnTo>
                  <a:lnTo>
                    <a:pt x="8485" y="1785"/>
                  </a:lnTo>
                  <a:lnTo>
                    <a:pt x="8384" y="2492"/>
                  </a:lnTo>
                  <a:lnTo>
                    <a:pt x="8215" y="3872"/>
                  </a:lnTo>
                  <a:lnTo>
                    <a:pt x="7811" y="7003"/>
                  </a:lnTo>
                  <a:lnTo>
                    <a:pt x="7609" y="8619"/>
                  </a:lnTo>
                  <a:lnTo>
                    <a:pt x="7374" y="10202"/>
                  </a:lnTo>
                  <a:lnTo>
                    <a:pt x="6868" y="13400"/>
                  </a:lnTo>
                  <a:lnTo>
                    <a:pt x="5993" y="13333"/>
                  </a:lnTo>
                  <a:lnTo>
                    <a:pt x="5151" y="13232"/>
                  </a:lnTo>
                  <a:lnTo>
                    <a:pt x="4276" y="13097"/>
                  </a:lnTo>
                  <a:lnTo>
                    <a:pt x="3434" y="12962"/>
                  </a:lnTo>
                  <a:lnTo>
                    <a:pt x="2660" y="12828"/>
                  </a:lnTo>
                  <a:lnTo>
                    <a:pt x="1852" y="12693"/>
                  </a:lnTo>
                  <a:lnTo>
                    <a:pt x="1044" y="12626"/>
                  </a:lnTo>
                  <a:lnTo>
                    <a:pt x="640" y="12626"/>
                  </a:lnTo>
                  <a:lnTo>
                    <a:pt x="236" y="12659"/>
                  </a:lnTo>
                  <a:lnTo>
                    <a:pt x="1044" y="6431"/>
                  </a:lnTo>
                  <a:lnTo>
                    <a:pt x="1448" y="3266"/>
                  </a:lnTo>
                  <a:lnTo>
                    <a:pt x="1684" y="1717"/>
                  </a:lnTo>
                  <a:lnTo>
                    <a:pt x="1751" y="943"/>
                  </a:lnTo>
                  <a:lnTo>
                    <a:pt x="1818" y="169"/>
                  </a:lnTo>
                  <a:close/>
                  <a:moveTo>
                    <a:pt x="2155" y="0"/>
                  </a:moveTo>
                  <a:lnTo>
                    <a:pt x="1987" y="34"/>
                  </a:lnTo>
                  <a:lnTo>
                    <a:pt x="1818" y="68"/>
                  </a:lnTo>
                  <a:lnTo>
                    <a:pt x="1785" y="68"/>
                  </a:lnTo>
                  <a:lnTo>
                    <a:pt x="1751" y="34"/>
                  </a:lnTo>
                  <a:lnTo>
                    <a:pt x="1717" y="68"/>
                  </a:lnTo>
                  <a:lnTo>
                    <a:pt x="1684" y="101"/>
                  </a:lnTo>
                  <a:lnTo>
                    <a:pt x="1549" y="808"/>
                  </a:lnTo>
                  <a:lnTo>
                    <a:pt x="1414" y="1549"/>
                  </a:lnTo>
                  <a:lnTo>
                    <a:pt x="1246" y="2997"/>
                  </a:lnTo>
                  <a:lnTo>
                    <a:pt x="842" y="6162"/>
                  </a:lnTo>
                  <a:lnTo>
                    <a:pt x="0" y="12760"/>
                  </a:lnTo>
                  <a:lnTo>
                    <a:pt x="0" y="12828"/>
                  </a:lnTo>
                  <a:lnTo>
                    <a:pt x="68" y="12861"/>
                  </a:lnTo>
                  <a:lnTo>
                    <a:pt x="169" y="12861"/>
                  </a:lnTo>
                  <a:lnTo>
                    <a:pt x="202" y="12794"/>
                  </a:lnTo>
                  <a:lnTo>
                    <a:pt x="640" y="12895"/>
                  </a:lnTo>
                  <a:lnTo>
                    <a:pt x="1044" y="12929"/>
                  </a:lnTo>
                  <a:lnTo>
                    <a:pt x="1919" y="13030"/>
                  </a:lnTo>
                  <a:lnTo>
                    <a:pt x="2761" y="13131"/>
                  </a:lnTo>
                  <a:lnTo>
                    <a:pt x="3603" y="13232"/>
                  </a:lnTo>
                  <a:lnTo>
                    <a:pt x="4411" y="13400"/>
                  </a:lnTo>
                  <a:lnTo>
                    <a:pt x="5219" y="13535"/>
                  </a:lnTo>
                  <a:lnTo>
                    <a:pt x="6027" y="13636"/>
                  </a:lnTo>
                  <a:lnTo>
                    <a:pt x="6835" y="13636"/>
                  </a:lnTo>
                  <a:lnTo>
                    <a:pt x="6868" y="13737"/>
                  </a:lnTo>
                  <a:lnTo>
                    <a:pt x="6936" y="13771"/>
                  </a:lnTo>
                  <a:lnTo>
                    <a:pt x="7003" y="13771"/>
                  </a:lnTo>
                  <a:lnTo>
                    <a:pt x="7037" y="13737"/>
                  </a:lnTo>
                  <a:lnTo>
                    <a:pt x="7071" y="13703"/>
                  </a:lnTo>
                  <a:lnTo>
                    <a:pt x="7071" y="13602"/>
                  </a:lnTo>
                  <a:lnTo>
                    <a:pt x="7138" y="13569"/>
                  </a:lnTo>
                  <a:lnTo>
                    <a:pt x="7172" y="13535"/>
                  </a:lnTo>
                  <a:lnTo>
                    <a:pt x="7172" y="13468"/>
                  </a:lnTo>
                  <a:lnTo>
                    <a:pt x="7104" y="13400"/>
                  </a:lnTo>
                  <a:lnTo>
                    <a:pt x="7407" y="11952"/>
                  </a:lnTo>
                  <a:lnTo>
                    <a:pt x="7609" y="10471"/>
                  </a:lnTo>
                  <a:lnTo>
                    <a:pt x="8013" y="7542"/>
                  </a:lnTo>
                  <a:lnTo>
                    <a:pt x="8384" y="4411"/>
                  </a:lnTo>
                  <a:lnTo>
                    <a:pt x="8619" y="2761"/>
                  </a:lnTo>
                  <a:lnTo>
                    <a:pt x="8687" y="1953"/>
                  </a:lnTo>
                  <a:lnTo>
                    <a:pt x="8720" y="1515"/>
                  </a:lnTo>
                  <a:lnTo>
                    <a:pt x="8720" y="1111"/>
                  </a:lnTo>
                  <a:lnTo>
                    <a:pt x="8788" y="1078"/>
                  </a:lnTo>
                  <a:lnTo>
                    <a:pt x="8788" y="977"/>
                  </a:lnTo>
                  <a:lnTo>
                    <a:pt x="8754" y="909"/>
                  </a:lnTo>
                  <a:lnTo>
                    <a:pt x="8687" y="876"/>
                  </a:lnTo>
                  <a:lnTo>
                    <a:pt x="6835" y="674"/>
                  </a:lnTo>
                  <a:lnTo>
                    <a:pt x="5017" y="438"/>
                  </a:lnTo>
                  <a:lnTo>
                    <a:pt x="4141" y="303"/>
                  </a:lnTo>
                  <a:lnTo>
                    <a:pt x="3266" y="135"/>
                  </a:lnTo>
                  <a:lnTo>
                    <a:pt x="2896" y="68"/>
                  </a:lnTo>
                  <a:lnTo>
                    <a:pt x="2525" y="34"/>
                  </a:lnTo>
                  <a:lnTo>
                    <a:pt x="215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34" name="Google Shape;41;p2"/>
            <p:cNvSpPr>
              <a:spLocks/>
            </p:cNvSpPr>
            <p:nvPr/>
          </p:nvSpPr>
          <p:spPr bwMode="auto">
            <a:xfrm>
              <a:off x="8845506" y="2961552"/>
              <a:ext cx="20682" cy="20674"/>
            </a:xfrm>
            <a:custGeom>
              <a:avLst/>
              <a:gdLst>
                <a:gd name="T0" fmla="*/ 4626 w 304"/>
                <a:gd name="T1" fmla="*/ 0 h 304"/>
                <a:gd name="T2" fmla="*/ 68 w 304"/>
                <a:gd name="T3" fmla="*/ 6869 h 304"/>
                <a:gd name="T4" fmla="*/ 68 w 304"/>
                <a:gd name="T5" fmla="*/ 13737 h 304"/>
                <a:gd name="T6" fmla="*/ 2313 w 304"/>
                <a:gd name="T7" fmla="*/ 16050 h 304"/>
                <a:gd name="T8" fmla="*/ 4626 w 304"/>
                <a:gd name="T9" fmla="*/ 18362 h 304"/>
                <a:gd name="T10" fmla="*/ 11498 w 304"/>
                <a:gd name="T11" fmla="*/ 20606 h 304"/>
                <a:gd name="T12" fmla="*/ 16056 w 304"/>
                <a:gd name="T13" fmla="*/ 18362 h 304"/>
                <a:gd name="T14" fmla="*/ 20682 w 304"/>
                <a:gd name="T15" fmla="*/ 16050 h 304"/>
                <a:gd name="T16" fmla="*/ 20682 w 304"/>
                <a:gd name="T17" fmla="*/ 9181 h 304"/>
                <a:gd name="T18" fmla="*/ 20682 w 304"/>
                <a:gd name="T19" fmla="*/ 4624 h 304"/>
                <a:gd name="T20" fmla="*/ 16056 w 304"/>
                <a:gd name="T21" fmla="*/ 0 h 304"/>
                <a:gd name="T22" fmla="*/ 4626 w 304"/>
                <a:gd name="T23" fmla="*/ 0 h 3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04" h="304" extrusionOk="0">
                  <a:moveTo>
                    <a:pt x="68" y="0"/>
                  </a:moveTo>
                  <a:lnTo>
                    <a:pt x="1" y="101"/>
                  </a:lnTo>
                  <a:lnTo>
                    <a:pt x="1" y="202"/>
                  </a:lnTo>
                  <a:lnTo>
                    <a:pt x="34" y="236"/>
                  </a:lnTo>
                  <a:lnTo>
                    <a:pt x="68" y="270"/>
                  </a:lnTo>
                  <a:lnTo>
                    <a:pt x="169" y="303"/>
                  </a:lnTo>
                  <a:lnTo>
                    <a:pt x="236" y="270"/>
                  </a:lnTo>
                  <a:lnTo>
                    <a:pt x="304" y="236"/>
                  </a:lnTo>
                  <a:lnTo>
                    <a:pt x="304" y="135"/>
                  </a:lnTo>
                  <a:lnTo>
                    <a:pt x="304" y="68"/>
                  </a:lnTo>
                  <a:lnTo>
                    <a:pt x="236" y="0"/>
                  </a:lnTo>
                  <a:lnTo>
                    <a:pt x="68"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grpSp>
      <p:grpSp>
        <p:nvGrpSpPr>
          <p:cNvPr id="35" name="Google Shape;42;p2"/>
          <p:cNvGrpSpPr>
            <a:grpSpLocks/>
          </p:cNvGrpSpPr>
          <p:nvPr/>
        </p:nvGrpSpPr>
        <p:grpSpPr bwMode="auto">
          <a:xfrm>
            <a:off x="9490075" y="4787900"/>
            <a:ext cx="2701925" cy="2062163"/>
            <a:chOff x="6445945" y="4797602"/>
            <a:chExt cx="2706053" cy="2066404"/>
          </a:xfrm>
        </p:grpSpPr>
        <p:sp>
          <p:nvSpPr>
            <p:cNvPr id="36" name="Google Shape;43;p2"/>
            <p:cNvSpPr>
              <a:spLocks/>
            </p:cNvSpPr>
            <p:nvPr/>
          </p:nvSpPr>
          <p:spPr bwMode="auto">
            <a:xfrm>
              <a:off x="6700333" y="5055306"/>
              <a:ext cx="112885" cy="1511227"/>
            </a:xfrm>
            <a:custGeom>
              <a:avLst/>
              <a:gdLst>
                <a:gd name="T0" fmla="*/ 103835 w 1684"/>
                <a:gd name="T1" fmla="*/ 66 h 22761"/>
                <a:gd name="T2" fmla="*/ 101556 w 1684"/>
                <a:gd name="T3" fmla="*/ 4515 h 22761"/>
                <a:gd name="T4" fmla="*/ 92574 w 1684"/>
                <a:gd name="T5" fmla="*/ 96141 h 22761"/>
                <a:gd name="T6" fmla="*/ 83524 w 1684"/>
                <a:gd name="T7" fmla="*/ 190024 h 22761"/>
                <a:gd name="T8" fmla="*/ 72195 w 1684"/>
                <a:gd name="T9" fmla="*/ 373342 h 22761"/>
                <a:gd name="T10" fmla="*/ 49672 w 1684"/>
                <a:gd name="T11" fmla="*/ 742168 h 22761"/>
                <a:gd name="T12" fmla="*/ 0 w 1684"/>
                <a:gd name="T13" fmla="*/ 1502197 h 22761"/>
                <a:gd name="T14" fmla="*/ 2279 w 1684"/>
                <a:gd name="T15" fmla="*/ 1504455 h 22761"/>
                <a:gd name="T16" fmla="*/ 2279 w 1684"/>
                <a:gd name="T17" fmla="*/ 1508903 h 22761"/>
                <a:gd name="T18" fmla="*/ 6770 w 1684"/>
                <a:gd name="T19" fmla="*/ 1511161 h 22761"/>
                <a:gd name="T20" fmla="*/ 9050 w 1684"/>
                <a:gd name="T21" fmla="*/ 1511161 h 22761"/>
                <a:gd name="T22" fmla="*/ 18032 w 1684"/>
                <a:gd name="T23" fmla="*/ 1508903 h 22761"/>
                <a:gd name="T24" fmla="*/ 20311 w 1684"/>
                <a:gd name="T25" fmla="*/ 1504455 h 22761"/>
                <a:gd name="T26" fmla="*/ 20311 w 1684"/>
                <a:gd name="T27" fmla="*/ 1502197 h 22761"/>
                <a:gd name="T28" fmla="*/ 67704 w 1684"/>
                <a:gd name="T29" fmla="*/ 760095 h 22761"/>
                <a:gd name="T30" fmla="*/ 94786 w 1684"/>
                <a:gd name="T31" fmla="*/ 382305 h 22761"/>
                <a:gd name="T32" fmla="*/ 106115 w 1684"/>
                <a:gd name="T33" fmla="*/ 194539 h 22761"/>
                <a:gd name="T34" fmla="*/ 110606 w 1684"/>
                <a:gd name="T35" fmla="*/ 98398 h 22761"/>
                <a:gd name="T36" fmla="*/ 112885 w 1684"/>
                <a:gd name="T37" fmla="*/ 4515 h 22761"/>
                <a:gd name="T38" fmla="*/ 110606 w 1684"/>
                <a:gd name="T39" fmla="*/ 66 h 22761"/>
                <a:gd name="T40" fmla="*/ 103835 w 1684"/>
                <a:gd name="T41" fmla="*/ 66 h 227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84" h="22761" extrusionOk="0">
                  <a:moveTo>
                    <a:pt x="1549" y="1"/>
                  </a:moveTo>
                  <a:lnTo>
                    <a:pt x="1515" y="68"/>
                  </a:lnTo>
                  <a:lnTo>
                    <a:pt x="1381" y="1448"/>
                  </a:lnTo>
                  <a:lnTo>
                    <a:pt x="1246" y="2862"/>
                  </a:lnTo>
                  <a:lnTo>
                    <a:pt x="1077" y="5623"/>
                  </a:lnTo>
                  <a:lnTo>
                    <a:pt x="741" y="11178"/>
                  </a:lnTo>
                  <a:lnTo>
                    <a:pt x="0" y="22625"/>
                  </a:lnTo>
                  <a:lnTo>
                    <a:pt x="34" y="22659"/>
                  </a:lnTo>
                  <a:lnTo>
                    <a:pt x="34" y="22726"/>
                  </a:lnTo>
                  <a:lnTo>
                    <a:pt x="101" y="22760"/>
                  </a:lnTo>
                  <a:lnTo>
                    <a:pt x="135" y="22760"/>
                  </a:lnTo>
                  <a:lnTo>
                    <a:pt x="269" y="22726"/>
                  </a:lnTo>
                  <a:lnTo>
                    <a:pt x="303" y="22659"/>
                  </a:lnTo>
                  <a:lnTo>
                    <a:pt x="303" y="22625"/>
                  </a:lnTo>
                  <a:lnTo>
                    <a:pt x="1010" y="11448"/>
                  </a:lnTo>
                  <a:lnTo>
                    <a:pt x="1414" y="5758"/>
                  </a:lnTo>
                  <a:lnTo>
                    <a:pt x="1583" y="2930"/>
                  </a:lnTo>
                  <a:lnTo>
                    <a:pt x="1650" y="1482"/>
                  </a:lnTo>
                  <a:lnTo>
                    <a:pt x="1684" y="68"/>
                  </a:lnTo>
                  <a:lnTo>
                    <a:pt x="1650" y="1"/>
                  </a:lnTo>
                  <a:lnTo>
                    <a:pt x="154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37" name="Google Shape;44;p2"/>
            <p:cNvSpPr>
              <a:spLocks/>
            </p:cNvSpPr>
            <p:nvPr/>
          </p:nvSpPr>
          <p:spPr bwMode="auto">
            <a:xfrm>
              <a:off x="6457075" y="4802375"/>
              <a:ext cx="333884" cy="1894600"/>
            </a:xfrm>
            <a:custGeom>
              <a:avLst/>
              <a:gdLst>
                <a:gd name="T0" fmla="*/ 255421 w 5017"/>
                <a:gd name="T1" fmla="*/ 0 h 28517"/>
                <a:gd name="T2" fmla="*/ 235256 w 5017"/>
                <a:gd name="T3" fmla="*/ 2259 h 28517"/>
                <a:gd name="T4" fmla="*/ 217354 w 5017"/>
                <a:gd name="T5" fmla="*/ 6710 h 28517"/>
                <a:gd name="T6" fmla="*/ 197189 w 5017"/>
                <a:gd name="T7" fmla="*/ 15679 h 28517"/>
                <a:gd name="T8" fmla="*/ 179287 w 5017"/>
                <a:gd name="T9" fmla="*/ 26841 h 28517"/>
                <a:gd name="T10" fmla="*/ 163581 w 5017"/>
                <a:gd name="T11" fmla="*/ 40261 h 28517"/>
                <a:gd name="T12" fmla="*/ 152401 w 5017"/>
                <a:gd name="T13" fmla="*/ 58133 h 28517"/>
                <a:gd name="T14" fmla="*/ 143416 w 5017"/>
                <a:gd name="T15" fmla="*/ 76071 h 28517"/>
                <a:gd name="T16" fmla="*/ 134432 w 5017"/>
                <a:gd name="T17" fmla="*/ 93943 h 28517"/>
                <a:gd name="T18" fmla="*/ 127710 w 5017"/>
                <a:gd name="T19" fmla="*/ 114073 h 28517"/>
                <a:gd name="T20" fmla="*/ 123252 w 5017"/>
                <a:gd name="T21" fmla="*/ 134204 h 28517"/>
                <a:gd name="T22" fmla="*/ 116530 w 5017"/>
                <a:gd name="T23" fmla="*/ 174465 h 28517"/>
                <a:gd name="T24" fmla="*/ 100824 w 5017"/>
                <a:gd name="T25" fmla="*/ 313187 h 28517"/>
                <a:gd name="T26" fmla="*/ 87381 w 5017"/>
                <a:gd name="T27" fmla="*/ 451842 h 28517"/>
                <a:gd name="T28" fmla="*/ 65020 w 5017"/>
                <a:gd name="T29" fmla="*/ 731478 h 28517"/>
                <a:gd name="T30" fmla="*/ 42592 w 5017"/>
                <a:gd name="T31" fmla="*/ 1020016 h 28517"/>
                <a:gd name="T32" fmla="*/ 22428 w 5017"/>
                <a:gd name="T33" fmla="*/ 1308554 h 28517"/>
                <a:gd name="T34" fmla="*/ 8984 w 5017"/>
                <a:gd name="T35" fmla="*/ 1597093 h 28517"/>
                <a:gd name="T36" fmla="*/ 0 w 5017"/>
                <a:gd name="T37" fmla="*/ 1885631 h 28517"/>
                <a:gd name="T38" fmla="*/ 0 w 5017"/>
                <a:gd name="T39" fmla="*/ 1890149 h 28517"/>
                <a:gd name="T40" fmla="*/ 2263 w 5017"/>
                <a:gd name="T41" fmla="*/ 1892341 h 28517"/>
                <a:gd name="T42" fmla="*/ 8984 w 5017"/>
                <a:gd name="T43" fmla="*/ 1894600 h 28517"/>
                <a:gd name="T44" fmla="*/ 15706 w 5017"/>
                <a:gd name="T45" fmla="*/ 1892341 h 28517"/>
                <a:gd name="T46" fmla="*/ 17969 w 5017"/>
                <a:gd name="T47" fmla="*/ 1890149 h 28517"/>
                <a:gd name="T48" fmla="*/ 17969 w 5017"/>
                <a:gd name="T49" fmla="*/ 1885631 h 28517"/>
                <a:gd name="T50" fmla="*/ 26886 w 5017"/>
                <a:gd name="T51" fmla="*/ 1637354 h 28517"/>
                <a:gd name="T52" fmla="*/ 40330 w 5017"/>
                <a:gd name="T53" fmla="*/ 1389077 h 28517"/>
                <a:gd name="T54" fmla="*/ 53773 w 5017"/>
                <a:gd name="T55" fmla="*/ 1140799 h 28517"/>
                <a:gd name="T56" fmla="*/ 69479 w 5017"/>
                <a:gd name="T57" fmla="*/ 890263 h 28517"/>
                <a:gd name="T58" fmla="*/ 89644 w 5017"/>
                <a:gd name="T59" fmla="*/ 641986 h 28517"/>
                <a:gd name="T60" fmla="*/ 112071 w 5017"/>
                <a:gd name="T61" fmla="*/ 393709 h 28517"/>
                <a:gd name="T62" fmla="*/ 123252 w 5017"/>
                <a:gd name="T63" fmla="*/ 272926 h 28517"/>
                <a:gd name="T64" fmla="*/ 129973 w 5017"/>
                <a:gd name="T65" fmla="*/ 210275 h 28517"/>
                <a:gd name="T66" fmla="*/ 138958 w 5017"/>
                <a:gd name="T67" fmla="*/ 149883 h 28517"/>
                <a:gd name="T68" fmla="*/ 143416 w 5017"/>
                <a:gd name="T69" fmla="*/ 123042 h 28517"/>
                <a:gd name="T70" fmla="*/ 152401 w 5017"/>
                <a:gd name="T71" fmla="*/ 96202 h 28517"/>
                <a:gd name="T72" fmla="*/ 165844 w 5017"/>
                <a:gd name="T73" fmla="*/ 71553 h 28517"/>
                <a:gd name="T74" fmla="*/ 181483 w 5017"/>
                <a:gd name="T75" fmla="*/ 49230 h 28517"/>
                <a:gd name="T76" fmla="*/ 197189 w 5017"/>
                <a:gd name="T77" fmla="*/ 35810 h 28517"/>
                <a:gd name="T78" fmla="*/ 212895 w 5017"/>
                <a:gd name="T79" fmla="*/ 26841 h 28517"/>
                <a:gd name="T80" fmla="*/ 230797 w 5017"/>
                <a:gd name="T81" fmla="*/ 20131 h 28517"/>
                <a:gd name="T82" fmla="*/ 250962 w 5017"/>
                <a:gd name="T83" fmla="*/ 17872 h 28517"/>
                <a:gd name="T84" fmla="*/ 271127 w 5017"/>
                <a:gd name="T85" fmla="*/ 17872 h 28517"/>
                <a:gd name="T86" fmla="*/ 291292 w 5017"/>
                <a:gd name="T87" fmla="*/ 22389 h 28517"/>
                <a:gd name="T88" fmla="*/ 309194 w 5017"/>
                <a:gd name="T89" fmla="*/ 29100 h 28517"/>
                <a:gd name="T90" fmla="*/ 327162 w 5017"/>
                <a:gd name="T91" fmla="*/ 38002 h 28517"/>
                <a:gd name="T92" fmla="*/ 331621 w 5017"/>
                <a:gd name="T93" fmla="*/ 40261 h 28517"/>
                <a:gd name="T94" fmla="*/ 333884 w 5017"/>
                <a:gd name="T95" fmla="*/ 38002 h 28517"/>
                <a:gd name="T96" fmla="*/ 333884 w 5017"/>
                <a:gd name="T97" fmla="*/ 33551 h 28517"/>
                <a:gd name="T98" fmla="*/ 331621 w 5017"/>
                <a:gd name="T99" fmla="*/ 29100 h 28517"/>
                <a:gd name="T100" fmla="*/ 313719 w 5017"/>
                <a:gd name="T101" fmla="*/ 15679 h 28517"/>
                <a:gd name="T102" fmla="*/ 295751 w 5017"/>
                <a:gd name="T103" fmla="*/ 8969 h 28517"/>
                <a:gd name="T104" fmla="*/ 275586 w 5017"/>
                <a:gd name="T105" fmla="*/ 2259 h 28517"/>
                <a:gd name="T106" fmla="*/ 255421 w 5017"/>
                <a:gd name="T107" fmla="*/ 0 h 2851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017" h="28517" extrusionOk="0">
                  <a:moveTo>
                    <a:pt x="3838" y="0"/>
                  </a:moveTo>
                  <a:lnTo>
                    <a:pt x="3535" y="34"/>
                  </a:lnTo>
                  <a:lnTo>
                    <a:pt x="3266" y="101"/>
                  </a:lnTo>
                  <a:lnTo>
                    <a:pt x="2963" y="236"/>
                  </a:lnTo>
                  <a:lnTo>
                    <a:pt x="2694" y="404"/>
                  </a:lnTo>
                  <a:lnTo>
                    <a:pt x="2458" y="606"/>
                  </a:lnTo>
                  <a:lnTo>
                    <a:pt x="2290" y="875"/>
                  </a:lnTo>
                  <a:lnTo>
                    <a:pt x="2155" y="1145"/>
                  </a:lnTo>
                  <a:lnTo>
                    <a:pt x="2020" y="1414"/>
                  </a:lnTo>
                  <a:lnTo>
                    <a:pt x="1919" y="1717"/>
                  </a:lnTo>
                  <a:lnTo>
                    <a:pt x="1852" y="2020"/>
                  </a:lnTo>
                  <a:lnTo>
                    <a:pt x="1751" y="2626"/>
                  </a:lnTo>
                  <a:lnTo>
                    <a:pt x="1515" y="4714"/>
                  </a:lnTo>
                  <a:lnTo>
                    <a:pt x="1313" y="6801"/>
                  </a:lnTo>
                  <a:lnTo>
                    <a:pt x="977" y="11010"/>
                  </a:lnTo>
                  <a:lnTo>
                    <a:pt x="640" y="15353"/>
                  </a:lnTo>
                  <a:lnTo>
                    <a:pt x="337" y="19696"/>
                  </a:lnTo>
                  <a:lnTo>
                    <a:pt x="135" y="24039"/>
                  </a:lnTo>
                  <a:lnTo>
                    <a:pt x="0" y="28382"/>
                  </a:lnTo>
                  <a:lnTo>
                    <a:pt x="0" y="28450"/>
                  </a:lnTo>
                  <a:lnTo>
                    <a:pt x="34" y="28483"/>
                  </a:lnTo>
                  <a:lnTo>
                    <a:pt x="135" y="28517"/>
                  </a:lnTo>
                  <a:lnTo>
                    <a:pt x="236" y="28483"/>
                  </a:lnTo>
                  <a:lnTo>
                    <a:pt x="270" y="28450"/>
                  </a:lnTo>
                  <a:lnTo>
                    <a:pt x="270" y="28382"/>
                  </a:lnTo>
                  <a:lnTo>
                    <a:pt x="404" y="24645"/>
                  </a:lnTo>
                  <a:lnTo>
                    <a:pt x="606" y="20908"/>
                  </a:lnTo>
                  <a:lnTo>
                    <a:pt x="808" y="17171"/>
                  </a:lnTo>
                  <a:lnTo>
                    <a:pt x="1044" y="13400"/>
                  </a:lnTo>
                  <a:lnTo>
                    <a:pt x="1347" y="9663"/>
                  </a:lnTo>
                  <a:lnTo>
                    <a:pt x="1684" y="5926"/>
                  </a:lnTo>
                  <a:lnTo>
                    <a:pt x="1852" y="4108"/>
                  </a:lnTo>
                  <a:lnTo>
                    <a:pt x="1953" y="3165"/>
                  </a:lnTo>
                  <a:lnTo>
                    <a:pt x="2088" y="2256"/>
                  </a:lnTo>
                  <a:lnTo>
                    <a:pt x="2155" y="1852"/>
                  </a:lnTo>
                  <a:lnTo>
                    <a:pt x="2290" y="1448"/>
                  </a:lnTo>
                  <a:lnTo>
                    <a:pt x="2492" y="1077"/>
                  </a:lnTo>
                  <a:lnTo>
                    <a:pt x="2727" y="741"/>
                  </a:lnTo>
                  <a:lnTo>
                    <a:pt x="2963" y="539"/>
                  </a:lnTo>
                  <a:lnTo>
                    <a:pt x="3199" y="404"/>
                  </a:lnTo>
                  <a:lnTo>
                    <a:pt x="3468" y="303"/>
                  </a:lnTo>
                  <a:lnTo>
                    <a:pt x="3771" y="269"/>
                  </a:lnTo>
                  <a:lnTo>
                    <a:pt x="4074" y="269"/>
                  </a:lnTo>
                  <a:lnTo>
                    <a:pt x="4377" y="337"/>
                  </a:lnTo>
                  <a:lnTo>
                    <a:pt x="4646" y="438"/>
                  </a:lnTo>
                  <a:lnTo>
                    <a:pt x="4916" y="572"/>
                  </a:lnTo>
                  <a:lnTo>
                    <a:pt x="4983" y="606"/>
                  </a:lnTo>
                  <a:lnTo>
                    <a:pt x="5017" y="572"/>
                  </a:lnTo>
                  <a:lnTo>
                    <a:pt x="5017" y="505"/>
                  </a:lnTo>
                  <a:lnTo>
                    <a:pt x="4983" y="438"/>
                  </a:lnTo>
                  <a:lnTo>
                    <a:pt x="4714" y="236"/>
                  </a:lnTo>
                  <a:lnTo>
                    <a:pt x="4444" y="135"/>
                  </a:lnTo>
                  <a:lnTo>
                    <a:pt x="4141" y="34"/>
                  </a:lnTo>
                  <a:lnTo>
                    <a:pt x="3838"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38" name="Google Shape;45;p2"/>
            <p:cNvSpPr>
              <a:spLocks/>
            </p:cNvSpPr>
            <p:nvPr/>
          </p:nvSpPr>
          <p:spPr bwMode="auto">
            <a:xfrm>
              <a:off x="8109007" y="4967814"/>
              <a:ext cx="62008" cy="60449"/>
            </a:xfrm>
            <a:custGeom>
              <a:avLst/>
              <a:gdLst>
                <a:gd name="T0" fmla="*/ 27567 w 911"/>
                <a:gd name="T1" fmla="*/ 0 h 910"/>
                <a:gd name="T2" fmla="*/ 20692 w 911"/>
                <a:gd name="T3" fmla="*/ 2259 h 910"/>
                <a:gd name="T4" fmla="*/ 13817 w 911"/>
                <a:gd name="T5" fmla="*/ 6709 h 910"/>
                <a:gd name="T6" fmla="*/ 9257 w 911"/>
                <a:gd name="T7" fmla="*/ 11226 h 910"/>
                <a:gd name="T8" fmla="*/ 4628 w 911"/>
                <a:gd name="T9" fmla="*/ 15677 h 910"/>
                <a:gd name="T10" fmla="*/ 68 w 911"/>
                <a:gd name="T11" fmla="*/ 22386 h 910"/>
                <a:gd name="T12" fmla="*/ 68 w 911"/>
                <a:gd name="T13" fmla="*/ 29095 h 910"/>
                <a:gd name="T14" fmla="*/ 68 w 911"/>
                <a:gd name="T15" fmla="*/ 38063 h 910"/>
                <a:gd name="T16" fmla="*/ 4628 w 911"/>
                <a:gd name="T17" fmla="*/ 44772 h 910"/>
                <a:gd name="T18" fmla="*/ 6943 w 911"/>
                <a:gd name="T19" fmla="*/ 49223 h 910"/>
                <a:gd name="T20" fmla="*/ 13817 w 911"/>
                <a:gd name="T21" fmla="*/ 55932 h 910"/>
                <a:gd name="T22" fmla="*/ 20692 w 911"/>
                <a:gd name="T23" fmla="*/ 58190 h 910"/>
                <a:gd name="T24" fmla="*/ 27567 w 911"/>
                <a:gd name="T25" fmla="*/ 60449 h 910"/>
                <a:gd name="T26" fmla="*/ 34441 w 911"/>
                <a:gd name="T27" fmla="*/ 60449 h 910"/>
                <a:gd name="T28" fmla="*/ 43630 w 911"/>
                <a:gd name="T29" fmla="*/ 58190 h 910"/>
                <a:gd name="T30" fmla="*/ 50505 w 911"/>
                <a:gd name="T31" fmla="*/ 53740 h 910"/>
                <a:gd name="T32" fmla="*/ 55065 w 911"/>
                <a:gd name="T33" fmla="*/ 47031 h 910"/>
                <a:gd name="T34" fmla="*/ 59626 w 911"/>
                <a:gd name="T35" fmla="*/ 40321 h 910"/>
                <a:gd name="T36" fmla="*/ 61940 w 911"/>
                <a:gd name="T37" fmla="*/ 33612 h 910"/>
                <a:gd name="T38" fmla="*/ 61940 w 911"/>
                <a:gd name="T39" fmla="*/ 24645 h 910"/>
                <a:gd name="T40" fmla="*/ 59626 w 911"/>
                <a:gd name="T41" fmla="*/ 17935 h 910"/>
                <a:gd name="T42" fmla="*/ 55065 w 911"/>
                <a:gd name="T43" fmla="*/ 11226 h 910"/>
                <a:gd name="T44" fmla="*/ 50505 w 911"/>
                <a:gd name="T45" fmla="*/ 4517 h 910"/>
                <a:gd name="T46" fmla="*/ 43630 w 911"/>
                <a:gd name="T47" fmla="*/ 2259 h 910"/>
                <a:gd name="T48" fmla="*/ 34441 w 911"/>
                <a:gd name="T49" fmla="*/ 0 h 910"/>
                <a:gd name="T50" fmla="*/ 27567 w 911"/>
                <a:gd name="T51" fmla="*/ 0 h 91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911" h="910" extrusionOk="0">
                  <a:moveTo>
                    <a:pt x="405" y="0"/>
                  </a:moveTo>
                  <a:lnTo>
                    <a:pt x="304" y="34"/>
                  </a:lnTo>
                  <a:lnTo>
                    <a:pt x="203" y="101"/>
                  </a:lnTo>
                  <a:lnTo>
                    <a:pt x="136" y="169"/>
                  </a:lnTo>
                  <a:lnTo>
                    <a:pt x="68" y="236"/>
                  </a:lnTo>
                  <a:lnTo>
                    <a:pt x="1" y="337"/>
                  </a:lnTo>
                  <a:lnTo>
                    <a:pt x="1" y="438"/>
                  </a:lnTo>
                  <a:lnTo>
                    <a:pt x="1" y="573"/>
                  </a:lnTo>
                  <a:lnTo>
                    <a:pt x="68" y="674"/>
                  </a:lnTo>
                  <a:lnTo>
                    <a:pt x="102" y="741"/>
                  </a:lnTo>
                  <a:lnTo>
                    <a:pt x="203" y="842"/>
                  </a:lnTo>
                  <a:lnTo>
                    <a:pt x="304" y="876"/>
                  </a:lnTo>
                  <a:lnTo>
                    <a:pt x="405" y="910"/>
                  </a:lnTo>
                  <a:lnTo>
                    <a:pt x="506" y="910"/>
                  </a:lnTo>
                  <a:lnTo>
                    <a:pt x="641" y="876"/>
                  </a:lnTo>
                  <a:lnTo>
                    <a:pt x="742" y="809"/>
                  </a:lnTo>
                  <a:lnTo>
                    <a:pt x="809" y="708"/>
                  </a:lnTo>
                  <a:lnTo>
                    <a:pt x="876" y="607"/>
                  </a:lnTo>
                  <a:lnTo>
                    <a:pt x="910" y="506"/>
                  </a:lnTo>
                  <a:lnTo>
                    <a:pt x="910" y="371"/>
                  </a:lnTo>
                  <a:lnTo>
                    <a:pt x="876" y="270"/>
                  </a:lnTo>
                  <a:lnTo>
                    <a:pt x="809" y="169"/>
                  </a:lnTo>
                  <a:lnTo>
                    <a:pt x="742" y="68"/>
                  </a:lnTo>
                  <a:lnTo>
                    <a:pt x="641" y="34"/>
                  </a:lnTo>
                  <a:lnTo>
                    <a:pt x="506" y="0"/>
                  </a:lnTo>
                  <a:lnTo>
                    <a:pt x="40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39" name="Google Shape;46;p2"/>
            <p:cNvSpPr>
              <a:spLocks/>
            </p:cNvSpPr>
            <p:nvPr/>
          </p:nvSpPr>
          <p:spPr bwMode="auto">
            <a:xfrm>
              <a:off x="6797319" y="5021900"/>
              <a:ext cx="2354679" cy="155895"/>
            </a:xfrm>
            <a:custGeom>
              <a:avLst/>
              <a:gdLst>
                <a:gd name="T0" fmla="*/ 42572 w 35454"/>
                <a:gd name="T1" fmla="*/ 66 h 2358"/>
                <a:gd name="T2" fmla="*/ 4516 w 35454"/>
                <a:gd name="T3" fmla="*/ 2248 h 2358"/>
                <a:gd name="T4" fmla="*/ 2325 w 35454"/>
                <a:gd name="T5" fmla="*/ 2248 h 2358"/>
                <a:gd name="T6" fmla="*/ 66 w 35454"/>
                <a:gd name="T7" fmla="*/ 4496 h 2358"/>
                <a:gd name="T8" fmla="*/ 66 w 35454"/>
                <a:gd name="T9" fmla="*/ 8925 h 2358"/>
                <a:gd name="T10" fmla="*/ 2325 w 35454"/>
                <a:gd name="T11" fmla="*/ 8925 h 2358"/>
                <a:gd name="T12" fmla="*/ 38056 w 35454"/>
                <a:gd name="T13" fmla="*/ 15603 h 2358"/>
                <a:gd name="T14" fmla="*/ 73854 w 35454"/>
                <a:gd name="T15" fmla="*/ 20098 h 2358"/>
                <a:gd name="T16" fmla="*/ 145383 w 35454"/>
                <a:gd name="T17" fmla="*/ 26776 h 2358"/>
                <a:gd name="T18" fmla="*/ 288507 w 35454"/>
                <a:gd name="T19" fmla="*/ 33453 h 2358"/>
                <a:gd name="T20" fmla="*/ 588172 w 35454"/>
                <a:gd name="T21" fmla="*/ 55667 h 2358"/>
                <a:gd name="T22" fmla="*/ 1203042 w 35454"/>
                <a:gd name="T23" fmla="*/ 95732 h 2358"/>
                <a:gd name="T24" fmla="*/ 1491483 w 35454"/>
                <a:gd name="T25" fmla="*/ 113583 h 2358"/>
                <a:gd name="T26" fmla="*/ 1779990 w 35454"/>
                <a:gd name="T27" fmla="*/ 131367 h 2358"/>
                <a:gd name="T28" fmla="*/ 2066172 w 35454"/>
                <a:gd name="T29" fmla="*/ 144722 h 2358"/>
                <a:gd name="T30" fmla="*/ 2354613 w 35454"/>
                <a:gd name="T31" fmla="*/ 155829 h 2358"/>
                <a:gd name="T32" fmla="*/ 2354613 w 35454"/>
                <a:gd name="T33" fmla="*/ 133615 h 2358"/>
                <a:gd name="T34" fmla="*/ 2070622 w 35454"/>
                <a:gd name="T35" fmla="*/ 120260 h 2358"/>
                <a:gd name="T36" fmla="*/ 1788889 w 35454"/>
                <a:gd name="T37" fmla="*/ 106905 h 2358"/>
                <a:gd name="T38" fmla="*/ 1504899 w 35454"/>
                <a:gd name="T39" fmla="*/ 93550 h 2358"/>
                <a:gd name="T40" fmla="*/ 1220974 w 35454"/>
                <a:gd name="T41" fmla="*/ 77948 h 2358"/>
                <a:gd name="T42" fmla="*/ 623903 w 35454"/>
                <a:gd name="T43" fmla="*/ 40131 h 2358"/>
                <a:gd name="T44" fmla="*/ 322047 w 35454"/>
                <a:gd name="T45" fmla="*/ 17851 h 2358"/>
                <a:gd name="T46" fmla="*/ 243810 w 35454"/>
                <a:gd name="T47" fmla="*/ 11173 h 2358"/>
                <a:gd name="T48" fmla="*/ 163315 w 35454"/>
                <a:gd name="T49" fmla="*/ 4496 h 2358"/>
                <a:gd name="T50" fmla="*/ 82820 w 35454"/>
                <a:gd name="T51" fmla="*/ 66 h 2358"/>
                <a:gd name="T52" fmla="*/ 42572 w 35454"/>
                <a:gd name="T53" fmla="*/ 66 h 235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5454" h="2358" extrusionOk="0">
                  <a:moveTo>
                    <a:pt x="641" y="1"/>
                  </a:moveTo>
                  <a:lnTo>
                    <a:pt x="68" y="34"/>
                  </a:lnTo>
                  <a:lnTo>
                    <a:pt x="35" y="34"/>
                  </a:lnTo>
                  <a:lnTo>
                    <a:pt x="1" y="68"/>
                  </a:lnTo>
                  <a:lnTo>
                    <a:pt x="1" y="135"/>
                  </a:lnTo>
                  <a:lnTo>
                    <a:pt x="35" y="135"/>
                  </a:lnTo>
                  <a:lnTo>
                    <a:pt x="573" y="236"/>
                  </a:lnTo>
                  <a:lnTo>
                    <a:pt x="1112" y="304"/>
                  </a:lnTo>
                  <a:lnTo>
                    <a:pt x="2189" y="405"/>
                  </a:lnTo>
                  <a:lnTo>
                    <a:pt x="4344" y="506"/>
                  </a:lnTo>
                  <a:lnTo>
                    <a:pt x="8856" y="842"/>
                  </a:lnTo>
                  <a:lnTo>
                    <a:pt x="18114" y="1448"/>
                  </a:lnTo>
                  <a:lnTo>
                    <a:pt x="22457" y="1718"/>
                  </a:lnTo>
                  <a:lnTo>
                    <a:pt x="26801" y="1987"/>
                  </a:lnTo>
                  <a:lnTo>
                    <a:pt x="31110" y="2189"/>
                  </a:lnTo>
                  <a:lnTo>
                    <a:pt x="35453" y="2357"/>
                  </a:lnTo>
                  <a:lnTo>
                    <a:pt x="35453" y="2021"/>
                  </a:lnTo>
                  <a:lnTo>
                    <a:pt x="31177" y="1819"/>
                  </a:lnTo>
                  <a:lnTo>
                    <a:pt x="26935" y="1617"/>
                  </a:lnTo>
                  <a:lnTo>
                    <a:pt x="22659" y="1415"/>
                  </a:lnTo>
                  <a:lnTo>
                    <a:pt x="18384" y="1179"/>
                  </a:lnTo>
                  <a:lnTo>
                    <a:pt x="9394" y="607"/>
                  </a:lnTo>
                  <a:lnTo>
                    <a:pt x="4849" y="270"/>
                  </a:lnTo>
                  <a:lnTo>
                    <a:pt x="3671" y="169"/>
                  </a:lnTo>
                  <a:lnTo>
                    <a:pt x="2459" y="68"/>
                  </a:lnTo>
                  <a:lnTo>
                    <a:pt x="1247" y="1"/>
                  </a:lnTo>
                  <a:lnTo>
                    <a:pt x="64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0" name="Google Shape;47;p2"/>
            <p:cNvSpPr>
              <a:spLocks/>
            </p:cNvSpPr>
            <p:nvPr/>
          </p:nvSpPr>
          <p:spPr bwMode="auto">
            <a:xfrm>
              <a:off x="6786189" y="4797602"/>
              <a:ext cx="2365809" cy="170212"/>
            </a:xfrm>
            <a:custGeom>
              <a:avLst/>
              <a:gdLst>
                <a:gd name="T0" fmla="*/ 536694 w 35622"/>
                <a:gd name="T1" fmla="*/ 35838 h 2560"/>
                <a:gd name="T2" fmla="*/ 626154 w 35622"/>
                <a:gd name="T3" fmla="*/ 44814 h 2560"/>
                <a:gd name="T4" fmla="*/ 690974 w 35622"/>
                <a:gd name="T5" fmla="*/ 53790 h 2560"/>
                <a:gd name="T6" fmla="*/ 614930 w 35622"/>
                <a:gd name="T7" fmla="*/ 53790 h 2560"/>
                <a:gd name="T8" fmla="*/ 469615 w 35622"/>
                <a:gd name="T9" fmla="*/ 38098 h 2560"/>
                <a:gd name="T10" fmla="*/ 496447 w 35622"/>
                <a:gd name="T11" fmla="*/ 33643 h 2560"/>
                <a:gd name="T12" fmla="*/ 134223 w 35622"/>
                <a:gd name="T13" fmla="*/ 66 h 2560"/>
                <a:gd name="T14" fmla="*/ 127515 w 35622"/>
                <a:gd name="T15" fmla="*/ 4521 h 2560"/>
                <a:gd name="T16" fmla="*/ 127515 w 35622"/>
                <a:gd name="T17" fmla="*/ 15691 h 2560"/>
                <a:gd name="T18" fmla="*/ 134223 w 35622"/>
                <a:gd name="T19" fmla="*/ 22407 h 2560"/>
                <a:gd name="T20" fmla="*/ 136415 w 35622"/>
                <a:gd name="T21" fmla="*/ 15691 h 2560"/>
                <a:gd name="T22" fmla="*/ 210201 w 35622"/>
                <a:gd name="T23" fmla="*/ 29122 h 2560"/>
                <a:gd name="T24" fmla="*/ 158797 w 35622"/>
                <a:gd name="T25" fmla="*/ 26928 h 2560"/>
                <a:gd name="T26" fmla="*/ 71595 w 35622"/>
                <a:gd name="T27" fmla="*/ 22407 h 2560"/>
                <a:gd name="T28" fmla="*/ 26898 w 35622"/>
                <a:gd name="T29" fmla="*/ 17952 h 2560"/>
                <a:gd name="T30" fmla="*/ 6774 w 35622"/>
                <a:gd name="T31" fmla="*/ 11237 h 2560"/>
                <a:gd name="T32" fmla="*/ 8966 w 35622"/>
                <a:gd name="T33" fmla="*/ 4521 h 2560"/>
                <a:gd name="T34" fmla="*/ 2258 w 35622"/>
                <a:gd name="T35" fmla="*/ 8976 h 2560"/>
                <a:gd name="T36" fmla="*/ 0 w 35622"/>
                <a:gd name="T37" fmla="*/ 15691 h 2560"/>
                <a:gd name="T38" fmla="*/ 17932 w 35622"/>
                <a:gd name="T39" fmla="*/ 26928 h 2560"/>
                <a:gd name="T40" fmla="*/ 73853 w 35622"/>
                <a:gd name="T41" fmla="*/ 35838 h 2560"/>
                <a:gd name="T42" fmla="*/ 420402 w 35622"/>
                <a:gd name="T43" fmla="*/ 58244 h 2560"/>
                <a:gd name="T44" fmla="*/ 1728498 w 35622"/>
                <a:gd name="T45" fmla="*/ 134374 h 2560"/>
                <a:gd name="T46" fmla="*/ 2365743 w 35622"/>
                <a:gd name="T47" fmla="*/ 152260 h 2560"/>
                <a:gd name="T48" fmla="*/ 728963 w 35622"/>
                <a:gd name="T49" fmla="*/ 60505 h 2560"/>
                <a:gd name="T50" fmla="*/ 724513 w 35622"/>
                <a:gd name="T51" fmla="*/ 49268 h 2560"/>
                <a:gd name="T52" fmla="*/ 699940 w 35622"/>
                <a:gd name="T53" fmla="*/ 38098 h 2560"/>
                <a:gd name="T54" fmla="*/ 655177 w 35622"/>
                <a:gd name="T55" fmla="*/ 33643 h 2560"/>
                <a:gd name="T56" fmla="*/ 512054 w 35622"/>
                <a:gd name="T57" fmla="*/ 20213 h 2560"/>
                <a:gd name="T58" fmla="*/ 476323 w 35622"/>
                <a:gd name="T59" fmla="*/ 17952 h 2560"/>
                <a:gd name="T60" fmla="*/ 465099 w 35622"/>
                <a:gd name="T61" fmla="*/ 26928 h 2560"/>
                <a:gd name="T62" fmla="*/ 453942 w 35622"/>
                <a:gd name="T63" fmla="*/ 44814 h 2560"/>
                <a:gd name="T64" fmla="*/ 364481 w 35622"/>
                <a:gd name="T65" fmla="*/ 33643 h 2560"/>
                <a:gd name="T66" fmla="*/ 360032 w 35622"/>
                <a:gd name="T67" fmla="*/ 29122 h 2560"/>
                <a:gd name="T68" fmla="*/ 245998 w 35622"/>
                <a:gd name="T69" fmla="*/ 17952 h 2560"/>
                <a:gd name="T70" fmla="*/ 134223 w 35622"/>
                <a:gd name="T71" fmla="*/ 66 h 256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5622" h="2560" extrusionOk="0">
                  <a:moveTo>
                    <a:pt x="7677" y="506"/>
                  </a:moveTo>
                  <a:lnTo>
                    <a:pt x="8081" y="539"/>
                  </a:lnTo>
                  <a:lnTo>
                    <a:pt x="8485" y="607"/>
                  </a:lnTo>
                  <a:lnTo>
                    <a:pt x="9428" y="674"/>
                  </a:lnTo>
                  <a:lnTo>
                    <a:pt x="10101" y="775"/>
                  </a:lnTo>
                  <a:lnTo>
                    <a:pt x="10404" y="809"/>
                  </a:lnTo>
                  <a:lnTo>
                    <a:pt x="10606" y="876"/>
                  </a:lnTo>
                  <a:lnTo>
                    <a:pt x="9259" y="809"/>
                  </a:lnTo>
                  <a:lnTo>
                    <a:pt x="6869" y="674"/>
                  </a:lnTo>
                  <a:lnTo>
                    <a:pt x="7071" y="573"/>
                  </a:lnTo>
                  <a:lnTo>
                    <a:pt x="7273" y="539"/>
                  </a:lnTo>
                  <a:lnTo>
                    <a:pt x="7475" y="506"/>
                  </a:lnTo>
                  <a:lnTo>
                    <a:pt x="7677" y="506"/>
                  </a:lnTo>
                  <a:close/>
                  <a:moveTo>
                    <a:pt x="2021" y="1"/>
                  </a:moveTo>
                  <a:lnTo>
                    <a:pt x="1953" y="34"/>
                  </a:lnTo>
                  <a:lnTo>
                    <a:pt x="1920" y="68"/>
                  </a:lnTo>
                  <a:lnTo>
                    <a:pt x="1920" y="102"/>
                  </a:lnTo>
                  <a:lnTo>
                    <a:pt x="1920" y="236"/>
                  </a:lnTo>
                  <a:lnTo>
                    <a:pt x="1920" y="371"/>
                  </a:lnTo>
                  <a:lnTo>
                    <a:pt x="2021" y="337"/>
                  </a:lnTo>
                  <a:lnTo>
                    <a:pt x="2054" y="304"/>
                  </a:lnTo>
                  <a:lnTo>
                    <a:pt x="2054" y="236"/>
                  </a:lnTo>
                  <a:lnTo>
                    <a:pt x="2593" y="304"/>
                  </a:lnTo>
                  <a:lnTo>
                    <a:pt x="3165" y="438"/>
                  </a:lnTo>
                  <a:lnTo>
                    <a:pt x="3502" y="472"/>
                  </a:lnTo>
                  <a:lnTo>
                    <a:pt x="2391" y="405"/>
                  </a:lnTo>
                  <a:lnTo>
                    <a:pt x="1381" y="371"/>
                  </a:lnTo>
                  <a:lnTo>
                    <a:pt x="1078" y="337"/>
                  </a:lnTo>
                  <a:lnTo>
                    <a:pt x="607" y="304"/>
                  </a:lnTo>
                  <a:lnTo>
                    <a:pt x="405" y="270"/>
                  </a:lnTo>
                  <a:lnTo>
                    <a:pt x="203" y="236"/>
                  </a:lnTo>
                  <a:lnTo>
                    <a:pt x="102" y="169"/>
                  </a:lnTo>
                  <a:lnTo>
                    <a:pt x="102" y="102"/>
                  </a:lnTo>
                  <a:lnTo>
                    <a:pt x="135" y="68"/>
                  </a:lnTo>
                  <a:lnTo>
                    <a:pt x="102" y="34"/>
                  </a:lnTo>
                  <a:lnTo>
                    <a:pt x="34" y="135"/>
                  </a:lnTo>
                  <a:lnTo>
                    <a:pt x="0" y="203"/>
                  </a:lnTo>
                  <a:lnTo>
                    <a:pt x="0" y="236"/>
                  </a:lnTo>
                  <a:lnTo>
                    <a:pt x="68" y="304"/>
                  </a:lnTo>
                  <a:lnTo>
                    <a:pt x="270" y="405"/>
                  </a:lnTo>
                  <a:lnTo>
                    <a:pt x="539" y="472"/>
                  </a:lnTo>
                  <a:lnTo>
                    <a:pt x="1112" y="539"/>
                  </a:lnTo>
                  <a:lnTo>
                    <a:pt x="1381" y="573"/>
                  </a:lnTo>
                  <a:lnTo>
                    <a:pt x="6330" y="876"/>
                  </a:lnTo>
                  <a:lnTo>
                    <a:pt x="16464" y="1482"/>
                  </a:lnTo>
                  <a:lnTo>
                    <a:pt x="26026" y="2021"/>
                  </a:lnTo>
                  <a:lnTo>
                    <a:pt x="35621" y="2559"/>
                  </a:lnTo>
                  <a:lnTo>
                    <a:pt x="35621" y="2290"/>
                  </a:lnTo>
                  <a:lnTo>
                    <a:pt x="18316" y="1314"/>
                  </a:lnTo>
                  <a:lnTo>
                    <a:pt x="10976" y="910"/>
                  </a:lnTo>
                  <a:lnTo>
                    <a:pt x="10943" y="809"/>
                  </a:lnTo>
                  <a:lnTo>
                    <a:pt x="10909" y="741"/>
                  </a:lnTo>
                  <a:lnTo>
                    <a:pt x="10741" y="640"/>
                  </a:lnTo>
                  <a:lnTo>
                    <a:pt x="10539" y="573"/>
                  </a:lnTo>
                  <a:lnTo>
                    <a:pt x="10337" y="539"/>
                  </a:lnTo>
                  <a:lnTo>
                    <a:pt x="9865" y="506"/>
                  </a:lnTo>
                  <a:lnTo>
                    <a:pt x="9529" y="506"/>
                  </a:lnTo>
                  <a:lnTo>
                    <a:pt x="7710" y="304"/>
                  </a:lnTo>
                  <a:lnTo>
                    <a:pt x="7374" y="270"/>
                  </a:lnTo>
                  <a:lnTo>
                    <a:pt x="7172" y="270"/>
                  </a:lnTo>
                  <a:lnTo>
                    <a:pt x="7104" y="337"/>
                  </a:lnTo>
                  <a:lnTo>
                    <a:pt x="7003" y="405"/>
                  </a:lnTo>
                  <a:lnTo>
                    <a:pt x="6835" y="640"/>
                  </a:lnTo>
                  <a:lnTo>
                    <a:pt x="6835" y="674"/>
                  </a:lnTo>
                  <a:lnTo>
                    <a:pt x="5522" y="573"/>
                  </a:lnTo>
                  <a:lnTo>
                    <a:pt x="5488" y="506"/>
                  </a:lnTo>
                  <a:lnTo>
                    <a:pt x="5455" y="438"/>
                  </a:lnTo>
                  <a:lnTo>
                    <a:pt x="5421" y="438"/>
                  </a:lnTo>
                  <a:lnTo>
                    <a:pt x="4546" y="371"/>
                  </a:lnTo>
                  <a:lnTo>
                    <a:pt x="3704" y="270"/>
                  </a:lnTo>
                  <a:lnTo>
                    <a:pt x="2862" y="135"/>
                  </a:lnTo>
                  <a:lnTo>
                    <a:pt x="202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1" name="Google Shape;48;p2"/>
            <p:cNvSpPr>
              <a:spLocks/>
            </p:cNvSpPr>
            <p:nvPr/>
          </p:nvSpPr>
          <p:spPr bwMode="auto">
            <a:xfrm>
              <a:off x="8024741" y="4983722"/>
              <a:ext cx="31799" cy="30224"/>
            </a:xfrm>
            <a:custGeom>
              <a:avLst/>
              <a:gdLst>
                <a:gd name="T0" fmla="*/ 6872 w 472"/>
                <a:gd name="T1" fmla="*/ 0 h 472"/>
                <a:gd name="T2" fmla="*/ 4581 w 472"/>
                <a:gd name="T3" fmla="*/ 4354 h 472"/>
                <a:gd name="T4" fmla="*/ 67 w 472"/>
                <a:gd name="T5" fmla="*/ 6467 h 472"/>
                <a:gd name="T6" fmla="*/ 67 w 472"/>
                <a:gd name="T7" fmla="*/ 10822 h 472"/>
                <a:gd name="T8" fmla="*/ 67 w 472"/>
                <a:gd name="T9" fmla="*/ 19402 h 472"/>
                <a:gd name="T10" fmla="*/ 2291 w 472"/>
                <a:gd name="T11" fmla="*/ 23757 h 472"/>
                <a:gd name="T12" fmla="*/ 4581 w 472"/>
                <a:gd name="T13" fmla="*/ 23757 h 472"/>
                <a:gd name="T14" fmla="*/ 6872 w 472"/>
                <a:gd name="T15" fmla="*/ 28047 h 472"/>
                <a:gd name="T16" fmla="*/ 13676 w 472"/>
                <a:gd name="T17" fmla="*/ 28047 h 472"/>
                <a:gd name="T18" fmla="*/ 18190 w 472"/>
                <a:gd name="T19" fmla="*/ 30224 h 472"/>
                <a:gd name="T20" fmla="*/ 22704 w 472"/>
                <a:gd name="T21" fmla="*/ 28047 h 472"/>
                <a:gd name="T22" fmla="*/ 27285 w 472"/>
                <a:gd name="T23" fmla="*/ 25870 h 472"/>
                <a:gd name="T24" fmla="*/ 29508 w 472"/>
                <a:gd name="T25" fmla="*/ 21579 h 472"/>
                <a:gd name="T26" fmla="*/ 31799 w 472"/>
                <a:gd name="T27" fmla="*/ 17289 h 472"/>
                <a:gd name="T28" fmla="*/ 31799 w 472"/>
                <a:gd name="T29" fmla="*/ 10822 h 472"/>
                <a:gd name="T30" fmla="*/ 29508 w 472"/>
                <a:gd name="T31" fmla="*/ 6467 h 472"/>
                <a:gd name="T32" fmla="*/ 24995 w 472"/>
                <a:gd name="T33" fmla="*/ 2177 h 472"/>
                <a:gd name="T34" fmla="*/ 22704 w 472"/>
                <a:gd name="T35" fmla="*/ 2177 h 472"/>
                <a:gd name="T36" fmla="*/ 18190 w 472"/>
                <a:gd name="T37" fmla="*/ 0 h 472"/>
                <a:gd name="T38" fmla="*/ 6872 w 472"/>
                <a:gd name="T39" fmla="*/ 0 h 4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72" h="472" extrusionOk="0">
                  <a:moveTo>
                    <a:pt x="102" y="0"/>
                  </a:moveTo>
                  <a:lnTo>
                    <a:pt x="68" y="68"/>
                  </a:lnTo>
                  <a:lnTo>
                    <a:pt x="1" y="101"/>
                  </a:lnTo>
                  <a:lnTo>
                    <a:pt x="1" y="169"/>
                  </a:lnTo>
                  <a:lnTo>
                    <a:pt x="1" y="303"/>
                  </a:lnTo>
                  <a:lnTo>
                    <a:pt x="34" y="371"/>
                  </a:lnTo>
                  <a:lnTo>
                    <a:pt x="68" y="371"/>
                  </a:lnTo>
                  <a:lnTo>
                    <a:pt x="102" y="438"/>
                  </a:lnTo>
                  <a:lnTo>
                    <a:pt x="203" y="438"/>
                  </a:lnTo>
                  <a:lnTo>
                    <a:pt x="270" y="472"/>
                  </a:lnTo>
                  <a:lnTo>
                    <a:pt x="337" y="438"/>
                  </a:lnTo>
                  <a:lnTo>
                    <a:pt x="405" y="404"/>
                  </a:lnTo>
                  <a:lnTo>
                    <a:pt x="438" y="337"/>
                  </a:lnTo>
                  <a:lnTo>
                    <a:pt x="472" y="270"/>
                  </a:lnTo>
                  <a:lnTo>
                    <a:pt x="472" y="169"/>
                  </a:lnTo>
                  <a:lnTo>
                    <a:pt x="438" y="101"/>
                  </a:lnTo>
                  <a:lnTo>
                    <a:pt x="371" y="34"/>
                  </a:lnTo>
                  <a:lnTo>
                    <a:pt x="337" y="34"/>
                  </a:lnTo>
                  <a:lnTo>
                    <a:pt x="270" y="0"/>
                  </a:lnTo>
                  <a:lnTo>
                    <a:pt x="10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2" name="Google Shape;49;p2"/>
            <p:cNvSpPr>
              <a:spLocks/>
            </p:cNvSpPr>
            <p:nvPr/>
          </p:nvSpPr>
          <p:spPr bwMode="auto">
            <a:xfrm>
              <a:off x="8239381" y="6776513"/>
              <a:ext cx="93806" cy="66812"/>
            </a:xfrm>
            <a:custGeom>
              <a:avLst/>
              <a:gdLst>
                <a:gd name="T0" fmla="*/ 29037 w 1415"/>
                <a:gd name="T1" fmla="*/ 66 h 1011"/>
                <a:gd name="T2" fmla="*/ 13458 w 1415"/>
                <a:gd name="T3" fmla="*/ 6741 h 1011"/>
                <a:gd name="T4" fmla="*/ 2254 w 1415"/>
                <a:gd name="T5" fmla="*/ 15662 h 1011"/>
                <a:gd name="T6" fmla="*/ 66 w 1415"/>
                <a:gd name="T7" fmla="*/ 17843 h 1011"/>
                <a:gd name="T8" fmla="*/ 66 w 1415"/>
                <a:gd name="T9" fmla="*/ 20090 h 1011"/>
                <a:gd name="T10" fmla="*/ 2254 w 1415"/>
                <a:gd name="T11" fmla="*/ 22337 h 1011"/>
                <a:gd name="T12" fmla="*/ 4508 w 1415"/>
                <a:gd name="T13" fmla="*/ 22337 h 1011"/>
                <a:gd name="T14" fmla="*/ 6762 w 1415"/>
                <a:gd name="T15" fmla="*/ 26764 h 1011"/>
                <a:gd name="T16" fmla="*/ 15645 w 1415"/>
                <a:gd name="T17" fmla="*/ 33439 h 1011"/>
                <a:gd name="T18" fmla="*/ 24595 w 1415"/>
                <a:gd name="T19" fmla="*/ 40114 h 1011"/>
                <a:gd name="T20" fmla="*/ 26849 w 1415"/>
                <a:gd name="T21" fmla="*/ 42361 h 1011"/>
                <a:gd name="T22" fmla="*/ 31291 w 1415"/>
                <a:gd name="T23" fmla="*/ 40114 h 1011"/>
                <a:gd name="T24" fmla="*/ 31291 w 1415"/>
                <a:gd name="T25" fmla="*/ 37867 h 1011"/>
                <a:gd name="T26" fmla="*/ 31291 w 1415"/>
                <a:gd name="T27" fmla="*/ 33439 h 1011"/>
                <a:gd name="T28" fmla="*/ 24595 w 1415"/>
                <a:gd name="T29" fmla="*/ 24518 h 1011"/>
                <a:gd name="T30" fmla="*/ 51378 w 1415"/>
                <a:gd name="T31" fmla="*/ 26764 h 1011"/>
                <a:gd name="T32" fmla="*/ 78161 w 1415"/>
                <a:gd name="T33" fmla="*/ 26764 h 1011"/>
                <a:gd name="T34" fmla="*/ 75907 w 1415"/>
                <a:gd name="T35" fmla="*/ 44541 h 1011"/>
                <a:gd name="T36" fmla="*/ 78161 w 1415"/>
                <a:gd name="T37" fmla="*/ 62384 h 1011"/>
                <a:gd name="T38" fmla="*/ 80415 w 1415"/>
                <a:gd name="T39" fmla="*/ 66812 h 1011"/>
                <a:gd name="T40" fmla="*/ 82602 w 1415"/>
                <a:gd name="T41" fmla="*/ 66812 h 1011"/>
                <a:gd name="T42" fmla="*/ 87110 w 1415"/>
                <a:gd name="T43" fmla="*/ 64565 h 1011"/>
                <a:gd name="T44" fmla="*/ 89298 w 1415"/>
                <a:gd name="T45" fmla="*/ 62384 h 1011"/>
                <a:gd name="T46" fmla="*/ 91552 w 1415"/>
                <a:gd name="T47" fmla="*/ 51216 h 1011"/>
                <a:gd name="T48" fmla="*/ 93806 w 1415"/>
                <a:gd name="T49" fmla="*/ 40114 h 1011"/>
                <a:gd name="T50" fmla="*/ 93806 w 1415"/>
                <a:gd name="T51" fmla="*/ 17843 h 1011"/>
                <a:gd name="T52" fmla="*/ 93806 w 1415"/>
                <a:gd name="T53" fmla="*/ 15662 h 1011"/>
                <a:gd name="T54" fmla="*/ 91552 w 1415"/>
                <a:gd name="T55" fmla="*/ 13415 h 1011"/>
                <a:gd name="T56" fmla="*/ 87110 w 1415"/>
                <a:gd name="T57" fmla="*/ 11168 h 1011"/>
                <a:gd name="T58" fmla="*/ 35732 w 1415"/>
                <a:gd name="T59" fmla="*/ 11168 h 1011"/>
                <a:gd name="T60" fmla="*/ 37986 w 1415"/>
                <a:gd name="T61" fmla="*/ 6741 h 1011"/>
                <a:gd name="T62" fmla="*/ 37986 w 1415"/>
                <a:gd name="T63" fmla="*/ 2313 h 1011"/>
                <a:gd name="T64" fmla="*/ 33545 w 1415"/>
                <a:gd name="T65" fmla="*/ 66 h 1011"/>
                <a:gd name="T66" fmla="*/ 29037 w 1415"/>
                <a:gd name="T67" fmla="*/ 66 h 10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415" h="1011" extrusionOk="0">
                  <a:moveTo>
                    <a:pt x="438" y="1"/>
                  </a:moveTo>
                  <a:lnTo>
                    <a:pt x="203" y="102"/>
                  </a:lnTo>
                  <a:lnTo>
                    <a:pt x="34" y="237"/>
                  </a:lnTo>
                  <a:lnTo>
                    <a:pt x="1" y="270"/>
                  </a:lnTo>
                  <a:lnTo>
                    <a:pt x="1" y="304"/>
                  </a:lnTo>
                  <a:lnTo>
                    <a:pt x="34" y="338"/>
                  </a:lnTo>
                  <a:lnTo>
                    <a:pt x="68" y="338"/>
                  </a:lnTo>
                  <a:lnTo>
                    <a:pt x="102" y="405"/>
                  </a:lnTo>
                  <a:lnTo>
                    <a:pt x="236" y="506"/>
                  </a:lnTo>
                  <a:lnTo>
                    <a:pt x="371" y="607"/>
                  </a:lnTo>
                  <a:lnTo>
                    <a:pt x="405" y="641"/>
                  </a:lnTo>
                  <a:lnTo>
                    <a:pt x="472" y="607"/>
                  </a:lnTo>
                  <a:lnTo>
                    <a:pt x="472" y="573"/>
                  </a:lnTo>
                  <a:lnTo>
                    <a:pt x="472" y="506"/>
                  </a:lnTo>
                  <a:lnTo>
                    <a:pt x="371" y="371"/>
                  </a:lnTo>
                  <a:lnTo>
                    <a:pt x="775" y="405"/>
                  </a:lnTo>
                  <a:lnTo>
                    <a:pt x="1179" y="405"/>
                  </a:lnTo>
                  <a:lnTo>
                    <a:pt x="1145" y="674"/>
                  </a:lnTo>
                  <a:lnTo>
                    <a:pt x="1179" y="944"/>
                  </a:lnTo>
                  <a:lnTo>
                    <a:pt x="1213" y="1011"/>
                  </a:lnTo>
                  <a:lnTo>
                    <a:pt x="1246" y="1011"/>
                  </a:lnTo>
                  <a:lnTo>
                    <a:pt x="1314" y="977"/>
                  </a:lnTo>
                  <a:lnTo>
                    <a:pt x="1347" y="944"/>
                  </a:lnTo>
                  <a:lnTo>
                    <a:pt x="1381" y="775"/>
                  </a:lnTo>
                  <a:lnTo>
                    <a:pt x="1415" y="607"/>
                  </a:lnTo>
                  <a:lnTo>
                    <a:pt x="1415" y="270"/>
                  </a:lnTo>
                  <a:lnTo>
                    <a:pt x="1415" y="237"/>
                  </a:lnTo>
                  <a:lnTo>
                    <a:pt x="1381" y="203"/>
                  </a:lnTo>
                  <a:lnTo>
                    <a:pt x="1314" y="169"/>
                  </a:lnTo>
                  <a:lnTo>
                    <a:pt x="539" y="169"/>
                  </a:lnTo>
                  <a:lnTo>
                    <a:pt x="573" y="102"/>
                  </a:lnTo>
                  <a:lnTo>
                    <a:pt x="573" y="35"/>
                  </a:lnTo>
                  <a:lnTo>
                    <a:pt x="506" y="1"/>
                  </a:lnTo>
                  <a:lnTo>
                    <a:pt x="43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3" name="Google Shape;50;p2"/>
            <p:cNvSpPr>
              <a:spLocks/>
            </p:cNvSpPr>
            <p:nvPr/>
          </p:nvSpPr>
          <p:spPr bwMode="auto">
            <a:xfrm>
              <a:off x="7864158" y="6727200"/>
              <a:ext cx="290957" cy="97036"/>
            </a:xfrm>
            <a:custGeom>
              <a:avLst/>
              <a:gdLst>
                <a:gd name="T0" fmla="*/ 24656 w 4378"/>
                <a:gd name="T1" fmla="*/ 11325 h 1448"/>
                <a:gd name="T2" fmla="*/ 55958 w 4378"/>
                <a:gd name="T3" fmla="*/ 18094 h 1448"/>
                <a:gd name="T4" fmla="*/ 87327 w 4378"/>
                <a:gd name="T5" fmla="*/ 20305 h 1448"/>
                <a:gd name="T6" fmla="*/ 118629 w 4378"/>
                <a:gd name="T7" fmla="*/ 22584 h 1448"/>
                <a:gd name="T8" fmla="*/ 149931 w 4378"/>
                <a:gd name="T9" fmla="*/ 27074 h 1448"/>
                <a:gd name="T10" fmla="*/ 214862 w 4378"/>
                <a:gd name="T11" fmla="*/ 40610 h 1448"/>
                <a:gd name="T12" fmla="*/ 237192 w 4378"/>
                <a:gd name="T13" fmla="*/ 42889 h 1448"/>
                <a:gd name="T14" fmla="*/ 246164 w 4378"/>
                <a:gd name="T15" fmla="*/ 45167 h 1448"/>
                <a:gd name="T16" fmla="*/ 255136 w 4378"/>
                <a:gd name="T17" fmla="*/ 47379 h 1448"/>
                <a:gd name="T18" fmla="*/ 261848 w 4378"/>
                <a:gd name="T19" fmla="*/ 51936 h 1448"/>
                <a:gd name="T20" fmla="*/ 266301 w 4378"/>
                <a:gd name="T21" fmla="*/ 58704 h 1448"/>
                <a:gd name="T22" fmla="*/ 266301 w 4378"/>
                <a:gd name="T23" fmla="*/ 67684 h 1448"/>
                <a:gd name="T24" fmla="*/ 264041 w 4378"/>
                <a:gd name="T25" fmla="*/ 79009 h 1448"/>
                <a:gd name="T26" fmla="*/ 132054 w 4378"/>
                <a:gd name="T27" fmla="*/ 67684 h 1448"/>
                <a:gd name="T28" fmla="*/ 73902 w 4378"/>
                <a:gd name="T29" fmla="*/ 60916 h 1448"/>
                <a:gd name="T30" fmla="*/ 44793 w 4378"/>
                <a:gd name="T31" fmla="*/ 58704 h 1448"/>
                <a:gd name="T32" fmla="*/ 15684 w 4378"/>
                <a:gd name="T33" fmla="*/ 60916 h 1448"/>
                <a:gd name="T34" fmla="*/ 24656 w 4378"/>
                <a:gd name="T35" fmla="*/ 11325 h 1448"/>
                <a:gd name="T36" fmla="*/ 49246 w 4378"/>
                <a:gd name="T37" fmla="*/ 0 h 1448"/>
                <a:gd name="T38" fmla="*/ 20204 w 4378"/>
                <a:gd name="T39" fmla="*/ 2278 h 1448"/>
                <a:gd name="T40" fmla="*/ 13491 w 4378"/>
                <a:gd name="T41" fmla="*/ 2278 h 1448"/>
                <a:gd name="T42" fmla="*/ 2260 w 4378"/>
                <a:gd name="T43" fmla="*/ 4557 h 1448"/>
                <a:gd name="T44" fmla="*/ 2260 w 4378"/>
                <a:gd name="T45" fmla="*/ 6768 h 1448"/>
                <a:gd name="T46" fmla="*/ 11232 w 4378"/>
                <a:gd name="T47" fmla="*/ 9047 h 1448"/>
                <a:gd name="T48" fmla="*/ 4519 w 4378"/>
                <a:gd name="T49" fmla="*/ 33842 h 1448"/>
                <a:gd name="T50" fmla="*/ 0 w 4378"/>
                <a:gd name="T51" fmla="*/ 60916 h 1448"/>
                <a:gd name="T52" fmla="*/ 2260 w 4378"/>
                <a:gd name="T53" fmla="*/ 65472 h 1448"/>
                <a:gd name="T54" fmla="*/ 4519 w 4378"/>
                <a:gd name="T55" fmla="*/ 69962 h 1448"/>
                <a:gd name="T56" fmla="*/ 11232 w 4378"/>
                <a:gd name="T57" fmla="*/ 69962 h 1448"/>
                <a:gd name="T58" fmla="*/ 15684 w 4378"/>
                <a:gd name="T59" fmla="*/ 67684 h 1448"/>
                <a:gd name="T60" fmla="*/ 42534 w 4378"/>
                <a:gd name="T61" fmla="*/ 74452 h 1448"/>
                <a:gd name="T62" fmla="*/ 73902 w 4378"/>
                <a:gd name="T63" fmla="*/ 79009 h 1448"/>
                <a:gd name="T64" fmla="*/ 132054 w 4378"/>
                <a:gd name="T65" fmla="*/ 83499 h 1448"/>
                <a:gd name="T66" fmla="*/ 273013 w 4378"/>
                <a:gd name="T67" fmla="*/ 97036 h 1448"/>
                <a:gd name="T68" fmla="*/ 275273 w 4378"/>
                <a:gd name="T69" fmla="*/ 94758 h 1448"/>
                <a:gd name="T70" fmla="*/ 279725 w 4378"/>
                <a:gd name="T71" fmla="*/ 92546 h 1448"/>
                <a:gd name="T72" fmla="*/ 279725 w 4378"/>
                <a:gd name="T73" fmla="*/ 90268 h 1448"/>
                <a:gd name="T74" fmla="*/ 279725 w 4378"/>
                <a:gd name="T75" fmla="*/ 85778 h 1448"/>
                <a:gd name="T76" fmla="*/ 279725 w 4378"/>
                <a:gd name="T77" fmla="*/ 83499 h 1448"/>
                <a:gd name="T78" fmla="*/ 290891 w 4378"/>
                <a:gd name="T79" fmla="*/ 49657 h 1448"/>
                <a:gd name="T80" fmla="*/ 290891 w 4378"/>
                <a:gd name="T81" fmla="*/ 45167 h 1448"/>
                <a:gd name="T82" fmla="*/ 290891 w 4378"/>
                <a:gd name="T83" fmla="*/ 42889 h 1448"/>
                <a:gd name="T84" fmla="*/ 288697 w 4378"/>
                <a:gd name="T85" fmla="*/ 40610 h 1448"/>
                <a:gd name="T86" fmla="*/ 284178 w 4378"/>
                <a:gd name="T87" fmla="*/ 38399 h 1448"/>
                <a:gd name="T88" fmla="*/ 212602 w 4378"/>
                <a:gd name="T89" fmla="*/ 22584 h 1448"/>
                <a:gd name="T90" fmla="*/ 138766 w 4378"/>
                <a:gd name="T91" fmla="*/ 9047 h 1448"/>
                <a:gd name="T92" fmla="*/ 80615 w 4378"/>
                <a:gd name="T93" fmla="*/ 2278 h 1448"/>
                <a:gd name="T94" fmla="*/ 49246 w 4378"/>
                <a:gd name="T95" fmla="*/ 0 h 144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378" h="1448" extrusionOk="0">
                  <a:moveTo>
                    <a:pt x="371" y="169"/>
                  </a:moveTo>
                  <a:lnTo>
                    <a:pt x="842" y="270"/>
                  </a:lnTo>
                  <a:lnTo>
                    <a:pt x="1314" y="303"/>
                  </a:lnTo>
                  <a:lnTo>
                    <a:pt x="1785" y="337"/>
                  </a:lnTo>
                  <a:lnTo>
                    <a:pt x="2256" y="404"/>
                  </a:lnTo>
                  <a:lnTo>
                    <a:pt x="3233" y="606"/>
                  </a:lnTo>
                  <a:lnTo>
                    <a:pt x="3569" y="640"/>
                  </a:lnTo>
                  <a:lnTo>
                    <a:pt x="3704" y="674"/>
                  </a:lnTo>
                  <a:lnTo>
                    <a:pt x="3839" y="707"/>
                  </a:lnTo>
                  <a:lnTo>
                    <a:pt x="3940" y="775"/>
                  </a:lnTo>
                  <a:lnTo>
                    <a:pt x="4007" y="876"/>
                  </a:lnTo>
                  <a:lnTo>
                    <a:pt x="4007" y="1010"/>
                  </a:lnTo>
                  <a:lnTo>
                    <a:pt x="3973" y="1179"/>
                  </a:lnTo>
                  <a:lnTo>
                    <a:pt x="1987" y="1010"/>
                  </a:lnTo>
                  <a:lnTo>
                    <a:pt x="1112" y="909"/>
                  </a:lnTo>
                  <a:lnTo>
                    <a:pt x="674" y="876"/>
                  </a:lnTo>
                  <a:lnTo>
                    <a:pt x="236" y="909"/>
                  </a:lnTo>
                  <a:lnTo>
                    <a:pt x="371" y="169"/>
                  </a:lnTo>
                  <a:close/>
                  <a:moveTo>
                    <a:pt x="741" y="0"/>
                  </a:moveTo>
                  <a:lnTo>
                    <a:pt x="304" y="34"/>
                  </a:lnTo>
                  <a:lnTo>
                    <a:pt x="203" y="34"/>
                  </a:lnTo>
                  <a:lnTo>
                    <a:pt x="34" y="68"/>
                  </a:lnTo>
                  <a:lnTo>
                    <a:pt x="34" y="101"/>
                  </a:lnTo>
                  <a:lnTo>
                    <a:pt x="169" y="135"/>
                  </a:lnTo>
                  <a:lnTo>
                    <a:pt x="68" y="505"/>
                  </a:lnTo>
                  <a:lnTo>
                    <a:pt x="0" y="909"/>
                  </a:lnTo>
                  <a:lnTo>
                    <a:pt x="34" y="977"/>
                  </a:lnTo>
                  <a:lnTo>
                    <a:pt x="68" y="1044"/>
                  </a:lnTo>
                  <a:lnTo>
                    <a:pt x="169" y="1044"/>
                  </a:lnTo>
                  <a:lnTo>
                    <a:pt x="236" y="1010"/>
                  </a:lnTo>
                  <a:lnTo>
                    <a:pt x="640" y="1111"/>
                  </a:lnTo>
                  <a:lnTo>
                    <a:pt x="1112" y="1179"/>
                  </a:lnTo>
                  <a:lnTo>
                    <a:pt x="1987" y="1246"/>
                  </a:lnTo>
                  <a:lnTo>
                    <a:pt x="4108" y="1448"/>
                  </a:lnTo>
                  <a:lnTo>
                    <a:pt x="4142" y="1414"/>
                  </a:lnTo>
                  <a:lnTo>
                    <a:pt x="4209" y="1381"/>
                  </a:lnTo>
                  <a:lnTo>
                    <a:pt x="4209" y="1347"/>
                  </a:lnTo>
                  <a:lnTo>
                    <a:pt x="4209" y="1280"/>
                  </a:lnTo>
                  <a:lnTo>
                    <a:pt x="4209" y="1246"/>
                  </a:lnTo>
                  <a:lnTo>
                    <a:pt x="4377" y="741"/>
                  </a:lnTo>
                  <a:lnTo>
                    <a:pt x="4377" y="674"/>
                  </a:lnTo>
                  <a:lnTo>
                    <a:pt x="4377" y="640"/>
                  </a:lnTo>
                  <a:lnTo>
                    <a:pt x="4344" y="606"/>
                  </a:lnTo>
                  <a:lnTo>
                    <a:pt x="4276" y="573"/>
                  </a:lnTo>
                  <a:lnTo>
                    <a:pt x="3199" y="337"/>
                  </a:lnTo>
                  <a:lnTo>
                    <a:pt x="2088" y="135"/>
                  </a:lnTo>
                  <a:lnTo>
                    <a:pt x="1213" y="34"/>
                  </a:lnTo>
                  <a:lnTo>
                    <a:pt x="7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4" name="Google Shape;51;p2"/>
            <p:cNvSpPr>
              <a:spLocks/>
            </p:cNvSpPr>
            <p:nvPr/>
          </p:nvSpPr>
          <p:spPr bwMode="auto">
            <a:xfrm>
              <a:off x="6705103" y="6564942"/>
              <a:ext cx="2446895" cy="189301"/>
            </a:xfrm>
            <a:custGeom>
              <a:avLst/>
              <a:gdLst>
                <a:gd name="T0" fmla="*/ 40257 w 36834"/>
                <a:gd name="T1" fmla="*/ 0 h 2863"/>
                <a:gd name="T2" fmla="*/ 2259 w 36834"/>
                <a:gd name="T3" fmla="*/ 2248 h 2863"/>
                <a:gd name="T4" fmla="*/ 0 w 36834"/>
                <a:gd name="T5" fmla="*/ 4496 h 2863"/>
                <a:gd name="T6" fmla="*/ 2259 w 36834"/>
                <a:gd name="T7" fmla="*/ 6678 h 2863"/>
                <a:gd name="T8" fmla="*/ 38065 w 36834"/>
                <a:gd name="T9" fmla="*/ 13356 h 2863"/>
                <a:gd name="T10" fmla="*/ 73804 w 36834"/>
                <a:gd name="T11" fmla="*/ 17852 h 2863"/>
                <a:gd name="T12" fmla="*/ 145416 w 36834"/>
                <a:gd name="T13" fmla="*/ 22282 h 2863"/>
                <a:gd name="T14" fmla="*/ 290766 w 36834"/>
                <a:gd name="T15" fmla="*/ 26779 h 2863"/>
                <a:gd name="T16" fmla="*/ 610628 w 36834"/>
                <a:gd name="T17" fmla="*/ 44565 h 2863"/>
                <a:gd name="T18" fmla="*/ 928231 w 36834"/>
                <a:gd name="T19" fmla="*/ 64599 h 2863"/>
                <a:gd name="T20" fmla="*/ 1248027 w 36834"/>
                <a:gd name="T21" fmla="*/ 86881 h 2863"/>
                <a:gd name="T22" fmla="*/ 1547760 w 36834"/>
                <a:gd name="T23" fmla="*/ 111346 h 2863"/>
                <a:gd name="T24" fmla="*/ 1847428 w 36834"/>
                <a:gd name="T25" fmla="*/ 135810 h 2863"/>
                <a:gd name="T26" fmla="*/ 2446829 w 36834"/>
                <a:gd name="T27" fmla="*/ 189235 h 2863"/>
                <a:gd name="T28" fmla="*/ 2446829 w 36834"/>
                <a:gd name="T29" fmla="*/ 169201 h 2863"/>
                <a:gd name="T30" fmla="*/ 2151612 w 36834"/>
                <a:gd name="T31" fmla="*/ 140306 h 2863"/>
                <a:gd name="T32" fmla="*/ 1856396 w 36834"/>
                <a:gd name="T33" fmla="*/ 115776 h 2863"/>
                <a:gd name="T34" fmla="*/ 1561179 w 36834"/>
                <a:gd name="T35" fmla="*/ 93560 h 2863"/>
                <a:gd name="T36" fmla="*/ 1265963 w 36834"/>
                <a:gd name="T37" fmla="*/ 71277 h 2863"/>
                <a:gd name="T38" fmla="*/ 946101 w 36834"/>
                <a:gd name="T39" fmla="*/ 51243 h 2863"/>
                <a:gd name="T40" fmla="*/ 628497 w 36834"/>
                <a:gd name="T41" fmla="*/ 31209 h 2863"/>
                <a:gd name="T42" fmla="*/ 308702 w 36834"/>
                <a:gd name="T43" fmla="*/ 13356 h 2863"/>
                <a:gd name="T44" fmla="*/ 156576 w 36834"/>
                <a:gd name="T45" fmla="*/ 2248 h 2863"/>
                <a:gd name="T46" fmla="*/ 78321 w 36834"/>
                <a:gd name="T47" fmla="*/ 0 h 2863"/>
                <a:gd name="T48" fmla="*/ 40257 w 36834"/>
                <a:gd name="T49" fmla="*/ 0 h 28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6834" h="2863" extrusionOk="0">
                  <a:moveTo>
                    <a:pt x="606" y="0"/>
                  </a:moveTo>
                  <a:lnTo>
                    <a:pt x="34" y="34"/>
                  </a:lnTo>
                  <a:lnTo>
                    <a:pt x="0" y="68"/>
                  </a:lnTo>
                  <a:lnTo>
                    <a:pt x="34" y="101"/>
                  </a:lnTo>
                  <a:lnTo>
                    <a:pt x="573" y="202"/>
                  </a:lnTo>
                  <a:lnTo>
                    <a:pt x="1111" y="270"/>
                  </a:lnTo>
                  <a:lnTo>
                    <a:pt x="2189" y="337"/>
                  </a:lnTo>
                  <a:lnTo>
                    <a:pt x="4377" y="405"/>
                  </a:lnTo>
                  <a:lnTo>
                    <a:pt x="9192" y="674"/>
                  </a:lnTo>
                  <a:lnTo>
                    <a:pt x="13973" y="977"/>
                  </a:lnTo>
                  <a:lnTo>
                    <a:pt x="18787" y="1314"/>
                  </a:lnTo>
                  <a:lnTo>
                    <a:pt x="23299" y="1684"/>
                  </a:lnTo>
                  <a:lnTo>
                    <a:pt x="27810" y="2054"/>
                  </a:lnTo>
                  <a:lnTo>
                    <a:pt x="36833" y="2862"/>
                  </a:lnTo>
                  <a:lnTo>
                    <a:pt x="36833" y="2559"/>
                  </a:lnTo>
                  <a:lnTo>
                    <a:pt x="32389" y="2122"/>
                  </a:lnTo>
                  <a:lnTo>
                    <a:pt x="27945" y="1751"/>
                  </a:lnTo>
                  <a:lnTo>
                    <a:pt x="23501" y="1415"/>
                  </a:lnTo>
                  <a:lnTo>
                    <a:pt x="19057" y="1078"/>
                  </a:lnTo>
                  <a:lnTo>
                    <a:pt x="14242" y="775"/>
                  </a:lnTo>
                  <a:lnTo>
                    <a:pt x="9461" y="472"/>
                  </a:lnTo>
                  <a:lnTo>
                    <a:pt x="4647" y="202"/>
                  </a:lnTo>
                  <a:lnTo>
                    <a:pt x="2357" y="34"/>
                  </a:lnTo>
                  <a:lnTo>
                    <a:pt x="1179" y="0"/>
                  </a:lnTo>
                  <a:lnTo>
                    <a:pt x="60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5" name="Google Shape;52;p2"/>
            <p:cNvSpPr>
              <a:spLocks/>
            </p:cNvSpPr>
            <p:nvPr/>
          </p:nvSpPr>
          <p:spPr bwMode="auto">
            <a:xfrm>
              <a:off x="7671778" y="6765379"/>
              <a:ext cx="84266" cy="22271"/>
            </a:xfrm>
            <a:custGeom>
              <a:avLst/>
              <a:gdLst>
                <a:gd name="T0" fmla="*/ 4411 w 1280"/>
                <a:gd name="T1" fmla="*/ 66 h 338"/>
                <a:gd name="T2" fmla="*/ 0 w 1280"/>
                <a:gd name="T3" fmla="*/ 2240 h 338"/>
                <a:gd name="T4" fmla="*/ 0 w 1280"/>
                <a:gd name="T5" fmla="*/ 4481 h 338"/>
                <a:gd name="T6" fmla="*/ 0 w 1280"/>
                <a:gd name="T7" fmla="*/ 6721 h 338"/>
                <a:gd name="T8" fmla="*/ 2238 w 1280"/>
                <a:gd name="T9" fmla="*/ 11136 h 338"/>
                <a:gd name="T10" fmla="*/ 13298 w 1280"/>
                <a:gd name="T11" fmla="*/ 15550 h 338"/>
                <a:gd name="T12" fmla="*/ 24358 w 1280"/>
                <a:gd name="T13" fmla="*/ 17790 h 338"/>
                <a:gd name="T14" fmla="*/ 48782 w 1280"/>
                <a:gd name="T15" fmla="*/ 20031 h 338"/>
                <a:gd name="T16" fmla="*/ 68729 w 1280"/>
                <a:gd name="T17" fmla="*/ 22205 h 338"/>
                <a:gd name="T18" fmla="*/ 77551 w 1280"/>
                <a:gd name="T19" fmla="*/ 20031 h 338"/>
                <a:gd name="T20" fmla="*/ 82028 w 1280"/>
                <a:gd name="T21" fmla="*/ 17790 h 338"/>
                <a:gd name="T22" fmla="*/ 84200 w 1280"/>
                <a:gd name="T23" fmla="*/ 13376 h 338"/>
                <a:gd name="T24" fmla="*/ 84200 w 1280"/>
                <a:gd name="T25" fmla="*/ 11136 h 338"/>
                <a:gd name="T26" fmla="*/ 84200 w 1280"/>
                <a:gd name="T27" fmla="*/ 8895 h 338"/>
                <a:gd name="T28" fmla="*/ 77551 w 1280"/>
                <a:gd name="T29" fmla="*/ 4481 h 338"/>
                <a:gd name="T30" fmla="*/ 53193 w 1280"/>
                <a:gd name="T31" fmla="*/ 4481 h 338"/>
                <a:gd name="T32" fmla="*/ 28835 w 1280"/>
                <a:gd name="T33" fmla="*/ 2240 h 338"/>
                <a:gd name="T34" fmla="*/ 4411 w 1280"/>
                <a:gd name="T35" fmla="*/ 66 h 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80" h="338" extrusionOk="0">
                  <a:moveTo>
                    <a:pt x="67" y="1"/>
                  </a:moveTo>
                  <a:lnTo>
                    <a:pt x="0" y="34"/>
                  </a:lnTo>
                  <a:lnTo>
                    <a:pt x="0" y="68"/>
                  </a:lnTo>
                  <a:lnTo>
                    <a:pt x="0" y="102"/>
                  </a:lnTo>
                  <a:lnTo>
                    <a:pt x="34" y="169"/>
                  </a:lnTo>
                  <a:lnTo>
                    <a:pt x="202" y="236"/>
                  </a:lnTo>
                  <a:lnTo>
                    <a:pt x="370" y="270"/>
                  </a:lnTo>
                  <a:lnTo>
                    <a:pt x="741" y="304"/>
                  </a:lnTo>
                  <a:lnTo>
                    <a:pt x="1044" y="337"/>
                  </a:lnTo>
                  <a:lnTo>
                    <a:pt x="1178" y="304"/>
                  </a:lnTo>
                  <a:lnTo>
                    <a:pt x="1246" y="270"/>
                  </a:lnTo>
                  <a:lnTo>
                    <a:pt x="1279" y="203"/>
                  </a:lnTo>
                  <a:lnTo>
                    <a:pt x="1279" y="169"/>
                  </a:lnTo>
                  <a:lnTo>
                    <a:pt x="1279" y="135"/>
                  </a:lnTo>
                  <a:lnTo>
                    <a:pt x="1178" y="68"/>
                  </a:lnTo>
                  <a:lnTo>
                    <a:pt x="808" y="68"/>
                  </a:lnTo>
                  <a:lnTo>
                    <a:pt x="438" y="34"/>
                  </a:lnTo>
                  <a:lnTo>
                    <a:pt x="6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6" name="Google Shape;53;p2"/>
            <p:cNvSpPr>
              <a:spLocks/>
            </p:cNvSpPr>
            <p:nvPr/>
          </p:nvSpPr>
          <p:spPr bwMode="auto">
            <a:xfrm>
              <a:off x="7678138" y="6696975"/>
              <a:ext cx="87445" cy="19089"/>
            </a:xfrm>
            <a:custGeom>
              <a:avLst/>
              <a:gdLst>
                <a:gd name="T0" fmla="*/ 26886 w 1314"/>
                <a:gd name="T1" fmla="*/ 63 h 304"/>
                <a:gd name="T2" fmla="*/ 15705 w 1314"/>
                <a:gd name="T3" fmla="*/ 2198 h 304"/>
                <a:gd name="T4" fmla="*/ 2263 w 1314"/>
                <a:gd name="T5" fmla="*/ 4270 h 304"/>
                <a:gd name="T6" fmla="*/ 0 w 1314"/>
                <a:gd name="T7" fmla="*/ 6405 h 304"/>
                <a:gd name="T8" fmla="*/ 2263 w 1314"/>
                <a:gd name="T9" fmla="*/ 8540 h 304"/>
                <a:gd name="T10" fmla="*/ 11180 w 1314"/>
                <a:gd name="T11" fmla="*/ 12747 h 304"/>
                <a:gd name="T12" fmla="*/ 20164 w 1314"/>
                <a:gd name="T13" fmla="*/ 16954 h 304"/>
                <a:gd name="T14" fmla="*/ 44787 w 1314"/>
                <a:gd name="T15" fmla="*/ 19089 h 304"/>
                <a:gd name="T16" fmla="*/ 67214 w 1314"/>
                <a:gd name="T17" fmla="*/ 19089 h 304"/>
                <a:gd name="T18" fmla="*/ 76198 w 1314"/>
                <a:gd name="T19" fmla="*/ 16954 h 304"/>
                <a:gd name="T20" fmla="*/ 80657 w 1314"/>
                <a:gd name="T21" fmla="*/ 14882 h 304"/>
                <a:gd name="T22" fmla="*/ 85116 w 1314"/>
                <a:gd name="T23" fmla="*/ 12747 h 304"/>
                <a:gd name="T24" fmla="*/ 87378 w 1314"/>
                <a:gd name="T25" fmla="*/ 8540 h 304"/>
                <a:gd name="T26" fmla="*/ 85116 w 1314"/>
                <a:gd name="T27" fmla="*/ 6405 h 304"/>
                <a:gd name="T28" fmla="*/ 78394 w 1314"/>
                <a:gd name="T29" fmla="*/ 2198 h 304"/>
                <a:gd name="T30" fmla="*/ 69477 w 1314"/>
                <a:gd name="T31" fmla="*/ 63 h 304"/>
                <a:gd name="T32" fmla="*/ 51509 w 1314"/>
                <a:gd name="T33" fmla="*/ 2198 h 304"/>
                <a:gd name="T34" fmla="*/ 26886 w 1314"/>
                <a:gd name="T35" fmla="*/ 63 h 3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14" h="304" extrusionOk="0">
                  <a:moveTo>
                    <a:pt x="404" y="1"/>
                  </a:moveTo>
                  <a:lnTo>
                    <a:pt x="236" y="35"/>
                  </a:lnTo>
                  <a:lnTo>
                    <a:pt x="34" y="68"/>
                  </a:lnTo>
                  <a:lnTo>
                    <a:pt x="0" y="102"/>
                  </a:lnTo>
                  <a:lnTo>
                    <a:pt x="34" y="136"/>
                  </a:lnTo>
                  <a:lnTo>
                    <a:pt x="168" y="203"/>
                  </a:lnTo>
                  <a:lnTo>
                    <a:pt x="303" y="270"/>
                  </a:lnTo>
                  <a:lnTo>
                    <a:pt x="673" y="304"/>
                  </a:lnTo>
                  <a:lnTo>
                    <a:pt x="1010" y="304"/>
                  </a:lnTo>
                  <a:lnTo>
                    <a:pt x="1145" y="270"/>
                  </a:lnTo>
                  <a:lnTo>
                    <a:pt x="1212" y="237"/>
                  </a:lnTo>
                  <a:lnTo>
                    <a:pt x="1279" y="203"/>
                  </a:lnTo>
                  <a:lnTo>
                    <a:pt x="1313" y="136"/>
                  </a:lnTo>
                  <a:lnTo>
                    <a:pt x="1279" y="102"/>
                  </a:lnTo>
                  <a:lnTo>
                    <a:pt x="1178" y="35"/>
                  </a:lnTo>
                  <a:lnTo>
                    <a:pt x="1044" y="1"/>
                  </a:lnTo>
                  <a:lnTo>
                    <a:pt x="774" y="35"/>
                  </a:lnTo>
                  <a:lnTo>
                    <a:pt x="40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7" name="Google Shape;54;p2"/>
            <p:cNvSpPr>
              <a:spLocks/>
            </p:cNvSpPr>
            <p:nvPr/>
          </p:nvSpPr>
          <p:spPr bwMode="auto">
            <a:xfrm>
              <a:off x="7687677" y="6730382"/>
              <a:ext cx="90625" cy="28634"/>
            </a:xfrm>
            <a:custGeom>
              <a:avLst/>
              <a:gdLst>
                <a:gd name="T0" fmla="*/ 8853 w 1382"/>
                <a:gd name="T1" fmla="*/ 65 h 439"/>
                <a:gd name="T2" fmla="*/ 66 w 1382"/>
                <a:gd name="T3" fmla="*/ 2283 h 439"/>
                <a:gd name="T4" fmla="*/ 66 w 1382"/>
                <a:gd name="T5" fmla="*/ 4435 h 439"/>
                <a:gd name="T6" fmla="*/ 6689 w 1382"/>
                <a:gd name="T7" fmla="*/ 11023 h 439"/>
                <a:gd name="T8" fmla="*/ 13312 w 1382"/>
                <a:gd name="T9" fmla="*/ 15458 h 439"/>
                <a:gd name="T10" fmla="*/ 30952 w 1382"/>
                <a:gd name="T11" fmla="*/ 19829 h 439"/>
                <a:gd name="T12" fmla="*/ 55214 w 1382"/>
                <a:gd name="T13" fmla="*/ 24199 h 439"/>
                <a:gd name="T14" fmla="*/ 81707 w 1382"/>
                <a:gd name="T15" fmla="*/ 28634 h 439"/>
                <a:gd name="T16" fmla="*/ 88330 w 1382"/>
                <a:gd name="T17" fmla="*/ 26416 h 439"/>
                <a:gd name="T18" fmla="*/ 90559 w 1382"/>
                <a:gd name="T19" fmla="*/ 22046 h 439"/>
                <a:gd name="T20" fmla="*/ 88330 w 1382"/>
                <a:gd name="T21" fmla="*/ 15458 h 439"/>
                <a:gd name="T22" fmla="*/ 83936 w 1382"/>
                <a:gd name="T23" fmla="*/ 13241 h 439"/>
                <a:gd name="T24" fmla="*/ 59673 w 1382"/>
                <a:gd name="T25" fmla="*/ 6653 h 439"/>
                <a:gd name="T26" fmla="*/ 35345 w 1382"/>
                <a:gd name="T27" fmla="*/ 2283 h 439"/>
                <a:gd name="T28" fmla="*/ 17705 w 1382"/>
                <a:gd name="T29" fmla="*/ 65 h 439"/>
                <a:gd name="T30" fmla="*/ 8853 w 1382"/>
                <a:gd name="T31" fmla="*/ 65 h 4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82" h="439" extrusionOk="0">
                  <a:moveTo>
                    <a:pt x="135" y="1"/>
                  </a:moveTo>
                  <a:lnTo>
                    <a:pt x="1" y="35"/>
                  </a:lnTo>
                  <a:lnTo>
                    <a:pt x="1" y="68"/>
                  </a:lnTo>
                  <a:lnTo>
                    <a:pt x="102" y="169"/>
                  </a:lnTo>
                  <a:lnTo>
                    <a:pt x="203" y="237"/>
                  </a:lnTo>
                  <a:lnTo>
                    <a:pt x="472" y="304"/>
                  </a:lnTo>
                  <a:lnTo>
                    <a:pt x="842" y="371"/>
                  </a:lnTo>
                  <a:lnTo>
                    <a:pt x="1246" y="439"/>
                  </a:lnTo>
                  <a:lnTo>
                    <a:pt x="1347" y="405"/>
                  </a:lnTo>
                  <a:lnTo>
                    <a:pt x="1381" y="338"/>
                  </a:lnTo>
                  <a:lnTo>
                    <a:pt x="1347" y="237"/>
                  </a:lnTo>
                  <a:lnTo>
                    <a:pt x="1280" y="203"/>
                  </a:lnTo>
                  <a:lnTo>
                    <a:pt x="910" y="102"/>
                  </a:lnTo>
                  <a:lnTo>
                    <a:pt x="539" y="35"/>
                  </a:lnTo>
                  <a:lnTo>
                    <a:pt x="270" y="1"/>
                  </a:lnTo>
                  <a:lnTo>
                    <a:pt x="13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48" name="Google Shape;55;p2"/>
            <p:cNvSpPr>
              <a:spLocks/>
            </p:cNvSpPr>
            <p:nvPr/>
          </p:nvSpPr>
          <p:spPr bwMode="auto">
            <a:xfrm>
              <a:off x="6445945" y="6685840"/>
              <a:ext cx="1551767" cy="178166"/>
            </a:xfrm>
            <a:custGeom>
              <a:avLst/>
              <a:gdLst>
                <a:gd name="T0" fmla="*/ 4516 w 23367"/>
                <a:gd name="T1" fmla="*/ 66 h 2694"/>
                <a:gd name="T2" fmla="*/ 66 w 23367"/>
                <a:gd name="T3" fmla="*/ 2249 h 2694"/>
                <a:gd name="T4" fmla="*/ 66 w 23367"/>
                <a:gd name="T5" fmla="*/ 6746 h 2694"/>
                <a:gd name="T6" fmla="*/ 4516 w 23367"/>
                <a:gd name="T7" fmla="*/ 24536 h 2694"/>
                <a:gd name="T8" fmla="*/ 11223 w 23367"/>
                <a:gd name="T9" fmla="*/ 37895 h 2694"/>
                <a:gd name="T10" fmla="*/ 22446 w 23367"/>
                <a:gd name="T11" fmla="*/ 51254 h 2694"/>
                <a:gd name="T12" fmla="*/ 35861 w 23367"/>
                <a:gd name="T13" fmla="*/ 60182 h 2694"/>
                <a:gd name="T14" fmla="*/ 49275 w 23367"/>
                <a:gd name="T15" fmla="*/ 69044 h 2694"/>
                <a:gd name="T16" fmla="*/ 64881 w 23367"/>
                <a:gd name="T17" fmla="*/ 75724 h 2694"/>
                <a:gd name="T18" fmla="*/ 98417 w 23367"/>
                <a:gd name="T19" fmla="*/ 84652 h 2694"/>
                <a:gd name="T20" fmla="*/ 129762 w 23367"/>
                <a:gd name="T21" fmla="*/ 91332 h 2694"/>
                <a:gd name="T22" fmla="*/ 161041 w 23367"/>
                <a:gd name="T23" fmla="*/ 95763 h 2694"/>
                <a:gd name="T24" fmla="*/ 225855 w 23367"/>
                <a:gd name="T25" fmla="*/ 102442 h 2694"/>
                <a:gd name="T26" fmla="*/ 351102 w 23367"/>
                <a:gd name="T27" fmla="*/ 111370 h 2694"/>
                <a:gd name="T28" fmla="*/ 632806 w 23367"/>
                <a:gd name="T29" fmla="*/ 135840 h 2694"/>
                <a:gd name="T30" fmla="*/ 912320 w 23367"/>
                <a:gd name="T31" fmla="*/ 158127 h 2694"/>
                <a:gd name="T32" fmla="*/ 1202923 w 23367"/>
                <a:gd name="T33" fmla="*/ 178166 h 2694"/>
                <a:gd name="T34" fmla="*/ 1551767 w 23367"/>
                <a:gd name="T35" fmla="*/ 178166 h 2694"/>
                <a:gd name="T36" fmla="*/ 1276703 w 23367"/>
                <a:gd name="T37" fmla="*/ 162558 h 2694"/>
                <a:gd name="T38" fmla="*/ 1001706 w 23367"/>
                <a:gd name="T39" fmla="*/ 144768 h 2694"/>
                <a:gd name="T40" fmla="*/ 746830 w 23367"/>
                <a:gd name="T41" fmla="*/ 126978 h 2694"/>
                <a:gd name="T42" fmla="*/ 491954 w 23367"/>
                <a:gd name="T43" fmla="*/ 104691 h 2694"/>
                <a:gd name="T44" fmla="*/ 228113 w 23367"/>
                <a:gd name="T45" fmla="*/ 80221 h 2694"/>
                <a:gd name="T46" fmla="*/ 172197 w 23367"/>
                <a:gd name="T47" fmla="*/ 75724 h 2694"/>
                <a:gd name="T48" fmla="*/ 138661 w 23367"/>
                <a:gd name="T49" fmla="*/ 73541 h 2694"/>
                <a:gd name="T50" fmla="*/ 102933 w 23367"/>
                <a:gd name="T51" fmla="*/ 69044 h 2694"/>
                <a:gd name="T52" fmla="*/ 71588 w 23367"/>
                <a:gd name="T53" fmla="*/ 60182 h 2694"/>
                <a:gd name="T54" fmla="*/ 55982 w 23367"/>
                <a:gd name="T55" fmla="*/ 53503 h 2694"/>
                <a:gd name="T56" fmla="*/ 44759 w 23367"/>
                <a:gd name="T57" fmla="*/ 46823 h 2694"/>
                <a:gd name="T58" fmla="*/ 31345 w 23367"/>
                <a:gd name="T59" fmla="*/ 37895 h 2694"/>
                <a:gd name="T60" fmla="*/ 22446 w 23367"/>
                <a:gd name="T61" fmla="*/ 28967 h 2694"/>
                <a:gd name="T62" fmla="*/ 15739 w 23367"/>
                <a:gd name="T63" fmla="*/ 17856 h 2694"/>
                <a:gd name="T64" fmla="*/ 11223 w 23367"/>
                <a:gd name="T65" fmla="*/ 4497 h 2694"/>
                <a:gd name="T66" fmla="*/ 6774 w 23367"/>
                <a:gd name="T67" fmla="*/ 66 h 2694"/>
                <a:gd name="T68" fmla="*/ 4516 w 23367"/>
                <a:gd name="T69" fmla="*/ 66 h 269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3367" h="2694" extrusionOk="0">
                  <a:moveTo>
                    <a:pt x="68" y="1"/>
                  </a:moveTo>
                  <a:lnTo>
                    <a:pt x="1" y="34"/>
                  </a:lnTo>
                  <a:lnTo>
                    <a:pt x="1" y="102"/>
                  </a:lnTo>
                  <a:lnTo>
                    <a:pt x="68" y="371"/>
                  </a:lnTo>
                  <a:lnTo>
                    <a:pt x="169" y="573"/>
                  </a:lnTo>
                  <a:lnTo>
                    <a:pt x="338" y="775"/>
                  </a:lnTo>
                  <a:lnTo>
                    <a:pt x="540" y="910"/>
                  </a:lnTo>
                  <a:lnTo>
                    <a:pt x="742" y="1044"/>
                  </a:lnTo>
                  <a:lnTo>
                    <a:pt x="977" y="1145"/>
                  </a:lnTo>
                  <a:lnTo>
                    <a:pt x="1482" y="1280"/>
                  </a:lnTo>
                  <a:lnTo>
                    <a:pt x="1954" y="1381"/>
                  </a:lnTo>
                  <a:lnTo>
                    <a:pt x="2425" y="1448"/>
                  </a:lnTo>
                  <a:lnTo>
                    <a:pt x="3401" y="1549"/>
                  </a:lnTo>
                  <a:lnTo>
                    <a:pt x="5287" y="1684"/>
                  </a:lnTo>
                  <a:lnTo>
                    <a:pt x="9529" y="2054"/>
                  </a:lnTo>
                  <a:lnTo>
                    <a:pt x="13738" y="2391"/>
                  </a:lnTo>
                  <a:lnTo>
                    <a:pt x="18114" y="2694"/>
                  </a:lnTo>
                  <a:lnTo>
                    <a:pt x="23367" y="2694"/>
                  </a:lnTo>
                  <a:lnTo>
                    <a:pt x="19225" y="2458"/>
                  </a:lnTo>
                  <a:lnTo>
                    <a:pt x="15084" y="2189"/>
                  </a:lnTo>
                  <a:lnTo>
                    <a:pt x="11246" y="1920"/>
                  </a:lnTo>
                  <a:lnTo>
                    <a:pt x="7408" y="1583"/>
                  </a:lnTo>
                  <a:lnTo>
                    <a:pt x="3435" y="1213"/>
                  </a:lnTo>
                  <a:lnTo>
                    <a:pt x="2593" y="1145"/>
                  </a:lnTo>
                  <a:lnTo>
                    <a:pt x="2088" y="1112"/>
                  </a:lnTo>
                  <a:lnTo>
                    <a:pt x="1550" y="1044"/>
                  </a:lnTo>
                  <a:lnTo>
                    <a:pt x="1078" y="910"/>
                  </a:lnTo>
                  <a:lnTo>
                    <a:pt x="843" y="809"/>
                  </a:lnTo>
                  <a:lnTo>
                    <a:pt x="674" y="708"/>
                  </a:lnTo>
                  <a:lnTo>
                    <a:pt x="472" y="573"/>
                  </a:lnTo>
                  <a:lnTo>
                    <a:pt x="338" y="438"/>
                  </a:lnTo>
                  <a:lnTo>
                    <a:pt x="237" y="270"/>
                  </a:lnTo>
                  <a:lnTo>
                    <a:pt x="169" y="68"/>
                  </a:lnTo>
                  <a:lnTo>
                    <a:pt x="102" y="1"/>
                  </a:lnTo>
                  <a:lnTo>
                    <a:pt x="6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grpSp>
      <p:grpSp>
        <p:nvGrpSpPr>
          <p:cNvPr id="49" name="Google Shape;56;p2"/>
          <p:cNvGrpSpPr>
            <a:grpSpLocks/>
          </p:cNvGrpSpPr>
          <p:nvPr/>
        </p:nvGrpSpPr>
        <p:grpSpPr bwMode="auto">
          <a:xfrm>
            <a:off x="301625" y="1054100"/>
            <a:ext cx="1554163" cy="1087438"/>
            <a:chOff x="305052" y="1261999"/>
            <a:chExt cx="1556545" cy="1089130"/>
          </a:xfrm>
        </p:grpSpPr>
        <p:sp>
          <p:nvSpPr>
            <p:cNvPr id="50" name="Google Shape;57;p2"/>
            <p:cNvSpPr>
              <a:spLocks/>
            </p:cNvSpPr>
            <p:nvPr/>
          </p:nvSpPr>
          <p:spPr bwMode="auto">
            <a:xfrm>
              <a:off x="1343279" y="2047444"/>
              <a:ext cx="117655" cy="106528"/>
            </a:xfrm>
            <a:custGeom>
              <a:avLst/>
              <a:gdLst>
                <a:gd name="T0" fmla="*/ 66638 w 1785"/>
                <a:gd name="T1" fmla="*/ 0 h 1617"/>
                <a:gd name="T2" fmla="*/ 55499 w 1785"/>
                <a:gd name="T3" fmla="*/ 4414 h 1617"/>
                <a:gd name="T4" fmla="*/ 37768 w 1785"/>
                <a:gd name="T5" fmla="*/ 15548 h 1617"/>
                <a:gd name="T6" fmla="*/ 26695 w 1785"/>
                <a:gd name="T7" fmla="*/ 24376 h 1617"/>
                <a:gd name="T8" fmla="*/ 20038 w 1785"/>
                <a:gd name="T9" fmla="*/ 31029 h 1617"/>
                <a:gd name="T10" fmla="*/ 11139 w 1785"/>
                <a:gd name="T11" fmla="*/ 42163 h 1617"/>
                <a:gd name="T12" fmla="*/ 6723 w 1785"/>
                <a:gd name="T13" fmla="*/ 53231 h 1617"/>
                <a:gd name="T14" fmla="*/ 2241 w 1785"/>
                <a:gd name="T15" fmla="*/ 64299 h 1617"/>
                <a:gd name="T16" fmla="*/ 0 w 1785"/>
                <a:gd name="T17" fmla="*/ 75433 h 1617"/>
                <a:gd name="T18" fmla="*/ 0 w 1785"/>
                <a:gd name="T19" fmla="*/ 86500 h 1617"/>
                <a:gd name="T20" fmla="*/ 2241 w 1785"/>
                <a:gd name="T21" fmla="*/ 99808 h 1617"/>
                <a:gd name="T22" fmla="*/ 4482 w 1785"/>
                <a:gd name="T23" fmla="*/ 102048 h 1617"/>
                <a:gd name="T24" fmla="*/ 6723 w 1785"/>
                <a:gd name="T25" fmla="*/ 104222 h 1617"/>
                <a:gd name="T26" fmla="*/ 15556 w 1785"/>
                <a:gd name="T27" fmla="*/ 106462 h 1617"/>
                <a:gd name="T28" fmla="*/ 22213 w 1785"/>
                <a:gd name="T29" fmla="*/ 104222 h 1617"/>
                <a:gd name="T30" fmla="*/ 24454 w 1785"/>
                <a:gd name="T31" fmla="*/ 99808 h 1617"/>
                <a:gd name="T32" fmla="*/ 24454 w 1785"/>
                <a:gd name="T33" fmla="*/ 95394 h 1617"/>
                <a:gd name="T34" fmla="*/ 26695 w 1785"/>
                <a:gd name="T35" fmla="*/ 77607 h 1617"/>
                <a:gd name="T36" fmla="*/ 31111 w 1785"/>
                <a:gd name="T37" fmla="*/ 59885 h 1617"/>
                <a:gd name="T38" fmla="*/ 40009 w 1785"/>
                <a:gd name="T39" fmla="*/ 46577 h 1617"/>
                <a:gd name="T40" fmla="*/ 53324 w 1785"/>
                <a:gd name="T41" fmla="*/ 33269 h 1617"/>
                <a:gd name="T42" fmla="*/ 68813 w 1785"/>
                <a:gd name="T43" fmla="*/ 24376 h 1617"/>
                <a:gd name="T44" fmla="*/ 86610 w 1785"/>
                <a:gd name="T45" fmla="*/ 24376 h 1617"/>
                <a:gd name="T46" fmla="*/ 97683 w 1785"/>
                <a:gd name="T47" fmla="*/ 28855 h 1617"/>
                <a:gd name="T48" fmla="*/ 110998 w 1785"/>
                <a:gd name="T49" fmla="*/ 31029 h 1617"/>
                <a:gd name="T50" fmla="*/ 115414 w 1785"/>
                <a:gd name="T51" fmla="*/ 28855 h 1617"/>
                <a:gd name="T52" fmla="*/ 117655 w 1785"/>
                <a:gd name="T53" fmla="*/ 24376 h 1617"/>
                <a:gd name="T54" fmla="*/ 117655 w 1785"/>
                <a:gd name="T55" fmla="*/ 17722 h 1617"/>
                <a:gd name="T56" fmla="*/ 115414 w 1785"/>
                <a:gd name="T57" fmla="*/ 13308 h 1617"/>
                <a:gd name="T58" fmla="*/ 97683 w 1785"/>
                <a:gd name="T59" fmla="*/ 4414 h 1617"/>
                <a:gd name="T60" fmla="*/ 88785 w 1785"/>
                <a:gd name="T61" fmla="*/ 0 h 1617"/>
                <a:gd name="T62" fmla="*/ 66638 w 1785"/>
                <a:gd name="T63" fmla="*/ 0 h 16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785" h="1617" extrusionOk="0">
                  <a:moveTo>
                    <a:pt x="1011" y="0"/>
                  </a:moveTo>
                  <a:lnTo>
                    <a:pt x="842" y="67"/>
                  </a:lnTo>
                  <a:lnTo>
                    <a:pt x="573" y="236"/>
                  </a:lnTo>
                  <a:lnTo>
                    <a:pt x="405" y="370"/>
                  </a:lnTo>
                  <a:lnTo>
                    <a:pt x="304" y="471"/>
                  </a:lnTo>
                  <a:lnTo>
                    <a:pt x="169" y="640"/>
                  </a:lnTo>
                  <a:lnTo>
                    <a:pt x="102" y="808"/>
                  </a:lnTo>
                  <a:lnTo>
                    <a:pt x="34" y="976"/>
                  </a:lnTo>
                  <a:lnTo>
                    <a:pt x="0" y="1145"/>
                  </a:lnTo>
                  <a:lnTo>
                    <a:pt x="0" y="1313"/>
                  </a:lnTo>
                  <a:lnTo>
                    <a:pt x="34" y="1515"/>
                  </a:lnTo>
                  <a:lnTo>
                    <a:pt x="68" y="1549"/>
                  </a:lnTo>
                  <a:lnTo>
                    <a:pt x="102" y="1582"/>
                  </a:lnTo>
                  <a:lnTo>
                    <a:pt x="236" y="1616"/>
                  </a:lnTo>
                  <a:lnTo>
                    <a:pt x="337" y="1582"/>
                  </a:lnTo>
                  <a:lnTo>
                    <a:pt x="371" y="1515"/>
                  </a:lnTo>
                  <a:lnTo>
                    <a:pt x="371" y="1448"/>
                  </a:lnTo>
                  <a:lnTo>
                    <a:pt x="405" y="1178"/>
                  </a:lnTo>
                  <a:lnTo>
                    <a:pt x="472" y="909"/>
                  </a:lnTo>
                  <a:lnTo>
                    <a:pt x="607" y="707"/>
                  </a:lnTo>
                  <a:lnTo>
                    <a:pt x="809" y="505"/>
                  </a:lnTo>
                  <a:lnTo>
                    <a:pt x="1044" y="370"/>
                  </a:lnTo>
                  <a:lnTo>
                    <a:pt x="1314" y="370"/>
                  </a:lnTo>
                  <a:lnTo>
                    <a:pt x="1482" y="438"/>
                  </a:lnTo>
                  <a:lnTo>
                    <a:pt x="1684" y="471"/>
                  </a:lnTo>
                  <a:lnTo>
                    <a:pt x="1751" y="438"/>
                  </a:lnTo>
                  <a:lnTo>
                    <a:pt x="1785" y="370"/>
                  </a:lnTo>
                  <a:lnTo>
                    <a:pt x="1785" y="269"/>
                  </a:lnTo>
                  <a:lnTo>
                    <a:pt x="1751" y="202"/>
                  </a:lnTo>
                  <a:lnTo>
                    <a:pt x="1482" y="67"/>
                  </a:lnTo>
                  <a:lnTo>
                    <a:pt x="1347" y="0"/>
                  </a:lnTo>
                  <a:lnTo>
                    <a:pt x="101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1" name="Google Shape;58;p2"/>
            <p:cNvSpPr>
              <a:spLocks/>
            </p:cNvSpPr>
            <p:nvPr/>
          </p:nvSpPr>
          <p:spPr bwMode="auto">
            <a:xfrm>
              <a:off x="1410056" y="2120583"/>
              <a:ext cx="34979" cy="36570"/>
            </a:xfrm>
            <a:custGeom>
              <a:avLst/>
              <a:gdLst>
                <a:gd name="T0" fmla="*/ 19692 w 540"/>
                <a:gd name="T1" fmla="*/ 0 h 539"/>
                <a:gd name="T2" fmla="*/ 10947 w 540"/>
                <a:gd name="T3" fmla="*/ 2307 h 539"/>
                <a:gd name="T4" fmla="*/ 6607 w 540"/>
                <a:gd name="T5" fmla="*/ 4546 h 539"/>
                <a:gd name="T6" fmla="*/ 4405 w 540"/>
                <a:gd name="T7" fmla="*/ 9159 h 539"/>
                <a:gd name="T8" fmla="*/ 2202 w 540"/>
                <a:gd name="T9" fmla="*/ 13705 h 539"/>
                <a:gd name="T10" fmla="*/ 65 w 540"/>
                <a:gd name="T11" fmla="*/ 22865 h 539"/>
                <a:gd name="T12" fmla="*/ 2202 w 540"/>
                <a:gd name="T13" fmla="*/ 29717 h 539"/>
                <a:gd name="T14" fmla="*/ 4405 w 540"/>
                <a:gd name="T15" fmla="*/ 31956 h 539"/>
                <a:gd name="T16" fmla="*/ 8745 w 540"/>
                <a:gd name="T17" fmla="*/ 36570 h 539"/>
                <a:gd name="T18" fmla="*/ 15287 w 540"/>
                <a:gd name="T19" fmla="*/ 36570 h 539"/>
                <a:gd name="T20" fmla="*/ 24032 w 540"/>
                <a:gd name="T21" fmla="*/ 34263 h 539"/>
                <a:gd name="T22" fmla="*/ 32777 w 540"/>
                <a:gd name="T23" fmla="*/ 27411 h 539"/>
                <a:gd name="T24" fmla="*/ 34914 w 540"/>
                <a:gd name="T25" fmla="*/ 18251 h 539"/>
                <a:gd name="T26" fmla="*/ 34914 w 540"/>
                <a:gd name="T27" fmla="*/ 13705 h 539"/>
                <a:gd name="T28" fmla="*/ 32777 w 540"/>
                <a:gd name="T29" fmla="*/ 9159 h 539"/>
                <a:gd name="T30" fmla="*/ 30574 w 540"/>
                <a:gd name="T31" fmla="*/ 4546 h 539"/>
                <a:gd name="T32" fmla="*/ 26234 w 540"/>
                <a:gd name="T33" fmla="*/ 2307 h 539"/>
                <a:gd name="T34" fmla="*/ 19692 w 540"/>
                <a:gd name="T35" fmla="*/ 0 h 5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40" h="539" extrusionOk="0">
                  <a:moveTo>
                    <a:pt x="304" y="0"/>
                  </a:moveTo>
                  <a:lnTo>
                    <a:pt x="169" y="34"/>
                  </a:lnTo>
                  <a:lnTo>
                    <a:pt x="102" y="67"/>
                  </a:lnTo>
                  <a:lnTo>
                    <a:pt x="68" y="135"/>
                  </a:lnTo>
                  <a:lnTo>
                    <a:pt x="34" y="202"/>
                  </a:lnTo>
                  <a:lnTo>
                    <a:pt x="1" y="337"/>
                  </a:lnTo>
                  <a:lnTo>
                    <a:pt x="34" y="438"/>
                  </a:lnTo>
                  <a:lnTo>
                    <a:pt x="68" y="471"/>
                  </a:lnTo>
                  <a:lnTo>
                    <a:pt x="135" y="539"/>
                  </a:lnTo>
                  <a:lnTo>
                    <a:pt x="236" y="539"/>
                  </a:lnTo>
                  <a:lnTo>
                    <a:pt x="371" y="505"/>
                  </a:lnTo>
                  <a:lnTo>
                    <a:pt x="506" y="404"/>
                  </a:lnTo>
                  <a:lnTo>
                    <a:pt x="539" y="269"/>
                  </a:lnTo>
                  <a:lnTo>
                    <a:pt x="539" y="202"/>
                  </a:lnTo>
                  <a:lnTo>
                    <a:pt x="506" y="135"/>
                  </a:lnTo>
                  <a:lnTo>
                    <a:pt x="472" y="67"/>
                  </a:lnTo>
                  <a:lnTo>
                    <a:pt x="405" y="34"/>
                  </a:lnTo>
                  <a:lnTo>
                    <a:pt x="30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2" name="Google Shape;59;p2"/>
            <p:cNvSpPr>
              <a:spLocks/>
            </p:cNvSpPr>
            <p:nvPr/>
          </p:nvSpPr>
          <p:spPr bwMode="auto">
            <a:xfrm>
              <a:off x="793162" y="1261999"/>
              <a:ext cx="618483" cy="566029"/>
            </a:xfrm>
            <a:custGeom>
              <a:avLst/>
              <a:gdLst>
                <a:gd name="T0" fmla="*/ 225524 w 9327"/>
                <a:gd name="T1" fmla="*/ 40331 h 8519"/>
                <a:gd name="T2" fmla="*/ 587184 w 9327"/>
                <a:gd name="T3" fmla="*/ 109631 h 8519"/>
                <a:gd name="T4" fmla="*/ 129505 w 9327"/>
                <a:gd name="T5" fmla="*/ 49234 h 8519"/>
                <a:gd name="T6" fmla="*/ 120553 w 9327"/>
                <a:gd name="T7" fmla="*/ 4518 h 8519"/>
                <a:gd name="T8" fmla="*/ 442029 w 9327"/>
                <a:gd name="T9" fmla="*/ 223714 h 8519"/>
                <a:gd name="T10" fmla="*/ 310336 w 9327"/>
                <a:gd name="T11" fmla="*/ 248364 h 8519"/>
                <a:gd name="T12" fmla="*/ 84878 w 9327"/>
                <a:gd name="T13" fmla="*/ 194678 h 8519"/>
                <a:gd name="T14" fmla="*/ 113856 w 9327"/>
                <a:gd name="T15" fmla="*/ 214811 h 8519"/>
                <a:gd name="T16" fmla="*/ 426446 w 9327"/>
                <a:gd name="T17" fmla="*/ 284111 h 8519"/>
                <a:gd name="T18" fmla="*/ 406354 w 9327"/>
                <a:gd name="T19" fmla="*/ 373610 h 8519"/>
                <a:gd name="T20" fmla="*/ 96018 w 9327"/>
                <a:gd name="T21" fmla="*/ 310954 h 8519"/>
                <a:gd name="T22" fmla="*/ 89321 w 9327"/>
                <a:gd name="T23" fmla="*/ 205841 h 8519"/>
                <a:gd name="T24" fmla="*/ 107159 w 9327"/>
                <a:gd name="T25" fmla="*/ 26909 h 8519"/>
                <a:gd name="T26" fmla="*/ 89321 w 9327"/>
                <a:gd name="T27" fmla="*/ 58204 h 8519"/>
                <a:gd name="T28" fmla="*/ 350520 w 9327"/>
                <a:gd name="T29" fmla="*/ 107439 h 8519"/>
                <a:gd name="T30" fmla="*/ 584930 w 9327"/>
                <a:gd name="T31" fmla="*/ 237136 h 8519"/>
                <a:gd name="T32" fmla="*/ 102716 w 9327"/>
                <a:gd name="T33" fmla="*/ 134282 h 8519"/>
                <a:gd name="T34" fmla="*/ 87066 w 9327"/>
                <a:gd name="T35" fmla="*/ 62656 h 8519"/>
                <a:gd name="T36" fmla="*/ 71483 w 9327"/>
                <a:gd name="T37" fmla="*/ 69367 h 8519"/>
                <a:gd name="T38" fmla="*/ 58088 w 9327"/>
                <a:gd name="T39" fmla="*/ 140992 h 8519"/>
                <a:gd name="T40" fmla="*/ 71483 w 9327"/>
                <a:gd name="T41" fmla="*/ 170028 h 8519"/>
                <a:gd name="T42" fmla="*/ 80369 w 9327"/>
                <a:gd name="T43" fmla="*/ 201389 h 8519"/>
                <a:gd name="T44" fmla="*/ 60277 w 9327"/>
                <a:gd name="T45" fmla="*/ 288629 h 8519"/>
                <a:gd name="T46" fmla="*/ 80369 w 9327"/>
                <a:gd name="T47" fmla="*/ 326634 h 8519"/>
                <a:gd name="T48" fmla="*/ 44694 w 9327"/>
                <a:gd name="T49" fmla="*/ 391483 h 8519"/>
                <a:gd name="T50" fmla="*/ 26790 w 9327"/>
                <a:gd name="T51" fmla="*/ 425037 h 8519"/>
                <a:gd name="T52" fmla="*/ 6697 w 9327"/>
                <a:gd name="T53" fmla="*/ 429555 h 8519"/>
                <a:gd name="T54" fmla="*/ 6697 w 9327"/>
                <a:gd name="T55" fmla="*/ 463109 h 8519"/>
                <a:gd name="T56" fmla="*/ 26790 w 9327"/>
                <a:gd name="T57" fmla="*/ 438458 h 8519"/>
                <a:gd name="T58" fmla="*/ 73672 w 9327"/>
                <a:gd name="T59" fmla="*/ 404904 h 8519"/>
                <a:gd name="T60" fmla="*/ 290243 w 9327"/>
                <a:gd name="T61" fmla="*/ 449687 h 8519"/>
                <a:gd name="T62" fmla="*/ 455424 w 9327"/>
                <a:gd name="T63" fmla="*/ 489952 h 8519"/>
                <a:gd name="T64" fmla="*/ 475516 w 9327"/>
                <a:gd name="T65" fmla="*/ 501114 h 8519"/>
                <a:gd name="T66" fmla="*/ 482214 w 9327"/>
                <a:gd name="T67" fmla="*/ 521246 h 8519"/>
                <a:gd name="T68" fmla="*/ 495609 w 9327"/>
                <a:gd name="T69" fmla="*/ 545897 h 8519"/>
                <a:gd name="T70" fmla="*/ 511258 w 9327"/>
                <a:gd name="T71" fmla="*/ 559318 h 8519"/>
                <a:gd name="T72" fmla="*/ 493420 w 9327"/>
                <a:gd name="T73" fmla="*/ 507825 h 8519"/>
                <a:gd name="T74" fmla="*/ 473328 w 9327"/>
                <a:gd name="T75" fmla="*/ 478723 h 8519"/>
                <a:gd name="T76" fmla="*/ 482214 w 9327"/>
                <a:gd name="T77" fmla="*/ 402712 h 8519"/>
                <a:gd name="T78" fmla="*/ 276849 w 9327"/>
                <a:gd name="T79" fmla="*/ 434007 h 8519"/>
                <a:gd name="T80" fmla="*/ 80369 w 9327"/>
                <a:gd name="T81" fmla="*/ 396001 h 8519"/>
                <a:gd name="T82" fmla="*/ 89321 w 9327"/>
                <a:gd name="T83" fmla="*/ 324375 h 8519"/>
                <a:gd name="T84" fmla="*/ 419749 w 9327"/>
                <a:gd name="T85" fmla="*/ 391483 h 8519"/>
                <a:gd name="T86" fmla="*/ 542491 w 9327"/>
                <a:gd name="T87" fmla="*/ 393742 h 8519"/>
                <a:gd name="T88" fmla="*/ 562649 w 9327"/>
                <a:gd name="T89" fmla="*/ 299791 h 8519"/>
                <a:gd name="T90" fmla="*/ 584930 w 9327"/>
                <a:gd name="T91" fmla="*/ 255075 h 8519"/>
                <a:gd name="T92" fmla="*/ 600579 w 9327"/>
                <a:gd name="T93" fmla="*/ 248364 h 8519"/>
                <a:gd name="T94" fmla="*/ 609531 w 9327"/>
                <a:gd name="T95" fmla="*/ 178998 h 8519"/>
                <a:gd name="T96" fmla="*/ 613974 w 9327"/>
                <a:gd name="T97" fmla="*/ 145444 h 8519"/>
                <a:gd name="T98" fmla="*/ 596136 w 9327"/>
                <a:gd name="T99" fmla="*/ 105179 h 8519"/>
                <a:gd name="T100" fmla="*/ 473328 w 9327"/>
                <a:gd name="T101" fmla="*/ 69367 h 8519"/>
                <a:gd name="T102" fmla="*/ 120553 w 9327"/>
                <a:gd name="T103" fmla="*/ 66 h 851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327" h="8519" extrusionOk="0">
                  <a:moveTo>
                    <a:pt x="1818" y="68"/>
                  </a:moveTo>
                  <a:lnTo>
                    <a:pt x="2189" y="236"/>
                  </a:lnTo>
                  <a:lnTo>
                    <a:pt x="2593" y="371"/>
                  </a:lnTo>
                  <a:lnTo>
                    <a:pt x="2997" y="506"/>
                  </a:lnTo>
                  <a:lnTo>
                    <a:pt x="3401" y="607"/>
                  </a:lnTo>
                  <a:lnTo>
                    <a:pt x="4242" y="741"/>
                  </a:lnTo>
                  <a:lnTo>
                    <a:pt x="5050" y="876"/>
                  </a:lnTo>
                  <a:lnTo>
                    <a:pt x="6969" y="1213"/>
                  </a:lnTo>
                  <a:lnTo>
                    <a:pt x="7912" y="1415"/>
                  </a:lnTo>
                  <a:lnTo>
                    <a:pt x="8855" y="1650"/>
                  </a:lnTo>
                  <a:lnTo>
                    <a:pt x="8821" y="1819"/>
                  </a:lnTo>
                  <a:lnTo>
                    <a:pt x="8754" y="2088"/>
                  </a:lnTo>
                  <a:lnTo>
                    <a:pt x="4545" y="1246"/>
                  </a:lnTo>
                  <a:lnTo>
                    <a:pt x="2189" y="809"/>
                  </a:lnTo>
                  <a:lnTo>
                    <a:pt x="1953" y="741"/>
                  </a:lnTo>
                  <a:lnTo>
                    <a:pt x="1751" y="674"/>
                  </a:lnTo>
                  <a:lnTo>
                    <a:pt x="1785" y="539"/>
                  </a:lnTo>
                  <a:lnTo>
                    <a:pt x="1785" y="405"/>
                  </a:lnTo>
                  <a:lnTo>
                    <a:pt x="1818" y="236"/>
                  </a:lnTo>
                  <a:lnTo>
                    <a:pt x="1818" y="68"/>
                  </a:lnTo>
                  <a:close/>
                  <a:moveTo>
                    <a:pt x="1381" y="2223"/>
                  </a:moveTo>
                  <a:lnTo>
                    <a:pt x="2256" y="2458"/>
                  </a:lnTo>
                  <a:lnTo>
                    <a:pt x="3131" y="2660"/>
                  </a:lnTo>
                  <a:lnTo>
                    <a:pt x="4882" y="2997"/>
                  </a:lnTo>
                  <a:lnTo>
                    <a:pt x="6666" y="3367"/>
                  </a:lnTo>
                  <a:lnTo>
                    <a:pt x="8451" y="3738"/>
                  </a:lnTo>
                  <a:lnTo>
                    <a:pt x="8417" y="3906"/>
                  </a:lnTo>
                  <a:lnTo>
                    <a:pt x="8316" y="4344"/>
                  </a:lnTo>
                  <a:lnTo>
                    <a:pt x="6498" y="4074"/>
                  </a:lnTo>
                  <a:lnTo>
                    <a:pt x="4680" y="3738"/>
                  </a:lnTo>
                  <a:lnTo>
                    <a:pt x="3838" y="3536"/>
                  </a:lnTo>
                  <a:lnTo>
                    <a:pt x="2963" y="3300"/>
                  </a:lnTo>
                  <a:lnTo>
                    <a:pt x="2121" y="3064"/>
                  </a:lnTo>
                  <a:lnTo>
                    <a:pt x="1684" y="2997"/>
                  </a:lnTo>
                  <a:lnTo>
                    <a:pt x="1280" y="2930"/>
                  </a:lnTo>
                  <a:lnTo>
                    <a:pt x="1313" y="2728"/>
                  </a:lnTo>
                  <a:lnTo>
                    <a:pt x="1313" y="2559"/>
                  </a:lnTo>
                  <a:lnTo>
                    <a:pt x="1381" y="2223"/>
                  </a:lnTo>
                  <a:close/>
                  <a:moveTo>
                    <a:pt x="1347" y="3098"/>
                  </a:moveTo>
                  <a:lnTo>
                    <a:pt x="1717" y="3233"/>
                  </a:lnTo>
                  <a:lnTo>
                    <a:pt x="2121" y="3367"/>
                  </a:lnTo>
                  <a:lnTo>
                    <a:pt x="2963" y="3603"/>
                  </a:lnTo>
                  <a:lnTo>
                    <a:pt x="4613" y="3940"/>
                  </a:lnTo>
                  <a:lnTo>
                    <a:pt x="5522" y="4142"/>
                  </a:lnTo>
                  <a:lnTo>
                    <a:pt x="6431" y="4276"/>
                  </a:lnTo>
                  <a:lnTo>
                    <a:pt x="8249" y="4579"/>
                  </a:lnTo>
                  <a:lnTo>
                    <a:pt x="8114" y="4882"/>
                  </a:lnTo>
                  <a:lnTo>
                    <a:pt x="8047" y="5219"/>
                  </a:lnTo>
                  <a:lnTo>
                    <a:pt x="7946" y="5892"/>
                  </a:lnTo>
                  <a:lnTo>
                    <a:pt x="6128" y="5623"/>
                  </a:lnTo>
                  <a:lnTo>
                    <a:pt x="4310" y="5320"/>
                  </a:lnTo>
                  <a:lnTo>
                    <a:pt x="3502" y="5152"/>
                  </a:lnTo>
                  <a:lnTo>
                    <a:pt x="2660" y="4950"/>
                  </a:lnTo>
                  <a:lnTo>
                    <a:pt x="1852" y="4748"/>
                  </a:lnTo>
                  <a:lnTo>
                    <a:pt x="1448" y="4680"/>
                  </a:lnTo>
                  <a:lnTo>
                    <a:pt x="1010" y="4647"/>
                  </a:lnTo>
                  <a:lnTo>
                    <a:pt x="1111" y="4445"/>
                  </a:lnTo>
                  <a:lnTo>
                    <a:pt x="1145" y="4243"/>
                  </a:lnTo>
                  <a:lnTo>
                    <a:pt x="1212" y="3805"/>
                  </a:lnTo>
                  <a:lnTo>
                    <a:pt x="1347" y="3098"/>
                  </a:lnTo>
                  <a:close/>
                  <a:moveTo>
                    <a:pt x="1785" y="1"/>
                  </a:moveTo>
                  <a:lnTo>
                    <a:pt x="1751" y="34"/>
                  </a:lnTo>
                  <a:lnTo>
                    <a:pt x="1751" y="68"/>
                  </a:lnTo>
                  <a:lnTo>
                    <a:pt x="1684" y="236"/>
                  </a:lnTo>
                  <a:lnTo>
                    <a:pt x="1616" y="405"/>
                  </a:lnTo>
                  <a:lnTo>
                    <a:pt x="1583" y="539"/>
                  </a:lnTo>
                  <a:lnTo>
                    <a:pt x="1583" y="708"/>
                  </a:lnTo>
                  <a:lnTo>
                    <a:pt x="1448" y="741"/>
                  </a:lnTo>
                  <a:lnTo>
                    <a:pt x="1347" y="842"/>
                  </a:lnTo>
                  <a:lnTo>
                    <a:pt x="1347" y="876"/>
                  </a:lnTo>
                  <a:lnTo>
                    <a:pt x="1818" y="876"/>
                  </a:lnTo>
                  <a:lnTo>
                    <a:pt x="2290" y="977"/>
                  </a:lnTo>
                  <a:lnTo>
                    <a:pt x="2761" y="1112"/>
                  </a:lnTo>
                  <a:lnTo>
                    <a:pt x="3199" y="1213"/>
                  </a:lnTo>
                  <a:lnTo>
                    <a:pt x="5286" y="1617"/>
                  </a:lnTo>
                  <a:lnTo>
                    <a:pt x="9192" y="2391"/>
                  </a:lnTo>
                  <a:lnTo>
                    <a:pt x="9057" y="2660"/>
                  </a:lnTo>
                  <a:lnTo>
                    <a:pt x="8922" y="2963"/>
                  </a:lnTo>
                  <a:lnTo>
                    <a:pt x="8855" y="3266"/>
                  </a:lnTo>
                  <a:lnTo>
                    <a:pt x="8821" y="3569"/>
                  </a:lnTo>
                  <a:lnTo>
                    <a:pt x="4949" y="2761"/>
                  </a:lnTo>
                  <a:lnTo>
                    <a:pt x="3973" y="2526"/>
                  </a:lnTo>
                  <a:lnTo>
                    <a:pt x="3030" y="2290"/>
                  </a:lnTo>
                  <a:lnTo>
                    <a:pt x="2054" y="2122"/>
                  </a:lnTo>
                  <a:lnTo>
                    <a:pt x="1549" y="2021"/>
                  </a:lnTo>
                  <a:lnTo>
                    <a:pt x="1078" y="1987"/>
                  </a:lnTo>
                  <a:lnTo>
                    <a:pt x="1145" y="1751"/>
                  </a:lnTo>
                  <a:lnTo>
                    <a:pt x="1212" y="1549"/>
                  </a:lnTo>
                  <a:lnTo>
                    <a:pt x="1313" y="1145"/>
                  </a:lnTo>
                  <a:lnTo>
                    <a:pt x="1313" y="943"/>
                  </a:lnTo>
                  <a:lnTo>
                    <a:pt x="1313" y="741"/>
                  </a:lnTo>
                  <a:lnTo>
                    <a:pt x="1313" y="708"/>
                  </a:lnTo>
                  <a:lnTo>
                    <a:pt x="1212" y="708"/>
                  </a:lnTo>
                  <a:lnTo>
                    <a:pt x="1145" y="876"/>
                  </a:lnTo>
                  <a:lnTo>
                    <a:pt x="1078" y="1044"/>
                  </a:lnTo>
                  <a:lnTo>
                    <a:pt x="977" y="1381"/>
                  </a:lnTo>
                  <a:lnTo>
                    <a:pt x="876" y="1718"/>
                  </a:lnTo>
                  <a:lnTo>
                    <a:pt x="842" y="1920"/>
                  </a:lnTo>
                  <a:lnTo>
                    <a:pt x="842" y="2088"/>
                  </a:lnTo>
                  <a:lnTo>
                    <a:pt x="876" y="2122"/>
                  </a:lnTo>
                  <a:lnTo>
                    <a:pt x="977" y="2122"/>
                  </a:lnTo>
                  <a:lnTo>
                    <a:pt x="1010" y="2088"/>
                  </a:lnTo>
                  <a:lnTo>
                    <a:pt x="1246" y="2189"/>
                  </a:lnTo>
                  <a:lnTo>
                    <a:pt x="1145" y="2357"/>
                  </a:lnTo>
                  <a:lnTo>
                    <a:pt x="1078" y="2559"/>
                  </a:lnTo>
                  <a:lnTo>
                    <a:pt x="1078" y="2761"/>
                  </a:lnTo>
                  <a:lnTo>
                    <a:pt x="1078" y="2963"/>
                  </a:lnTo>
                  <a:lnTo>
                    <a:pt x="1111" y="2997"/>
                  </a:lnTo>
                  <a:lnTo>
                    <a:pt x="1145" y="2997"/>
                  </a:lnTo>
                  <a:lnTo>
                    <a:pt x="1212" y="3031"/>
                  </a:lnTo>
                  <a:lnTo>
                    <a:pt x="1145" y="3132"/>
                  </a:lnTo>
                  <a:lnTo>
                    <a:pt x="1111" y="3266"/>
                  </a:lnTo>
                  <a:lnTo>
                    <a:pt x="1044" y="3502"/>
                  </a:lnTo>
                  <a:lnTo>
                    <a:pt x="943" y="4074"/>
                  </a:lnTo>
                  <a:lnTo>
                    <a:pt x="909" y="4344"/>
                  </a:lnTo>
                  <a:lnTo>
                    <a:pt x="909" y="4647"/>
                  </a:lnTo>
                  <a:lnTo>
                    <a:pt x="943" y="4680"/>
                  </a:lnTo>
                  <a:lnTo>
                    <a:pt x="943" y="4714"/>
                  </a:lnTo>
                  <a:lnTo>
                    <a:pt x="1280" y="4849"/>
                  </a:lnTo>
                  <a:lnTo>
                    <a:pt x="1212" y="4916"/>
                  </a:lnTo>
                  <a:lnTo>
                    <a:pt x="1179" y="5017"/>
                  </a:lnTo>
                  <a:lnTo>
                    <a:pt x="1111" y="5185"/>
                  </a:lnTo>
                  <a:lnTo>
                    <a:pt x="1010" y="5522"/>
                  </a:lnTo>
                  <a:lnTo>
                    <a:pt x="943" y="5892"/>
                  </a:lnTo>
                  <a:lnTo>
                    <a:pt x="674" y="5892"/>
                  </a:lnTo>
                  <a:lnTo>
                    <a:pt x="606" y="5926"/>
                  </a:lnTo>
                  <a:lnTo>
                    <a:pt x="539" y="6027"/>
                  </a:lnTo>
                  <a:lnTo>
                    <a:pt x="505" y="6162"/>
                  </a:lnTo>
                  <a:lnTo>
                    <a:pt x="472" y="6431"/>
                  </a:lnTo>
                  <a:lnTo>
                    <a:pt x="404" y="6397"/>
                  </a:lnTo>
                  <a:lnTo>
                    <a:pt x="337" y="6330"/>
                  </a:lnTo>
                  <a:lnTo>
                    <a:pt x="303" y="6296"/>
                  </a:lnTo>
                  <a:lnTo>
                    <a:pt x="270" y="6296"/>
                  </a:lnTo>
                  <a:lnTo>
                    <a:pt x="202" y="6330"/>
                  </a:lnTo>
                  <a:lnTo>
                    <a:pt x="101" y="6465"/>
                  </a:lnTo>
                  <a:lnTo>
                    <a:pt x="34" y="6633"/>
                  </a:lnTo>
                  <a:lnTo>
                    <a:pt x="0" y="6835"/>
                  </a:lnTo>
                  <a:lnTo>
                    <a:pt x="0" y="6902"/>
                  </a:lnTo>
                  <a:lnTo>
                    <a:pt x="67" y="6970"/>
                  </a:lnTo>
                  <a:lnTo>
                    <a:pt x="101" y="6970"/>
                  </a:lnTo>
                  <a:lnTo>
                    <a:pt x="168" y="6902"/>
                  </a:lnTo>
                  <a:lnTo>
                    <a:pt x="168" y="6835"/>
                  </a:lnTo>
                  <a:lnTo>
                    <a:pt x="202" y="6667"/>
                  </a:lnTo>
                  <a:lnTo>
                    <a:pt x="270" y="6532"/>
                  </a:lnTo>
                  <a:lnTo>
                    <a:pt x="404" y="6599"/>
                  </a:lnTo>
                  <a:lnTo>
                    <a:pt x="539" y="6633"/>
                  </a:lnTo>
                  <a:lnTo>
                    <a:pt x="606" y="6599"/>
                  </a:lnTo>
                  <a:lnTo>
                    <a:pt x="640" y="6566"/>
                  </a:lnTo>
                  <a:lnTo>
                    <a:pt x="741" y="6094"/>
                  </a:lnTo>
                  <a:lnTo>
                    <a:pt x="1111" y="6094"/>
                  </a:lnTo>
                  <a:lnTo>
                    <a:pt x="1515" y="6229"/>
                  </a:lnTo>
                  <a:lnTo>
                    <a:pt x="1919" y="6330"/>
                  </a:lnTo>
                  <a:lnTo>
                    <a:pt x="2727" y="6498"/>
                  </a:lnTo>
                  <a:lnTo>
                    <a:pt x="3569" y="6633"/>
                  </a:lnTo>
                  <a:lnTo>
                    <a:pt x="4377" y="6768"/>
                  </a:lnTo>
                  <a:lnTo>
                    <a:pt x="5892" y="7104"/>
                  </a:lnTo>
                  <a:lnTo>
                    <a:pt x="6330" y="7205"/>
                  </a:lnTo>
                  <a:lnTo>
                    <a:pt x="6599" y="7239"/>
                  </a:lnTo>
                  <a:lnTo>
                    <a:pt x="6835" y="7340"/>
                  </a:lnTo>
                  <a:lnTo>
                    <a:pt x="6868" y="7374"/>
                  </a:lnTo>
                  <a:lnTo>
                    <a:pt x="6902" y="7441"/>
                  </a:lnTo>
                  <a:lnTo>
                    <a:pt x="6969" y="7441"/>
                  </a:lnTo>
                  <a:lnTo>
                    <a:pt x="7037" y="7407"/>
                  </a:lnTo>
                  <a:lnTo>
                    <a:pt x="7104" y="7475"/>
                  </a:lnTo>
                  <a:lnTo>
                    <a:pt x="7171" y="7542"/>
                  </a:lnTo>
                  <a:lnTo>
                    <a:pt x="7205" y="7610"/>
                  </a:lnTo>
                  <a:lnTo>
                    <a:pt x="7171" y="7711"/>
                  </a:lnTo>
                  <a:lnTo>
                    <a:pt x="7171" y="7744"/>
                  </a:lnTo>
                  <a:lnTo>
                    <a:pt x="7205" y="7812"/>
                  </a:lnTo>
                  <a:lnTo>
                    <a:pt x="7272" y="7845"/>
                  </a:lnTo>
                  <a:lnTo>
                    <a:pt x="7373" y="7879"/>
                  </a:lnTo>
                  <a:lnTo>
                    <a:pt x="7441" y="7913"/>
                  </a:lnTo>
                  <a:lnTo>
                    <a:pt x="7474" y="7980"/>
                  </a:lnTo>
                  <a:lnTo>
                    <a:pt x="7508" y="8047"/>
                  </a:lnTo>
                  <a:lnTo>
                    <a:pt x="7474" y="8216"/>
                  </a:lnTo>
                  <a:lnTo>
                    <a:pt x="7474" y="8418"/>
                  </a:lnTo>
                  <a:lnTo>
                    <a:pt x="7508" y="8485"/>
                  </a:lnTo>
                  <a:lnTo>
                    <a:pt x="7575" y="8519"/>
                  </a:lnTo>
                  <a:lnTo>
                    <a:pt x="7676" y="8485"/>
                  </a:lnTo>
                  <a:lnTo>
                    <a:pt x="7710" y="8418"/>
                  </a:lnTo>
                  <a:lnTo>
                    <a:pt x="7710" y="7778"/>
                  </a:lnTo>
                  <a:lnTo>
                    <a:pt x="7676" y="7711"/>
                  </a:lnTo>
                  <a:lnTo>
                    <a:pt x="7676" y="7677"/>
                  </a:lnTo>
                  <a:lnTo>
                    <a:pt x="7575" y="7643"/>
                  </a:lnTo>
                  <a:lnTo>
                    <a:pt x="7441" y="7643"/>
                  </a:lnTo>
                  <a:lnTo>
                    <a:pt x="7508" y="7407"/>
                  </a:lnTo>
                  <a:lnTo>
                    <a:pt x="7542" y="7374"/>
                  </a:lnTo>
                  <a:lnTo>
                    <a:pt x="7508" y="7340"/>
                  </a:lnTo>
                  <a:lnTo>
                    <a:pt x="7441" y="7273"/>
                  </a:lnTo>
                  <a:lnTo>
                    <a:pt x="7138" y="7205"/>
                  </a:lnTo>
                  <a:lnTo>
                    <a:pt x="7306" y="6667"/>
                  </a:lnTo>
                  <a:lnTo>
                    <a:pt x="7373" y="6397"/>
                  </a:lnTo>
                  <a:lnTo>
                    <a:pt x="7407" y="6128"/>
                  </a:lnTo>
                  <a:lnTo>
                    <a:pt x="7407" y="6061"/>
                  </a:lnTo>
                  <a:lnTo>
                    <a:pt x="7272" y="6061"/>
                  </a:lnTo>
                  <a:lnTo>
                    <a:pt x="7171" y="6330"/>
                  </a:lnTo>
                  <a:lnTo>
                    <a:pt x="7070" y="6599"/>
                  </a:lnTo>
                  <a:lnTo>
                    <a:pt x="6902" y="7138"/>
                  </a:lnTo>
                  <a:lnTo>
                    <a:pt x="5555" y="6835"/>
                  </a:lnTo>
                  <a:lnTo>
                    <a:pt x="4175" y="6532"/>
                  </a:lnTo>
                  <a:lnTo>
                    <a:pt x="2727" y="6195"/>
                  </a:lnTo>
                  <a:lnTo>
                    <a:pt x="1953" y="6061"/>
                  </a:lnTo>
                  <a:lnTo>
                    <a:pt x="1583" y="6027"/>
                  </a:lnTo>
                  <a:lnTo>
                    <a:pt x="1212" y="6027"/>
                  </a:lnTo>
                  <a:lnTo>
                    <a:pt x="1212" y="5960"/>
                  </a:lnTo>
                  <a:lnTo>
                    <a:pt x="1145" y="5926"/>
                  </a:lnTo>
                  <a:lnTo>
                    <a:pt x="1246" y="5387"/>
                  </a:lnTo>
                  <a:lnTo>
                    <a:pt x="1280" y="5152"/>
                  </a:lnTo>
                  <a:lnTo>
                    <a:pt x="1313" y="5017"/>
                  </a:lnTo>
                  <a:lnTo>
                    <a:pt x="1347" y="4882"/>
                  </a:lnTo>
                  <a:lnTo>
                    <a:pt x="1751" y="5017"/>
                  </a:lnTo>
                  <a:lnTo>
                    <a:pt x="2121" y="5118"/>
                  </a:lnTo>
                  <a:lnTo>
                    <a:pt x="2929" y="5286"/>
                  </a:lnTo>
                  <a:lnTo>
                    <a:pt x="4512" y="5556"/>
                  </a:lnTo>
                  <a:lnTo>
                    <a:pt x="6330" y="5892"/>
                  </a:lnTo>
                  <a:lnTo>
                    <a:pt x="8148" y="6128"/>
                  </a:lnTo>
                  <a:lnTo>
                    <a:pt x="8215" y="6128"/>
                  </a:lnTo>
                  <a:lnTo>
                    <a:pt x="8249" y="6061"/>
                  </a:lnTo>
                  <a:lnTo>
                    <a:pt x="8249" y="5993"/>
                  </a:lnTo>
                  <a:lnTo>
                    <a:pt x="8181" y="5926"/>
                  </a:lnTo>
                  <a:lnTo>
                    <a:pt x="8316" y="5253"/>
                  </a:lnTo>
                  <a:lnTo>
                    <a:pt x="8350" y="4950"/>
                  </a:lnTo>
                  <a:lnTo>
                    <a:pt x="8417" y="4613"/>
                  </a:lnTo>
                  <a:lnTo>
                    <a:pt x="8451" y="4579"/>
                  </a:lnTo>
                  <a:lnTo>
                    <a:pt x="8485" y="4512"/>
                  </a:lnTo>
                  <a:lnTo>
                    <a:pt x="8586" y="4243"/>
                  </a:lnTo>
                  <a:lnTo>
                    <a:pt x="8619" y="3973"/>
                  </a:lnTo>
                  <a:lnTo>
                    <a:pt x="8653" y="3771"/>
                  </a:lnTo>
                  <a:lnTo>
                    <a:pt x="8788" y="3805"/>
                  </a:lnTo>
                  <a:lnTo>
                    <a:pt x="8821" y="3839"/>
                  </a:lnTo>
                  <a:lnTo>
                    <a:pt x="8855" y="3872"/>
                  </a:lnTo>
                  <a:lnTo>
                    <a:pt x="8922" y="3872"/>
                  </a:lnTo>
                  <a:lnTo>
                    <a:pt x="8956" y="3839"/>
                  </a:lnTo>
                  <a:lnTo>
                    <a:pt x="9023" y="3805"/>
                  </a:lnTo>
                  <a:lnTo>
                    <a:pt x="9057" y="3738"/>
                  </a:lnTo>
                  <a:lnTo>
                    <a:pt x="9057" y="3637"/>
                  </a:lnTo>
                  <a:lnTo>
                    <a:pt x="8990" y="3603"/>
                  </a:lnTo>
                  <a:lnTo>
                    <a:pt x="9023" y="3300"/>
                  </a:lnTo>
                  <a:lnTo>
                    <a:pt x="9091" y="2997"/>
                  </a:lnTo>
                  <a:lnTo>
                    <a:pt x="9192" y="2694"/>
                  </a:lnTo>
                  <a:lnTo>
                    <a:pt x="9293" y="2391"/>
                  </a:lnTo>
                  <a:lnTo>
                    <a:pt x="9326" y="2324"/>
                  </a:lnTo>
                  <a:lnTo>
                    <a:pt x="9326" y="2256"/>
                  </a:lnTo>
                  <a:lnTo>
                    <a:pt x="9326" y="2223"/>
                  </a:lnTo>
                  <a:lnTo>
                    <a:pt x="9259" y="2189"/>
                  </a:lnTo>
                  <a:lnTo>
                    <a:pt x="8889" y="2122"/>
                  </a:lnTo>
                  <a:lnTo>
                    <a:pt x="8956" y="1886"/>
                  </a:lnTo>
                  <a:lnTo>
                    <a:pt x="8956" y="1751"/>
                  </a:lnTo>
                  <a:lnTo>
                    <a:pt x="8956" y="1650"/>
                  </a:lnTo>
                  <a:lnTo>
                    <a:pt x="8990" y="1583"/>
                  </a:lnTo>
                  <a:lnTo>
                    <a:pt x="8990" y="1516"/>
                  </a:lnTo>
                  <a:lnTo>
                    <a:pt x="8956" y="1482"/>
                  </a:lnTo>
                  <a:lnTo>
                    <a:pt x="8922" y="1448"/>
                  </a:lnTo>
                  <a:lnTo>
                    <a:pt x="8047" y="1213"/>
                  </a:lnTo>
                  <a:lnTo>
                    <a:pt x="7138" y="1044"/>
                  </a:lnTo>
                  <a:lnTo>
                    <a:pt x="6262" y="876"/>
                  </a:lnTo>
                  <a:lnTo>
                    <a:pt x="5353" y="741"/>
                  </a:lnTo>
                  <a:lnTo>
                    <a:pt x="4478" y="573"/>
                  </a:lnTo>
                  <a:lnTo>
                    <a:pt x="3569" y="371"/>
                  </a:lnTo>
                  <a:lnTo>
                    <a:pt x="1818" y="1"/>
                  </a:lnTo>
                  <a:lnTo>
                    <a:pt x="178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3" name="Google Shape;60;p2"/>
            <p:cNvSpPr>
              <a:spLocks/>
            </p:cNvSpPr>
            <p:nvPr/>
          </p:nvSpPr>
          <p:spPr bwMode="auto">
            <a:xfrm>
              <a:off x="969644" y="1727861"/>
              <a:ext cx="209871" cy="52469"/>
            </a:xfrm>
            <a:custGeom>
              <a:avLst/>
              <a:gdLst>
                <a:gd name="T0" fmla="*/ 13457 w 3166"/>
                <a:gd name="T1" fmla="*/ 0 h 809"/>
                <a:gd name="T2" fmla="*/ 66 w 3166"/>
                <a:gd name="T3" fmla="*/ 4410 h 809"/>
                <a:gd name="T4" fmla="*/ 66 w 3166"/>
                <a:gd name="T5" fmla="*/ 6551 h 809"/>
                <a:gd name="T6" fmla="*/ 13457 w 3166"/>
                <a:gd name="T7" fmla="*/ 10961 h 809"/>
                <a:gd name="T8" fmla="*/ 24593 w 3166"/>
                <a:gd name="T9" fmla="*/ 10961 h 809"/>
                <a:gd name="T10" fmla="*/ 37984 w 3166"/>
                <a:gd name="T11" fmla="*/ 13101 h 809"/>
                <a:gd name="T12" fmla="*/ 49186 w 3166"/>
                <a:gd name="T13" fmla="*/ 17511 h 809"/>
                <a:gd name="T14" fmla="*/ 67018 w 3166"/>
                <a:gd name="T15" fmla="*/ 26202 h 809"/>
                <a:gd name="T16" fmla="*/ 84850 w 3166"/>
                <a:gd name="T17" fmla="*/ 32753 h 809"/>
                <a:gd name="T18" fmla="*/ 113885 w 3166"/>
                <a:gd name="T19" fmla="*/ 39368 h 809"/>
                <a:gd name="T20" fmla="*/ 142919 w 3166"/>
                <a:gd name="T21" fmla="*/ 43713 h 809"/>
                <a:gd name="T22" fmla="*/ 171887 w 3166"/>
                <a:gd name="T23" fmla="*/ 45918 h 809"/>
                <a:gd name="T24" fmla="*/ 200922 w 3166"/>
                <a:gd name="T25" fmla="*/ 52469 h 809"/>
                <a:gd name="T26" fmla="*/ 203176 w 3166"/>
                <a:gd name="T27" fmla="*/ 52469 h 809"/>
                <a:gd name="T28" fmla="*/ 205363 w 3166"/>
                <a:gd name="T29" fmla="*/ 50264 h 809"/>
                <a:gd name="T30" fmla="*/ 209871 w 3166"/>
                <a:gd name="T31" fmla="*/ 45918 h 809"/>
                <a:gd name="T32" fmla="*/ 209871 w 3166"/>
                <a:gd name="T33" fmla="*/ 41508 h 809"/>
                <a:gd name="T34" fmla="*/ 207617 w 3166"/>
                <a:gd name="T35" fmla="*/ 39368 h 809"/>
                <a:gd name="T36" fmla="*/ 205363 w 3166"/>
                <a:gd name="T37" fmla="*/ 37163 h 809"/>
                <a:gd name="T38" fmla="*/ 176395 w 3166"/>
                <a:gd name="T39" fmla="*/ 30612 h 809"/>
                <a:gd name="T40" fmla="*/ 147360 w 3166"/>
                <a:gd name="T41" fmla="*/ 28407 h 809"/>
                <a:gd name="T42" fmla="*/ 118326 w 3166"/>
                <a:gd name="T43" fmla="*/ 24062 h 809"/>
                <a:gd name="T44" fmla="*/ 89358 w 3166"/>
                <a:gd name="T45" fmla="*/ 19652 h 809"/>
                <a:gd name="T46" fmla="*/ 78155 w 3166"/>
                <a:gd name="T47" fmla="*/ 17511 h 809"/>
                <a:gd name="T48" fmla="*/ 67018 w 3166"/>
                <a:gd name="T49" fmla="*/ 13101 h 809"/>
                <a:gd name="T50" fmla="*/ 44679 w 3166"/>
                <a:gd name="T51" fmla="*/ 4410 h 809"/>
                <a:gd name="T52" fmla="*/ 35796 w 3166"/>
                <a:gd name="T53" fmla="*/ 2205 h 809"/>
                <a:gd name="T54" fmla="*/ 24593 w 3166"/>
                <a:gd name="T55" fmla="*/ 0 h 809"/>
                <a:gd name="T56" fmla="*/ 13457 w 3166"/>
                <a:gd name="T57" fmla="*/ 0 h 80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166" h="809" extrusionOk="0">
                  <a:moveTo>
                    <a:pt x="203" y="0"/>
                  </a:moveTo>
                  <a:lnTo>
                    <a:pt x="1" y="68"/>
                  </a:lnTo>
                  <a:lnTo>
                    <a:pt x="1" y="101"/>
                  </a:lnTo>
                  <a:lnTo>
                    <a:pt x="203" y="169"/>
                  </a:lnTo>
                  <a:lnTo>
                    <a:pt x="371" y="169"/>
                  </a:lnTo>
                  <a:lnTo>
                    <a:pt x="573" y="202"/>
                  </a:lnTo>
                  <a:lnTo>
                    <a:pt x="742" y="270"/>
                  </a:lnTo>
                  <a:lnTo>
                    <a:pt x="1011" y="404"/>
                  </a:lnTo>
                  <a:lnTo>
                    <a:pt x="1280" y="505"/>
                  </a:lnTo>
                  <a:lnTo>
                    <a:pt x="1718" y="607"/>
                  </a:lnTo>
                  <a:lnTo>
                    <a:pt x="2156" y="674"/>
                  </a:lnTo>
                  <a:lnTo>
                    <a:pt x="2593" y="708"/>
                  </a:lnTo>
                  <a:lnTo>
                    <a:pt x="3031" y="809"/>
                  </a:lnTo>
                  <a:lnTo>
                    <a:pt x="3065" y="809"/>
                  </a:lnTo>
                  <a:lnTo>
                    <a:pt x="3098" y="775"/>
                  </a:lnTo>
                  <a:lnTo>
                    <a:pt x="3166" y="708"/>
                  </a:lnTo>
                  <a:lnTo>
                    <a:pt x="3166" y="640"/>
                  </a:lnTo>
                  <a:lnTo>
                    <a:pt x="3132" y="607"/>
                  </a:lnTo>
                  <a:lnTo>
                    <a:pt x="3098" y="573"/>
                  </a:lnTo>
                  <a:lnTo>
                    <a:pt x="2661" y="472"/>
                  </a:lnTo>
                  <a:lnTo>
                    <a:pt x="2223" y="438"/>
                  </a:lnTo>
                  <a:lnTo>
                    <a:pt x="1785" y="371"/>
                  </a:lnTo>
                  <a:lnTo>
                    <a:pt x="1348" y="303"/>
                  </a:lnTo>
                  <a:lnTo>
                    <a:pt x="1179" y="270"/>
                  </a:lnTo>
                  <a:lnTo>
                    <a:pt x="1011" y="202"/>
                  </a:lnTo>
                  <a:lnTo>
                    <a:pt x="674" y="68"/>
                  </a:lnTo>
                  <a:lnTo>
                    <a:pt x="540" y="34"/>
                  </a:lnTo>
                  <a:lnTo>
                    <a:pt x="371" y="0"/>
                  </a:lnTo>
                  <a:lnTo>
                    <a:pt x="20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4" name="Google Shape;61;p2"/>
            <p:cNvSpPr>
              <a:spLocks/>
            </p:cNvSpPr>
            <p:nvPr/>
          </p:nvSpPr>
          <p:spPr bwMode="auto">
            <a:xfrm>
              <a:off x="1799589" y="1999745"/>
              <a:ext cx="62008" cy="135148"/>
            </a:xfrm>
            <a:custGeom>
              <a:avLst/>
              <a:gdLst>
                <a:gd name="T0" fmla="*/ 2233 w 944"/>
                <a:gd name="T1" fmla="*/ 67 h 2022"/>
                <a:gd name="T2" fmla="*/ 2233 w 944"/>
                <a:gd name="T3" fmla="*/ 2339 h 2022"/>
                <a:gd name="T4" fmla="*/ 66 w 944"/>
                <a:gd name="T5" fmla="*/ 13568 h 2022"/>
                <a:gd name="T6" fmla="*/ 4467 w 944"/>
                <a:gd name="T7" fmla="*/ 24797 h 2022"/>
                <a:gd name="T8" fmla="*/ 8868 w 944"/>
                <a:gd name="T9" fmla="*/ 36093 h 2022"/>
                <a:gd name="T10" fmla="*/ 15502 w 944"/>
                <a:gd name="T11" fmla="*/ 45049 h 2022"/>
                <a:gd name="T12" fmla="*/ 31004 w 944"/>
                <a:gd name="T13" fmla="*/ 63096 h 2022"/>
                <a:gd name="T14" fmla="*/ 35405 w 944"/>
                <a:gd name="T15" fmla="*/ 72052 h 2022"/>
                <a:gd name="T16" fmla="*/ 42039 w 944"/>
                <a:gd name="T17" fmla="*/ 81075 h 2022"/>
                <a:gd name="T18" fmla="*/ 44273 w 944"/>
                <a:gd name="T19" fmla="*/ 92304 h 2022"/>
                <a:gd name="T20" fmla="*/ 46506 w 944"/>
                <a:gd name="T21" fmla="*/ 103600 h 2022"/>
                <a:gd name="T22" fmla="*/ 46506 w 944"/>
                <a:gd name="T23" fmla="*/ 114829 h 2022"/>
                <a:gd name="T24" fmla="*/ 42039 w 944"/>
                <a:gd name="T25" fmla="*/ 126058 h 2022"/>
                <a:gd name="T26" fmla="*/ 42039 w 944"/>
                <a:gd name="T27" fmla="*/ 128330 h 2022"/>
                <a:gd name="T28" fmla="*/ 42039 w 944"/>
                <a:gd name="T29" fmla="*/ 132809 h 2022"/>
                <a:gd name="T30" fmla="*/ 48674 w 944"/>
                <a:gd name="T31" fmla="*/ 135081 h 2022"/>
                <a:gd name="T32" fmla="*/ 53140 w 944"/>
                <a:gd name="T33" fmla="*/ 135081 h 2022"/>
                <a:gd name="T34" fmla="*/ 55308 w 944"/>
                <a:gd name="T35" fmla="*/ 132809 h 2022"/>
                <a:gd name="T36" fmla="*/ 57541 w 944"/>
                <a:gd name="T37" fmla="*/ 130603 h 2022"/>
                <a:gd name="T38" fmla="*/ 61942 w 944"/>
                <a:gd name="T39" fmla="*/ 114829 h 2022"/>
                <a:gd name="T40" fmla="*/ 61942 w 944"/>
                <a:gd name="T41" fmla="*/ 99055 h 2022"/>
                <a:gd name="T42" fmla="*/ 59775 w 944"/>
                <a:gd name="T43" fmla="*/ 83348 h 2022"/>
                <a:gd name="T44" fmla="*/ 53140 w 944"/>
                <a:gd name="T45" fmla="*/ 69847 h 2022"/>
                <a:gd name="T46" fmla="*/ 44273 w 944"/>
                <a:gd name="T47" fmla="*/ 56345 h 2022"/>
                <a:gd name="T48" fmla="*/ 35405 w 944"/>
                <a:gd name="T49" fmla="*/ 45049 h 2022"/>
                <a:gd name="T50" fmla="*/ 19969 w 944"/>
                <a:gd name="T51" fmla="*/ 24797 h 2022"/>
                <a:gd name="T52" fmla="*/ 11101 w 944"/>
                <a:gd name="T53" fmla="*/ 11296 h 2022"/>
                <a:gd name="T54" fmla="*/ 8868 w 944"/>
                <a:gd name="T55" fmla="*/ 6818 h 2022"/>
                <a:gd name="T56" fmla="*/ 8868 w 944"/>
                <a:gd name="T57" fmla="*/ 2339 h 2022"/>
                <a:gd name="T58" fmla="*/ 8868 w 944"/>
                <a:gd name="T59" fmla="*/ 67 h 2022"/>
                <a:gd name="T60" fmla="*/ 2233 w 944"/>
                <a:gd name="T61" fmla="*/ 67 h 202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944" h="2022" extrusionOk="0">
                  <a:moveTo>
                    <a:pt x="34" y="1"/>
                  </a:moveTo>
                  <a:lnTo>
                    <a:pt x="34" y="35"/>
                  </a:lnTo>
                  <a:lnTo>
                    <a:pt x="1" y="203"/>
                  </a:lnTo>
                  <a:lnTo>
                    <a:pt x="68" y="371"/>
                  </a:lnTo>
                  <a:lnTo>
                    <a:pt x="135" y="540"/>
                  </a:lnTo>
                  <a:lnTo>
                    <a:pt x="236" y="674"/>
                  </a:lnTo>
                  <a:lnTo>
                    <a:pt x="472" y="944"/>
                  </a:lnTo>
                  <a:lnTo>
                    <a:pt x="539" y="1078"/>
                  </a:lnTo>
                  <a:lnTo>
                    <a:pt x="640" y="1213"/>
                  </a:lnTo>
                  <a:lnTo>
                    <a:pt x="674" y="1381"/>
                  </a:lnTo>
                  <a:lnTo>
                    <a:pt x="708" y="1550"/>
                  </a:lnTo>
                  <a:lnTo>
                    <a:pt x="708" y="1718"/>
                  </a:lnTo>
                  <a:lnTo>
                    <a:pt x="640" y="1886"/>
                  </a:lnTo>
                  <a:lnTo>
                    <a:pt x="640" y="1920"/>
                  </a:lnTo>
                  <a:lnTo>
                    <a:pt x="640" y="1987"/>
                  </a:lnTo>
                  <a:lnTo>
                    <a:pt x="741" y="2021"/>
                  </a:lnTo>
                  <a:lnTo>
                    <a:pt x="809" y="2021"/>
                  </a:lnTo>
                  <a:lnTo>
                    <a:pt x="842" y="1987"/>
                  </a:lnTo>
                  <a:lnTo>
                    <a:pt x="876" y="1954"/>
                  </a:lnTo>
                  <a:lnTo>
                    <a:pt x="943" y="1718"/>
                  </a:lnTo>
                  <a:lnTo>
                    <a:pt x="943" y="1482"/>
                  </a:lnTo>
                  <a:lnTo>
                    <a:pt x="910" y="1247"/>
                  </a:lnTo>
                  <a:lnTo>
                    <a:pt x="809" y="1045"/>
                  </a:lnTo>
                  <a:lnTo>
                    <a:pt x="674" y="843"/>
                  </a:lnTo>
                  <a:lnTo>
                    <a:pt x="539" y="674"/>
                  </a:lnTo>
                  <a:lnTo>
                    <a:pt x="304" y="371"/>
                  </a:lnTo>
                  <a:lnTo>
                    <a:pt x="169" y="169"/>
                  </a:lnTo>
                  <a:lnTo>
                    <a:pt x="135" y="102"/>
                  </a:lnTo>
                  <a:lnTo>
                    <a:pt x="135" y="35"/>
                  </a:lnTo>
                  <a:lnTo>
                    <a:pt x="135" y="1"/>
                  </a:lnTo>
                  <a:lnTo>
                    <a:pt x="3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5" name="Google Shape;62;p2"/>
            <p:cNvSpPr>
              <a:spLocks/>
            </p:cNvSpPr>
            <p:nvPr/>
          </p:nvSpPr>
          <p:spPr bwMode="auto">
            <a:xfrm>
              <a:off x="1197005" y="1777149"/>
              <a:ext cx="74726" cy="30210"/>
            </a:xfrm>
            <a:custGeom>
              <a:avLst/>
              <a:gdLst>
                <a:gd name="T0" fmla="*/ 2285 w 1112"/>
                <a:gd name="T1" fmla="*/ 0 h 472"/>
                <a:gd name="T2" fmla="*/ 0 w 1112"/>
                <a:gd name="T3" fmla="*/ 2176 h 472"/>
                <a:gd name="T4" fmla="*/ 0 w 1112"/>
                <a:gd name="T5" fmla="*/ 4352 h 472"/>
                <a:gd name="T6" fmla="*/ 2285 w 1112"/>
                <a:gd name="T7" fmla="*/ 8641 h 472"/>
                <a:gd name="T8" fmla="*/ 15859 w 1112"/>
                <a:gd name="T9" fmla="*/ 15105 h 472"/>
                <a:gd name="T10" fmla="*/ 29433 w 1112"/>
                <a:gd name="T11" fmla="*/ 19393 h 472"/>
                <a:gd name="T12" fmla="*/ 65587 w 1112"/>
                <a:gd name="T13" fmla="*/ 30210 h 472"/>
                <a:gd name="T14" fmla="*/ 72374 w 1112"/>
                <a:gd name="T15" fmla="*/ 30210 h 472"/>
                <a:gd name="T16" fmla="*/ 74659 w 1112"/>
                <a:gd name="T17" fmla="*/ 25858 h 472"/>
                <a:gd name="T18" fmla="*/ 74659 w 1112"/>
                <a:gd name="T19" fmla="*/ 19393 h 472"/>
                <a:gd name="T20" fmla="*/ 72374 w 1112"/>
                <a:gd name="T21" fmla="*/ 17281 h 472"/>
                <a:gd name="T22" fmla="*/ 70156 w 1112"/>
                <a:gd name="T23" fmla="*/ 15105 h 472"/>
                <a:gd name="T24" fmla="*/ 36221 w 1112"/>
                <a:gd name="T25" fmla="*/ 4352 h 472"/>
                <a:gd name="T26" fmla="*/ 20361 w 1112"/>
                <a:gd name="T27" fmla="*/ 0 h 472"/>
                <a:gd name="T28" fmla="*/ 2285 w 1112"/>
                <a:gd name="T29" fmla="*/ 0 h 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12" h="472" extrusionOk="0">
                  <a:moveTo>
                    <a:pt x="34" y="0"/>
                  </a:moveTo>
                  <a:lnTo>
                    <a:pt x="0" y="34"/>
                  </a:lnTo>
                  <a:lnTo>
                    <a:pt x="0" y="68"/>
                  </a:lnTo>
                  <a:lnTo>
                    <a:pt x="34" y="135"/>
                  </a:lnTo>
                  <a:lnTo>
                    <a:pt x="236" y="236"/>
                  </a:lnTo>
                  <a:lnTo>
                    <a:pt x="438" y="303"/>
                  </a:lnTo>
                  <a:lnTo>
                    <a:pt x="976" y="472"/>
                  </a:lnTo>
                  <a:lnTo>
                    <a:pt x="1077" y="472"/>
                  </a:lnTo>
                  <a:lnTo>
                    <a:pt x="1111" y="404"/>
                  </a:lnTo>
                  <a:lnTo>
                    <a:pt x="1111" y="303"/>
                  </a:lnTo>
                  <a:lnTo>
                    <a:pt x="1077" y="270"/>
                  </a:lnTo>
                  <a:lnTo>
                    <a:pt x="1044" y="236"/>
                  </a:lnTo>
                  <a:lnTo>
                    <a:pt x="539" y="68"/>
                  </a:lnTo>
                  <a:lnTo>
                    <a:pt x="303" y="0"/>
                  </a:lnTo>
                  <a:lnTo>
                    <a:pt x="3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6" name="Google Shape;63;p2"/>
            <p:cNvSpPr>
              <a:spLocks/>
            </p:cNvSpPr>
            <p:nvPr/>
          </p:nvSpPr>
          <p:spPr bwMode="auto">
            <a:xfrm>
              <a:off x="799522" y="1767609"/>
              <a:ext cx="65187" cy="33390"/>
            </a:xfrm>
            <a:custGeom>
              <a:avLst/>
              <a:gdLst>
                <a:gd name="T0" fmla="*/ 42702 w 977"/>
                <a:gd name="T1" fmla="*/ 66 h 506"/>
                <a:gd name="T2" fmla="*/ 26956 w 977"/>
                <a:gd name="T3" fmla="*/ 4487 h 506"/>
                <a:gd name="T4" fmla="*/ 13478 w 977"/>
                <a:gd name="T5" fmla="*/ 13396 h 506"/>
                <a:gd name="T6" fmla="*/ 2269 w 977"/>
                <a:gd name="T7" fmla="*/ 24482 h 506"/>
                <a:gd name="T8" fmla="*/ 0 w 977"/>
                <a:gd name="T9" fmla="*/ 26725 h 506"/>
                <a:gd name="T10" fmla="*/ 0 w 977"/>
                <a:gd name="T11" fmla="*/ 31146 h 506"/>
                <a:gd name="T12" fmla="*/ 2269 w 977"/>
                <a:gd name="T13" fmla="*/ 33390 h 506"/>
                <a:gd name="T14" fmla="*/ 9007 w 977"/>
                <a:gd name="T15" fmla="*/ 33390 h 506"/>
                <a:gd name="T16" fmla="*/ 20217 w 977"/>
                <a:gd name="T17" fmla="*/ 26725 h 506"/>
                <a:gd name="T18" fmla="*/ 33694 w 977"/>
                <a:gd name="T19" fmla="*/ 20060 h 506"/>
                <a:gd name="T20" fmla="*/ 47172 w 977"/>
                <a:gd name="T21" fmla="*/ 15573 h 506"/>
                <a:gd name="T22" fmla="*/ 60650 w 977"/>
                <a:gd name="T23" fmla="*/ 13396 h 506"/>
                <a:gd name="T24" fmla="*/ 65187 w 977"/>
                <a:gd name="T25" fmla="*/ 11152 h 506"/>
                <a:gd name="T26" fmla="*/ 65187 w 977"/>
                <a:gd name="T27" fmla="*/ 6731 h 506"/>
                <a:gd name="T28" fmla="*/ 62918 w 977"/>
                <a:gd name="T29" fmla="*/ 2244 h 506"/>
                <a:gd name="T30" fmla="*/ 58448 w 977"/>
                <a:gd name="T31" fmla="*/ 66 h 506"/>
                <a:gd name="T32" fmla="*/ 42702 w 977"/>
                <a:gd name="T33" fmla="*/ 66 h 50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77" h="506" extrusionOk="0">
                  <a:moveTo>
                    <a:pt x="640" y="1"/>
                  </a:moveTo>
                  <a:lnTo>
                    <a:pt x="404" y="68"/>
                  </a:lnTo>
                  <a:lnTo>
                    <a:pt x="202" y="203"/>
                  </a:lnTo>
                  <a:lnTo>
                    <a:pt x="34" y="371"/>
                  </a:lnTo>
                  <a:lnTo>
                    <a:pt x="0" y="405"/>
                  </a:lnTo>
                  <a:lnTo>
                    <a:pt x="0" y="472"/>
                  </a:lnTo>
                  <a:lnTo>
                    <a:pt x="34" y="506"/>
                  </a:lnTo>
                  <a:lnTo>
                    <a:pt x="135" y="506"/>
                  </a:lnTo>
                  <a:lnTo>
                    <a:pt x="303" y="405"/>
                  </a:lnTo>
                  <a:lnTo>
                    <a:pt x="505" y="304"/>
                  </a:lnTo>
                  <a:lnTo>
                    <a:pt x="707" y="236"/>
                  </a:lnTo>
                  <a:lnTo>
                    <a:pt x="909" y="203"/>
                  </a:lnTo>
                  <a:lnTo>
                    <a:pt x="977" y="169"/>
                  </a:lnTo>
                  <a:lnTo>
                    <a:pt x="977" y="102"/>
                  </a:lnTo>
                  <a:lnTo>
                    <a:pt x="943" y="34"/>
                  </a:lnTo>
                  <a:lnTo>
                    <a:pt x="876" y="1"/>
                  </a:lnTo>
                  <a:lnTo>
                    <a:pt x="64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7" name="Google Shape;64;p2"/>
            <p:cNvSpPr>
              <a:spLocks/>
            </p:cNvSpPr>
            <p:nvPr/>
          </p:nvSpPr>
          <p:spPr bwMode="auto">
            <a:xfrm>
              <a:off x="1322609" y="1835979"/>
              <a:ext cx="143094" cy="52469"/>
            </a:xfrm>
            <a:custGeom>
              <a:avLst/>
              <a:gdLst>
                <a:gd name="T0" fmla="*/ 6703 w 2156"/>
                <a:gd name="T1" fmla="*/ 0 h 775"/>
                <a:gd name="T2" fmla="*/ 2257 w 2156"/>
                <a:gd name="T3" fmla="*/ 4604 h 775"/>
                <a:gd name="T4" fmla="*/ 0 w 2156"/>
                <a:gd name="T5" fmla="*/ 11442 h 775"/>
                <a:gd name="T6" fmla="*/ 0 w 2156"/>
                <a:gd name="T7" fmla="*/ 13676 h 775"/>
                <a:gd name="T8" fmla="*/ 2257 w 2156"/>
                <a:gd name="T9" fmla="*/ 18280 h 775"/>
                <a:gd name="T10" fmla="*/ 15663 w 2156"/>
                <a:gd name="T11" fmla="*/ 25117 h 775"/>
                <a:gd name="T12" fmla="*/ 29070 w 2156"/>
                <a:gd name="T13" fmla="*/ 29653 h 775"/>
                <a:gd name="T14" fmla="*/ 55884 w 2156"/>
                <a:gd name="T15" fmla="*/ 36491 h 775"/>
                <a:gd name="T16" fmla="*/ 84954 w 2156"/>
                <a:gd name="T17" fmla="*/ 43329 h 775"/>
                <a:gd name="T18" fmla="*/ 116214 w 2156"/>
                <a:gd name="T19" fmla="*/ 47865 h 775"/>
                <a:gd name="T20" fmla="*/ 118471 w 2156"/>
                <a:gd name="T21" fmla="*/ 50167 h 775"/>
                <a:gd name="T22" fmla="*/ 122917 w 2156"/>
                <a:gd name="T23" fmla="*/ 52469 h 775"/>
                <a:gd name="T24" fmla="*/ 127431 w 2156"/>
                <a:gd name="T25" fmla="*/ 52469 h 775"/>
                <a:gd name="T26" fmla="*/ 131877 w 2156"/>
                <a:gd name="T27" fmla="*/ 50167 h 775"/>
                <a:gd name="T28" fmla="*/ 138581 w 2156"/>
                <a:gd name="T29" fmla="*/ 45631 h 775"/>
                <a:gd name="T30" fmla="*/ 140837 w 2156"/>
                <a:gd name="T31" fmla="*/ 43329 h 775"/>
                <a:gd name="T32" fmla="*/ 143028 w 2156"/>
                <a:gd name="T33" fmla="*/ 38793 h 775"/>
                <a:gd name="T34" fmla="*/ 143028 w 2156"/>
                <a:gd name="T35" fmla="*/ 31955 h 775"/>
                <a:gd name="T36" fmla="*/ 138581 w 2156"/>
                <a:gd name="T37" fmla="*/ 25117 h 775"/>
                <a:gd name="T38" fmla="*/ 136324 w 2156"/>
                <a:gd name="T39" fmla="*/ 22816 h 775"/>
                <a:gd name="T40" fmla="*/ 131877 w 2156"/>
                <a:gd name="T41" fmla="*/ 20514 h 775"/>
                <a:gd name="T42" fmla="*/ 100617 w 2156"/>
                <a:gd name="T43" fmla="*/ 18280 h 775"/>
                <a:gd name="T44" fmla="*/ 71547 w 2156"/>
                <a:gd name="T45" fmla="*/ 11442 h 775"/>
                <a:gd name="T46" fmla="*/ 13407 w 2156"/>
                <a:gd name="T47" fmla="*/ 0 h 775"/>
                <a:gd name="T48" fmla="*/ 6703 w 2156"/>
                <a:gd name="T49" fmla="*/ 0 h 7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156" h="775" extrusionOk="0">
                  <a:moveTo>
                    <a:pt x="101" y="0"/>
                  </a:moveTo>
                  <a:lnTo>
                    <a:pt x="34" y="68"/>
                  </a:lnTo>
                  <a:lnTo>
                    <a:pt x="0" y="169"/>
                  </a:lnTo>
                  <a:lnTo>
                    <a:pt x="0" y="202"/>
                  </a:lnTo>
                  <a:lnTo>
                    <a:pt x="34" y="270"/>
                  </a:lnTo>
                  <a:lnTo>
                    <a:pt x="236" y="371"/>
                  </a:lnTo>
                  <a:lnTo>
                    <a:pt x="438" y="438"/>
                  </a:lnTo>
                  <a:lnTo>
                    <a:pt x="842" y="539"/>
                  </a:lnTo>
                  <a:lnTo>
                    <a:pt x="1280" y="640"/>
                  </a:lnTo>
                  <a:lnTo>
                    <a:pt x="1751" y="707"/>
                  </a:lnTo>
                  <a:lnTo>
                    <a:pt x="1785" y="741"/>
                  </a:lnTo>
                  <a:lnTo>
                    <a:pt x="1852" y="775"/>
                  </a:lnTo>
                  <a:lnTo>
                    <a:pt x="1920" y="775"/>
                  </a:lnTo>
                  <a:lnTo>
                    <a:pt x="1987" y="741"/>
                  </a:lnTo>
                  <a:lnTo>
                    <a:pt x="2088" y="674"/>
                  </a:lnTo>
                  <a:lnTo>
                    <a:pt x="2122" y="640"/>
                  </a:lnTo>
                  <a:lnTo>
                    <a:pt x="2155" y="573"/>
                  </a:lnTo>
                  <a:lnTo>
                    <a:pt x="2155" y="472"/>
                  </a:lnTo>
                  <a:lnTo>
                    <a:pt x="2088" y="371"/>
                  </a:lnTo>
                  <a:lnTo>
                    <a:pt x="2054" y="337"/>
                  </a:lnTo>
                  <a:lnTo>
                    <a:pt x="1987" y="303"/>
                  </a:lnTo>
                  <a:lnTo>
                    <a:pt x="1516" y="270"/>
                  </a:lnTo>
                  <a:lnTo>
                    <a:pt x="1078" y="169"/>
                  </a:lnTo>
                  <a:lnTo>
                    <a:pt x="202" y="0"/>
                  </a:lnTo>
                  <a:lnTo>
                    <a:pt x="10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8" name="Google Shape;65;p2"/>
            <p:cNvSpPr>
              <a:spLocks/>
            </p:cNvSpPr>
            <p:nvPr/>
          </p:nvSpPr>
          <p:spPr bwMode="auto">
            <a:xfrm>
              <a:off x="1685114" y="2181002"/>
              <a:ext cx="0" cy="0"/>
            </a:xfrm>
            <a:custGeom>
              <a:avLst/>
              <a:gdLst>
                <a:gd name="T0" fmla="*/ 1 w 1"/>
                <a:gd name="T1" fmla="*/ 0 h 1"/>
                <a:gd name="T2" fmla="*/ 1 w 1"/>
                <a:gd name="T3" fmla="*/ 0 h 1"/>
                <a:gd name="T4" fmla="*/ 1 w 1"/>
                <a:gd name="T5" fmla="*/ 0 h 1"/>
                <a:gd name="T6" fmla="*/ 1 w 1"/>
                <a:gd name="T7" fmla="*/ 0 h 1"/>
                <a:gd name="T8" fmla="*/ 1 w 1"/>
                <a:gd name="T9" fmla="*/ 0 h 1"/>
                <a:gd name="T10" fmla="*/ 1 w 1"/>
                <a:gd name="T11" fmla="*/ 0 h 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 extrusionOk="0">
                  <a:moveTo>
                    <a:pt x="1" y="0"/>
                  </a:moveTo>
                  <a:lnTo>
                    <a:pt x="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59" name="Google Shape;66;p2"/>
            <p:cNvSpPr>
              <a:spLocks/>
            </p:cNvSpPr>
            <p:nvPr/>
          </p:nvSpPr>
          <p:spPr bwMode="auto">
            <a:xfrm>
              <a:off x="1659675" y="2158742"/>
              <a:ext cx="27029" cy="27030"/>
            </a:xfrm>
            <a:custGeom>
              <a:avLst/>
              <a:gdLst>
                <a:gd name="T0" fmla="*/ 13481 w 405"/>
                <a:gd name="T1" fmla="*/ 0 h 405"/>
                <a:gd name="T2" fmla="*/ 6741 w 405"/>
                <a:gd name="T3" fmla="*/ 2269 h 405"/>
                <a:gd name="T4" fmla="*/ 4538 w 405"/>
                <a:gd name="T5" fmla="*/ 4538 h 405"/>
                <a:gd name="T6" fmla="*/ 2269 w 405"/>
                <a:gd name="T7" fmla="*/ 9010 h 405"/>
                <a:gd name="T8" fmla="*/ 0 w 405"/>
                <a:gd name="T9" fmla="*/ 13482 h 405"/>
                <a:gd name="T10" fmla="*/ 0 w 405"/>
                <a:gd name="T11" fmla="*/ 18020 h 405"/>
                <a:gd name="T12" fmla="*/ 2269 w 405"/>
                <a:gd name="T13" fmla="*/ 22492 h 405"/>
                <a:gd name="T14" fmla="*/ 6741 w 405"/>
                <a:gd name="T15" fmla="*/ 24761 h 405"/>
                <a:gd name="T16" fmla="*/ 11279 w 405"/>
                <a:gd name="T17" fmla="*/ 26963 h 405"/>
                <a:gd name="T18" fmla="*/ 18019 w 405"/>
                <a:gd name="T19" fmla="*/ 26963 h 405"/>
                <a:gd name="T20" fmla="*/ 20222 w 405"/>
                <a:gd name="T21" fmla="*/ 24761 h 405"/>
                <a:gd name="T22" fmla="*/ 24760 w 405"/>
                <a:gd name="T23" fmla="*/ 22492 h 405"/>
                <a:gd name="T24" fmla="*/ 26962 w 405"/>
                <a:gd name="T25" fmla="*/ 15751 h 405"/>
                <a:gd name="T26" fmla="*/ 26962 w 405"/>
                <a:gd name="T27" fmla="*/ 11279 h 405"/>
                <a:gd name="T28" fmla="*/ 26962 w 405"/>
                <a:gd name="T29" fmla="*/ 6741 h 405"/>
                <a:gd name="T30" fmla="*/ 22491 w 405"/>
                <a:gd name="T31" fmla="*/ 2269 h 405"/>
                <a:gd name="T32" fmla="*/ 18019 w 405"/>
                <a:gd name="T33" fmla="*/ 0 h 405"/>
                <a:gd name="T34" fmla="*/ 13481 w 405"/>
                <a:gd name="T35" fmla="*/ 0 h 40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5" h="405" extrusionOk="0">
                  <a:moveTo>
                    <a:pt x="202" y="0"/>
                  </a:moveTo>
                  <a:lnTo>
                    <a:pt x="101" y="34"/>
                  </a:lnTo>
                  <a:lnTo>
                    <a:pt x="68" y="68"/>
                  </a:lnTo>
                  <a:lnTo>
                    <a:pt x="34" y="135"/>
                  </a:lnTo>
                  <a:lnTo>
                    <a:pt x="0" y="202"/>
                  </a:lnTo>
                  <a:lnTo>
                    <a:pt x="0" y="270"/>
                  </a:lnTo>
                  <a:lnTo>
                    <a:pt x="34" y="337"/>
                  </a:lnTo>
                  <a:lnTo>
                    <a:pt x="101" y="371"/>
                  </a:lnTo>
                  <a:lnTo>
                    <a:pt x="169" y="404"/>
                  </a:lnTo>
                  <a:lnTo>
                    <a:pt x="270" y="404"/>
                  </a:lnTo>
                  <a:lnTo>
                    <a:pt x="303" y="371"/>
                  </a:lnTo>
                  <a:lnTo>
                    <a:pt x="371" y="337"/>
                  </a:lnTo>
                  <a:lnTo>
                    <a:pt x="404" y="236"/>
                  </a:lnTo>
                  <a:lnTo>
                    <a:pt x="404" y="169"/>
                  </a:lnTo>
                  <a:lnTo>
                    <a:pt x="404" y="101"/>
                  </a:lnTo>
                  <a:lnTo>
                    <a:pt x="337" y="34"/>
                  </a:lnTo>
                  <a:lnTo>
                    <a:pt x="270" y="0"/>
                  </a:lnTo>
                  <a:lnTo>
                    <a:pt x="20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0" name="Google Shape;67;p2"/>
            <p:cNvSpPr>
              <a:spLocks/>
            </p:cNvSpPr>
            <p:nvPr/>
          </p:nvSpPr>
          <p:spPr bwMode="auto">
            <a:xfrm>
              <a:off x="750233" y="1866188"/>
              <a:ext cx="303678" cy="249626"/>
            </a:xfrm>
            <a:custGeom>
              <a:avLst/>
              <a:gdLst>
                <a:gd name="T0" fmla="*/ 160790 w 4580"/>
                <a:gd name="T1" fmla="*/ 109261 h 3772"/>
                <a:gd name="T2" fmla="*/ 176372 w 4580"/>
                <a:gd name="T3" fmla="*/ 120379 h 3772"/>
                <a:gd name="T4" fmla="*/ 180881 w 4580"/>
                <a:gd name="T5" fmla="*/ 138181 h 3772"/>
                <a:gd name="T6" fmla="*/ 176372 w 4580"/>
                <a:gd name="T7" fmla="*/ 153799 h 3772"/>
                <a:gd name="T8" fmla="*/ 160790 w 4580"/>
                <a:gd name="T9" fmla="*/ 167167 h 3772"/>
                <a:gd name="T10" fmla="*/ 154093 w 4580"/>
                <a:gd name="T11" fmla="*/ 173851 h 3772"/>
                <a:gd name="T12" fmla="*/ 149585 w 4580"/>
                <a:gd name="T13" fmla="*/ 216206 h 3772"/>
                <a:gd name="T14" fmla="*/ 120609 w 4580"/>
                <a:gd name="T15" fmla="*/ 191653 h 3772"/>
                <a:gd name="T16" fmla="*/ 127306 w 4580"/>
                <a:gd name="T17" fmla="*/ 167167 h 3772"/>
                <a:gd name="T18" fmla="*/ 122797 w 4580"/>
                <a:gd name="T19" fmla="*/ 162733 h 3772"/>
                <a:gd name="T20" fmla="*/ 107216 w 4580"/>
                <a:gd name="T21" fmla="*/ 153799 h 3772"/>
                <a:gd name="T22" fmla="*/ 102707 w 4580"/>
                <a:gd name="T23" fmla="*/ 140431 h 3772"/>
                <a:gd name="T24" fmla="*/ 104961 w 4580"/>
                <a:gd name="T25" fmla="*/ 124813 h 3772"/>
                <a:gd name="T26" fmla="*/ 116100 w 4580"/>
                <a:gd name="T27" fmla="*/ 111445 h 3772"/>
                <a:gd name="T28" fmla="*/ 136191 w 4580"/>
                <a:gd name="T29" fmla="*/ 104761 h 3772"/>
                <a:gd name="T30" fmla="*/ 51387 w 4580"/>
                <a:gd name="T31" fmla="*/ 17868 h 3772"/>
                <a:gd name="T32" fmla="*/ 109404 w 4580"/>
                <a:gd name="T33" fmla="*/ 40170 h 3772"/>
                <a:gd name="T34" fmla="*/ 169675 w 4580"/>
                <a:gd name="T35" fmla="*/ 51288 h 3772"/>
                <a:gd name="T36" fmla="*/ 294727 w 4580"/>
                <a:gd name="T37" fmla="*/ 60223 h 3772"/>
                <a:gd name="T38" fmla="*/ 276824 w 4580"/>
                <a:gd name="T39" fmla="*/ 100327 h 3772"/>
                <a:gd name="T40" fmla="*/ 243340 w 4580"/>
                <a:gd name="T41" fmla="*/ 229574 h 3772"/>
                <a:gd name="T42" fmla="*/ 203159 w 4580"/>
                <a:gd name="T43" fmla="*/ 222890 h 3772"/>
                <a:gd name="T44" fmla="*/ 169675 w 4580"/>
                <a:gd name="T45" fmla="*/ 198338 h 3772"/>
                <a:gd name="T46" fmla="*/ 180881 w 4580"/>
                <a:gd name="T47" fmla="*/ 171601 h 3772"/>
                <a:gd name="T48" fmla="*/ 194274 w 4580"/>
                <a:gd name="T49" fmla="*/ 149365 h 3772"/>
                <a:gd name="T50" fmla="*/ 194274 w 4580"/>
                <a:gd name="T51" fmla="*/ 124813 h 3772"/>
                <a:gd name="T52" fmla="*/ 180881 w 4580"/>
                <a:gd name="T53" fmla="*/ 102577 h 3772"/>
                <a:gd name="T54" fmla="*/ 162978 w 4580"/>
                <a:gd name="T55" fmla="*/ 93643 h 3772"/>
                <a:gd name="T56" fmla="*/ 151839 w 4580"/>
                <a:gd name="T57" fmla="*/ 93643 h 3772"/>
                <a:gd name="T58" fmla="*/ 134003 w 4580"/>
                <a:gd name="T59" fmla="*/ 91393 h 3772"/>
                <a:gd name="T60" fmla="*/ 116100 w 4580"/>
                <a:gd name="T61" fmla="*/ 95893 h 3772"/>
                <a:gd name="T62" fmla="*/ 100519 w 4580"/>
                <a:gd name="T63" fmla="*/ 107011 h 3772"/>
                <a:gd name="T64" fmla="*/ 89313 w 4580"/>
                <a:gd name="T65" fmla="*/ 122629 h 3772"/>
                <a:gd name="T66" fmla="*/ 87125 w 4580"/>
                <a:gd name="T67" fmla="*/ 140431 h 3772"/>
                <a:gd name="T68" fmla="*/ 91568 w 4580"/>
                <a:gd name="T69" fmla="*/ 156049 h 3772"/>
                <a:gd name="T70" fmla="*/ 102707 w 4580"/>
                <a:gd name="T71" fmla="*/ 169417 h 3772"/>
                <a:gd name="T72" fmla="*/ 104961 w 4580"/>
                <a:gd name="T73" fmla="*/ 191653 h 3772"/>
                <a:gd name="T74" fmla="*/ 58083 w 4580"/>
                <a:gd name="T75" fmla="*/ 202838 h 3772"/>
                <a:gd name="T76" fmla="*/ 13394 w 4580"/>
                <a:gd name="T77" fmla="*/ 200588 h 3772"/>
                <a:gd name="T78" fmla="*/ 33484 w 4580"/>
                <a:gd name="T79" fmla="*/ 109261 h 3772"/>
                <a:gd name="T80" fmla="*/ 51387 w 4580"/>
                <a:gd name="T81" fmla="*/ 17868 h 3772"/>
                <a:gd name="T82" fmla="*/ 46878 w 4580"/>
                <a:gd name="T83" fmla="*/ 4500 h 3772"/>
                <a:gd name="T84" fmla="*/ 17902 w 4580"/>
                <a:gd name="T85" fmla="*/ 100327 h 3772"/>
                <a:gd name="T86" fmla="*/ 0 w 4580"/>
                <a:gd name="T87" fmla="*/ 200588 h 3772"/>
                <a:gd name="T88" fmla="*/ 2254 w 4580"/>
                <a:gd name="T89" fmla="*/ 207272 h 3772"/>
                <a:gd name="T90" fmla="*/ 37993 w 4580"/>
                <a:gd name="T91" fmla="*/ 216206 h 3772"/>
                <a:gd name="T92" fmla="*/ 134003 w 4580"/>
                <a:gd name="T93" fmla="*/ 231758 h 3772"/>
                <a:gd name="T94" fmla="*/ 229947 w 4580"/>
                <a:gd name="T95" fmla="*/ 245126 h 3772"/>
                <a:gd name="T96" fmla="*/ 267939 w 4580"/>
                <a:gd name="T97" fmla="*/ 249626 h 3772"/>
                <a:gd name="T98" fmla="*/ 270128 w 4580"/>
                <a:gd name="T99" fmla="*/ 238442 h 3772"/>
                <a:gd name="T100" fmla="*/ 265685 w 4580"/>
                <a:gd name="T101" fmla="*/ 236258 h 3772"/>
                <a:gd name="T102" fmla="*/ 258988 w 4580"/>
                <a:gd name="T103" fmla="*/ 231758 h 3772"/>
                <a:gd name="T104" fmla="*/ 296915 w 4580"/>
                <a:gd name="T105" fmla="*/ 93643 h 3772"/>
                <a:gd name="T106" fmla="*/ 303612 w 4580"/>
                <a:gd name="T107" fmla="*/ 46855 h 3772"/>
                <a:gd name="T108" fmla="*/ 301424 w 4580"/>
                <a:gd name="T109" fmla="*/ 46855 h 3772"/>
                <a:gd name="T110" fmla="*/ 296915 w 4580"/>
                <a:gd name="T111" fmla="*/ 49105 h 3772"/>
                <a:gd name="T112" fmla="*/ 241152 w 4580"/>
                <a:gd name="T113" fmla="*/ 37920 h 3772"/>
                <a:gd name="T114" fmla="*/ 149585 w 4580"/>
                <a:gd name="T115" fmla="*/ 31236 h 3772"/>
                <a:gd name="T116" fmla="*/ 53575 w 4580"/>
                <a:gd name="T117" fmla="*/ 6750 h 3772"/>
                <a:gd name="T118" fmla="*/ 51387 w 4580"/>
                <a:gd name="T119" fmla="*/ 66 h 37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580" h="3772" extrusionOk="0">
                  <a:moveTo>
                    <a:pt x="2391" y="1583"/>
                  </a:moveTo>
                  <a:lnTo>
                    <a:pt x="2425" y="1651"/>
                  </a:lnTo>
                  <a:lnTo>
                    <a:pt x="2559" y="1718"/>
                  </a:lnTo>
                  <a:lnTo>
                    <a:pt x="2660" y="1819"/>
                  </a:lnTo>
                  <a:lnTo>
                    <a:pt x="2694" y="1954"/>
                  </a:lnTo>
                  <a:lnTo>
                    <a:pt x="2728" y="2088"/>
                  </a:lnTo>
                  <a:lnTo>
                    <a:pt x="2694" y="2223"/>
                  </a:lnTo>
                  <a:lnTo>
                    <a:pt x="2660" y="2324"/>
                  </a:lnTo>
                  <a:lnTo>
                    <a:pt x="2559" y="2425"/>
                  </a:lnTo>
                  <a:lnTo>
                    <a:pt x="2425" y="2526"/>
                  </a:lnTo>
                  <a:lnTo>
                    <a:pt x="2357" y="2560"/>
                  </a:lnTo>
                  <a:lnTo>
                    <a:pt x="2324" y="2627"/>
                  </a:lnTo>
                  <a:lnTo>
                    <a:pt x="2290" y="2964"/>
                  </a:lnTo>
                  <a:lnTo>
                    <a:pt x="2256" y="3267"/>
                  </a:lnTo>
                  <a:lnTo>
                    <a:pt x="1819" y="3199"/>
                  </a:lnTo>
                  <a:lnTo>
                    <a:pt x="1819" y="2896"/>
                  </a:lnTo>
                  <a:lnTo>
                    <a:pt x="1920" y="2627"/>
                  </a:lnTo>
                  <a:lnTo>
                    <a:pt x="1920" y="2526"/>
                  </a:lnTo>
                  <a:lnTo>
                    <a:pt x="1886" y="2492"/>
                  </a:lnTo>
                  <a:lnTo>
                    <a:pt x="1852" y="2459"/>
                  </a:lnTo>
                  <a:lnTo>
                    <a:pt x="1718" y="2391"/>
                  </a:lnTo>
                  <a:lnTo>
                    <a:pt x="1617" y="2324"/>
                  </a:lnTo>
                  <a:lnTo>
                    <a:pt x="1549" y="2223"/>
                  </a:lnTo>
                  <a:lnTo>
                    <a:pt x="1549" y="2122"/>
                  </a:lnTo>
                  <a:lnTo>
                    <a:pt x="1549" y="1987"/>
                  </a:lnTo>
                  <a:lnTo>
                    <a:pt x="1583" y="1886"/>
                  </a:lnTo>
                  <a:lnTo>
                    <a:pt x="1650" y="1752"/>
                  </a:lnTo>
                  <a:lnTo>
                    <a:pt x="1751" y="1684"/>
                  </a:lnTo>
                  <a:lnTo>
                    <a:pt x="1920" y="1617"/>
                  </a:lnTo>
                  <a:lnTo>
                    <a:pt x="2054" y="1583"/>
                  </a:lnTo>
                  <a:lnTo>
                    <a:pt x="2391" y="1583"/>
                  </a:lnTo>
                  <a:close/>
                  <a:moveTo>
                    <a:pt x="775" y="270"/>
                  </a:moveTo>
                  <a:lnTo>
                    <a:pt x="1213" y="472"/>
                  </a:lnTo>
                  <a:lnTo>
                    <a:pt x="1650" y="607"/>
                  </a:lnTo>
                  <a:lnTo>
                    <a:pt x="2088" y="708"/>
                  </a:lnTo>
                  <a:lnTo>
                    <a:pt x="2559" y="775"/>
                  </a:lnTo>
                  <a:lnTo>
                    <a:pt x="3536" y="843"/>
                  </a:lnTo>
                  <a:lnTo>
                    <a:pt x="4445" y="910"/>
                  </a:lnTo>
                  <a:lnTo>
                    <a:pt x="4310" y="1213"/>
                  </a:lnTo>
                  <a:lnTo>
                    <a:pt x="4175" y="1516"/>
                  </a:lnTo>
                  <a:lnTo>
                    <a:pt x="4007" y="2156"/>
                  </a:lnTo>
                  <a:lnTo>
                    <a:pt x="3670" y="3469"/>
                  </a:lnTo>
                  <a:lnTo>
                    <a:pt x="3670" y="3502"/>
                  </a:lnTo>
                  <a:lnTo>
                    <a:pt x="3064" y="3368"/>
                  </a:lnTo>
                  <a:lnTo>
                    <a:pt x="2492" y="3300"/>
                  </a:lnTo>
                  <a:lnTo>
                    <a:pt x="2559" y="2997"/>
                  </a:lnTo>
                  <a:lnTo>
                    <a:pt x="2559" y="2728"/>
                  </a:lnTo>
                  <a:lnTo>
                    <a:pt x="2728" y="2593"/>
                  </a:lnTo>
                  <a:lnTo>
                    <a:pt x="2862" y="2425"/>
                  </a:lnTo>
                  <a:lnTo>
                    <a:pt x="2930" y="2257"/>
                  </a:lnTo>
                  <a:lnTo>
                    <a:pt x="2963" y="2088"/>
                  </a:lnTo>
                  <a:lnTo>
                    <a:pt x="2930" y="1886"/>
                  </a:lnTo>
                  <a:lnTo>
                    <a:pt x="2862" y="1718"/>
                  </a:lnTo>
                  <a:lnTo>
                    <a:pt x="2728" y="1550"/>
                  </a:lnTo>
                  <a:lnTo>
                    <a:pt x="2559" y="1449"/>
                  </a:lnTo>
                  <a:lnTo>
                    <a:pt x="2458" y="1415"/>
                  </a:lnTo>
                  <a:lnTo>
                    <a:pt x="2391" y="1482"/>
                  </a:lnTo>
                  <a:lnTo>
                    <a:pt x="2290" y="1415"/>
                  </a:lnTo>
                  <a:lnTo>
                    <a:pt x="2155" y="1381"/>
                  </a:lnTo>
                  <a:lnTo>
                    <a:pt x="2021" y="1381"/>
                  </a:lnTo>
                  <a:lnTo>
                    <a:pt x="1886" y="1415"/>
                  </a:lnTo>
                  <a:lnTo>
                    <a:pt x="1751" y="1449"/>
                  </a:lnTo>
                  <a:lnTo>
                    <a:pt x="1617" y="1550"/>
                  </a:lnTo>
                  <a:lnTo>
                    <a:pt x="1516" y="1617"/>
                  </a:lnTo>
                  <a:lnTo>
                    <a:pt x="1415" y="1752"/>
                  </a:lnTo>
                  <a:lnTo>
                    <a:pt x="1347" y="1853"/>
                  </a:lnTo>
                  <a:lnTo>
                    <a:pt x="1314" y="1987"/>
                  </a:lnTo>
                  <a:lnTo>
                    <a:pt x="1314" y="2122"/>
                  </a:lnTo>
                  <a:lnTo>
                    <a:pt x="1347" y="2257"/>
                  </a:lnTo>
                  <a:lnTo>
                    <a:pt x="1381" y="2358"/>
                  </a:lnTo>
                  <a:lnTo>
                    <a:pt x="1448" y="2459"/>
                  </a:lnTo>
                  <a:lnTo>
                    <a:pt x="1549" y="2560"/>
                  </a:lnTo>
                  <a:lnTo>
                    <a:pt x="1684" y="2627"/>
                  </a:lnTo>
                  <a:lnTo>
                    <a:pt x="1583" y="2896"/>
                  </a:lnTo>
                  <a:lnTo>
                    <a:pt x="1583" y="3166"/>
                  </a:lnTo>
                  <a:lnTo>
                    <a:pt x="876" y="3065"/>
                  </a:lnTo>
                  <a:lnTo>
                    <a:pt x="539" y="3031"/>
                  </a:lnTo>
                  <a:lnTo>
                    <a:pt x="202" y="3031"/>
                  </a:lnTo>
                  <a:lnTo>
                    <a:pt x="337" y="2358"/>
                  </a:lnTo>
                  <a:lnTo>
                    <a:pt x="505" y="1651"/>
                  </a:lnTo>
                  <a:lnTo>
                    <a:pt x="640" y="977"/>
                  </a:lnTo>
                  <a:lnTo>
                    <a:pt x="775" y="270"/>
                  </a:lnTo>
                  <a:close/>
                  <a:moveTo>
                    <a:pt x="741" y="1"/>
                  </a:moveTo>
                  <a:lnTo>
                    <a:pt x="707" y="68"/>
                  </a:lnTo>
                  <a:lnTo>
                    <a:pt x="472" y="775"/>
                  </a:lnTo>
                  <a:lnTo>
                    <a:pt x="270" y="1516"/>
                  </a:lnTo>
                  <a:lnTo>
                    <a:pt x="101" y="2290"/>
                  </a:lnTo>
                  <a:lnTo>
                    <a:pt x="0" y="3031"/>
                  </a:lnTo>
                  <a:lnTo>
                    <a:pt x="0" y="3098"/>
                  </a:lnTo>
                  <a:lnTo>
                    <a:pt x="34" y="3132"/>
                  </a:lnTo>
                  <a:lnTo>
                    <a:pt x="101" y="3132"/>
                  </a:lnTo>
                  <a:lnTo>
                    <a:pt x="573" y="3267"/>
                  </a:lnTo>
                  <a:lnTo>
                    <a:pt x="1044" y="3368"/>
                  </a:lnTo>
                  <a:lnTo>
                    <a:pt x="2021" y="3502"/>
                  </a:lnTo>
                  <a:lnTo>
                    <a:pt x="2997" y="3603"/>
                  </a:lnTo>
                  <a:lnTo>
                    <a:pt x="3468" y="3704"/>
                  </a:lnTo>
                  <a:lnTo>
                    <a:pt x="3940" y="3772"/>
                  </a:lnTo>
                  <a:lnTo>
                    <a:pt x="4041" y="3772"/>
                  </a:lnTo>
                  <a:lnTo>
                    <a:pt x="4108" y="3704"/>
                  </a:lnTo>
                  <a:lnTo>
                    <a:pt x="4074" y="3603"/>
                  </a:lnTo>
                  <a:lnTo>
                    <a:pt x="4074" y="3570"/>
                  </a:lnTo>
                  <a:lnTo>
                    <a:pt x="4007" y="3570"/>
                  </a:lnTo>
                  <a:lnTo>
                    <a:pt x="3906" y="3536"/>
                  </a:lnTo>
                  <a:lnTo>
                    <a:pt x="3906" y="3502"/>
                  </a:lnTo>
                  <a:lnTo>
                    <a:pt x="4310" y="2122"/>
                  </a:lnTo>
                  <a:lnTo>
                    <a:pt x="4478" y="1415"/>
                  </a:lnTo>
                  <a:lnTo>
                    <a:pt x="4546" y="1078"/>
                  </a:lnTo>
                  <a:lnTo>
                    <a:pt x="4579" y="708"/>
                  </a:lnTo>
                  <a:lnTo>
                    <a:pt x="4546" y="674"/>
                  </a:lnTo>
                  <a:lnTo>
                    <a:pt x="4546" y="708"/>
                  </a:lnTo>
                  <a:lnTo>
                    <a:pt x="4512" y="742"/>
                  </a:lnTo>
                  <a:lnTo>
                    <a:pt x="4478" y="742"/>
                  </a:lnTo>
                  <a:lnTo>
                    <a:pt x="4074" y="607"/>
                  </a:lnTo>
                  <a:lnTo>
                    <a:pt x="3637" y="573"/>
                  </a:lnTo>
                  <a:lnTo>
                    <a:pt x="2761" y="506"/>
                  </a:lnTo>
                  <a:lnTo>
                    <a:pt x="2256" y="472"/>
                  </a:lnTo>
                  <a:lnTo>
                    <a:pt x="1785" y="371"/>
                  </a:lnTo>
                  <a:lnTo>
                    <a:pt x="808" y="102"/>
                  </a:lnTo>
                  <a:lnTo>
                    <a:pt x="808" y="35"/>
                  </a:lnTo>
                  <a:lnTo>
                    <a:pt x="775" y="1"/>
                  </a:lnTo>
                  <a:lnTo>
                    <a:pt x="74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1" name="Google Shape;68;p2"/>
            <p:cNvSpPr>
              <a:spLocks/>
            </p:cNvSpPr>
            <p:nvPr/>
          </p:nvSpPr>
          <p:spPr bwMode="auto">
            <a:xfrm>
              <a:off x="1635827" y="2130123"/>
              <a:ext cx="89036" cy="100169"/>
            </a:xfrm>
            <a:custGeom>
              <a:avLst/>
              <a:gdLst>
                <a:gd name="T0" fmla="*/ 55656 w 1347"/>
                <a:gd name="T1" fmla="*/ 15594 h 1516"/>
                <a:gd name="T2" fmla="*/ 60084 w 1347"/>
                <a:gd name="T3" fmla="*/ 17840 h 1516"/>
                <a:gd name="T4" fmla="*/ 69008 w 1347"/>
                <a:gd name="T5" fmla="*/ 22267 h 1516"/>
                <a:gd name="T6" fmla="*/ 73437 w 1347"/>
                <a:gd name="T7" fmla="*/ 31187 h 1516"/>
                <a:gd name="T8" fmla="*/ 75684 w 1347"/>
                <a:gd name="T9" fmla="*/ 37861 h 1516"/>
                <a:gd name="T10" fmla="*/ 75684 w 1347"/>
                <a:gd name="T11" fmla="*/ 46781 h 1516"/>
                <a:gd name="T12" fmla="*/ 75684 w 1347"/>
                <a:gd name="T13" fmla="*/ 55635 h 1516"/>
                <a:gd name="T14" fmla="*/ 73437 w 1347"/>
                <a:gd name="T15" fmla="*/ 62308 h 1516"/>
                <a:gd name="T16" fmla="*/ 69008 w 1347"/>
                <a:gd name="T17" fmla="*/ 68982 h 1516"/>
                <a:gd name="T18" fmla="*/ 64513 w 1347"/>
                <a:gd name="T19" fmla="*/ 75655 h 1516"/>
                <a:gd name="T20" fmla="*/ 57837 w 1347"/>
                <a:gd name="T21" fmla="*/ 80148 h 1516"/>
                <a:gd name="T22" fmla="*/ 51161 w 1347"/>
                <a:gd name="T23" fmla="*/ 82329 h 1516"/>
                <a:gd name="T24" fmla="*/ 42304 w 1347"/>
                <a:gd name="T25" fmla="*/ 84575 h 1516"/>
                <a:gd name="T26" fmla="*/ 33380 w 1347"/>
                <a:gd name="T27" fmla="*/ 84575 h 1516"/>
                <a:gd name="T28" fmla="*/ 26704 w 1347"/>
                <a:gd name="T29" fmla="*/ 80148 h 1516"/>
                <a:gd name="T30" fmla="*/ 20028 w 1347"/>
                <a:gd name="T31" fmla="*/ 75655 h 1516"/>
                <a:gd name="T32" fmla="*/ 15599 w 1347"/>
                <a:gd name="T33" fmla="*/ 71228 h 1516"/>
                <a:gd name="T34" fmla="*/ 13352 w 1347"/>
                <a:gd name="T35" fmla="*/ 62308 h 1516"/>
                <a:gd name="T36" fmla="*/ 13352 w 1347"/>
                <a:gd name="T37" fmla="*/ 46781 h 1516"/>
                <a:gd name="T38" fmla="*/ 15599 w 1347"/>
                <a:gd name="T39" fmla="*/ 31187 h 1516"/>
                <a:gd name="T40" fmla="*/ 17781 w 1347"/>
                <a:gd name="T41" fmla="*/ 24514 h 1516"/>
                <a:gd name="T42" fmla="*/ 22276 w 1347"/>
                <a:gd name="T43" fmla="*/ 20087 h 1516"/>
                <a:gd name="T44" fmla="*/ 26704 w 1347"/>
                <a:gd name="T45" fmla="*/ 17840 h 1516"/>
                <a:gd name="T46" fmla="*/ 33380 w 1347"/>
                <a:gd name="T47" fmla="*/ 15594 h 1516"/>
                <a:gd name="T48" fmla="*/ 55656 w 1347"/>
                <a:gd name="T49" fmla="*/ 15594 h 1516"/>
                <a:gd name="T50" fmla="*/ 48980 w 1347"/>
                <a:gd name="T51" fmla="*/ 66 h 1516"/>
                <a:gd name="T52" fmla="*/ 40056 w 1347"/>
                <a:gd name="T53" fmla="*/ 2247 h 1516"/>
                <a:gd name="T54" fmla="*/ 28952 w 1347"/>
                <a:gd name="T55" fmla="*/ 4493 h 1516"/>
                <a:gd name="T56" fmla="*/ 20028 w 1347"/>
                <a:gd name="T57" fmla="*/ 8920 h 1516"/>
                <a:gd name="T58" fmla="*/ 11105 w 1347"/>
                <a:gd name="T59" fmla="*/ 15594 h 1516"/>
                <a:gd name="T60" fmla="*/ 6676 w 1347"/>
                <a:gd name="T61" fmla="*/ 24514 h 1516"/>
                <a:gd name="T62" fmla="*/ 2247 w 1347"/>
                <a:gd name="T63" fmla="*/ 35614 h 1516"/>
                <a:gd name="T64" fmla="*/ 0 w 1347"/>
                <a:gd name="T65" fmla="*/ 46781 h 1516"/>
                <a:gd name="T66" fmla="*/ 0 w 1347"/>
                <a:gd name="T67" fmla="*/ 57881 h 1516"/>
                <a:gd name="T68" fmla="*/ 2247 w 1347"/>
                <a:gd name="T69" fmla="*/ 68982 h 1516"/>
                <a:gd name="T70" fmla="*/ 6676 w 1347"/>
                <a:gd name="T71" fmla="*/ 80148 h 1516"/>
                <a:gd name="T72" fmla="*/ 13352 w 1347"/>
                <a:gd name="T73" fmla="*/ 86822 h 1516"/>
                <a:gd name="T74" fmla="*/ 22276 w 1347"/>
                <a:gd name="T75" fmla="*/ 93495 h 1516"/>
                <a:gd name="T76" fmla="*/ 35628 w 1347"/>
                <a:gd name="T77" fmla="*/ 97922 h 1516"/>
                <a:gd name="T78" fmla="*/ 46732 w 1347"/>
                <a:gd name="T79" fmla="*/ 100169 h 1516"/>
                <a:gd name="T80" fmla="*/ 55656 w 1347"/>
                <a:gd name="T81" fmla="*/ 95676 h 1516"/>
                <a:gd name="T82" fmla="*/ 64513 w 1347"/>
                <a:gd name="T83" fmla="*/ 91249 h 1516"/>
                <a:gd name="T84" fmla="*/ 73437 w 1347"/>
                <a:gd name="T85" fmla="*/ 84575 h 1516"/>
                <a:gd name="T86" fmla="*/ 80113 w 1347"/>
                <a:gd name="T87" fmla="*/ 77902 h 1516"/>
                <a:gd name="T88" fmla="*/ 84541 w 1347"/>
                <a:gd name="T89" fmla="*/ 66801 h 1516"/>
                <a:gd name="T90" fmla="*/ 89036 w 1347"/>
                <a:gd name="T91" fmla="*/ 57881 h 1516"/>
                <a:gd name="T92" fmla="*/ 89036 w 1347"/>
                <a:gd name="T93" fmla="*/ 46781 h 1516"/>
                <a:gd name="T94" fmla="*/ 89036 w 1347"/>
                <a:gd name="T95" fmla="*/ 37861 h 1516"/>
                <a:gd name="T96" fmla="*/ 86789 w 1347"/>
                <a:gd name="T97" fmla="*/ 28941 h 1516"/>
                <a:gd name="T98" fmla="*/ 80113 w 1347"/>
                <a:gd name="T99" fmla="*/ 20087 h 1516"/>
                <a:gd name="T100" fmla="*/ 73437 w 1347"/>
                <a:gd name="T101" fmla="*/ 11167 h 1516"/>
                <a:gd name="T102" fmla="*/ 66760 w 1347"/>
                <a:gd name="T103" fmla="*/ 6740 h 1516"/>
                <a:gd name="T104" fmla="*/ 57837 w 1347"/>
                <a:gd name="T105" fmla="*/ 2247 h 1516"/>
                <a:gd name="T106" fmla="*/ 48980 w 1347"/>
                <a:gd name="T107" fmla="*/ 66 h 151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347" h="1516" extrusionOk="0">
                  <a:moveTo>
                    <a:pt x="842" y="236"/>
                  </a:moveTo>
                  <a:lnTo>
                    <a:pt x="909" y="270"/>
                  </a:lnTo>
                  <a:lnTo>
                    <a:pt x="1044" y="337"/>
                  </a:lnTo>
                  <a:lnTo>
                    <a:pt x="1111" y="472"/>
                  </a:lnTo>
                  <a:lnTo>
                    <a:pt x="1145" y="573"/>
                  </a:lnTo>
                  <a:lnTo>
                    <a:pt x="1145" y="708"/>
                  </a:lnTo>
                  <a:lnTo>
                    <a:pt x="1145" y="842"/>
                  </a:lnTo>
                  <a:lnTo>
                    <a:pt x="1111" y="943"/>
                  </a:lnTo>
                  <a:lnTo>
                    <a:pt x="1044" y="1044"/>
                  </a:lnTo>
                  <a:lnTo>
                    <a:pt x="976" y="1145"/>
                  </a:lnTo>
                  <a:lnTo>
                    <a:pt x="875" y="1213"/>
                  </a:lnTo>
                  <a:lnTo>
                    <a:pt x="774" y="1246"/>
                  </a:lnTo>
                  <a:lnTo>
                    <a:pt x="640" y="1280"/>
                  </a:lnTo>
                  <a:lnTo>
                    <a:pt x="505" y="1280"/>
                  </a:lnTo>
                  <a:lnTo>
                    <a:pt x="404" y="1213"/>
                  </a:lnTo>
                  <a:lnTo>
                    <a:pt x="303" y="1145"/>
                  </a:lnTo>
                  <a:lnTo>
                    <a:pt x="236" y="1078"/>
                  </a:lnTo>
                  <a:lnTo>
                    <a:pt x="202" y="943"/>
                  </a:lnTo>
                  <a:lnTo>
                    <a:pt x="202" y="708"/>
                  </a:lnTo>
                  <a:lnTo>
                    <a:pt x="236" y="472"/>
                  </a:lnTo>
                  <a:lnTo>
                    <a:pt x="269" y="371"/>
                  </a:lnTo>
                  <a:lnTo>
                    <a:pt x="337" y="304"/>
                  </a:lnTo>
                  <a:lnTo>
                    <a:pt x="404" y="270"/>
                  </a:lnTo>
                  <a:lnTo>
                    <a:pt x="505" y="236"/>
                  </a:lnTo>
                  <a:lnTo>
                    <a:pt x="842" y="236"/>
                  </a:lnTo>
                  <a:close/>
                  <a:moveTo>
                    <a:pt x="741" y="1"/>
                  </a:moveTo>
                  <a:lnTo>
                    <a:pt x="606" y="34"/>
                  </a:lnTo>
                  <a:lnTo>
                    <a:pt x="438" y="68"/>
                  </a:lnTo>
                  <a:lnTo>
                    <a:pt x="303" y="135"/>
                  </a:lnTo>
                  <a:lnTo>
                    <a:pt x="168" y="236"/>
                  </a:lnTo>
                  <a:lnTo>
                    <a:pt x="101" y="371"/>
                  </a:lnTo>
                  <a:lnTo>
                    <a:pt x="34" y="539"/>
                  </a:lnTo>
                  <a:lnTo>
                    <a:pt x="0" y="708"/>
                  </a:lnTo>
                  <a:lnTo>
                    <a:pt x="0" y="876"/>
                  </a:lnTo>
                  <a:lnTo>
                    <a:pt x="34" y="1044"/>
                  </a:lnTo>
                  <a:lnTo>
                    <a:pt x="101" y="1213"/>
                  </a:lnTo>
                  <a:lnTo>
                    <a:pt x="202" y="1314"/>
                  </a:lnTo>
                  <a:lnTo>
                    <a:pt x="337" y="1415"/>
                  </a:lnTo>
                  <a:lnTo>
                    <a:pt x="539" y="1482"/>
                  </a:lnTo>
                  <a:lnTo>
                    <a:pt x="707" y="1516"/>
                  </a:lnTo>
                  <a:lnTo>
                    <a:pt x="842" y="1448"/>
                  </a:lnTo>
                  <a:lnTo>
                    <a:pt x="976" y="1381"/>
                  </a:lnTo>
                  <a:lnTo>
                    <a:pt x="1111" y="1280"/>
                  </a:lnTo>
                  <a:lnTo>
                    <a:pt x="1212" y="1179"/>
                  </a:lnTo>
                  <a:lnTo>
                    <a:pt x="1279" y="1011"/>
                  </a:lnTo>
                  <a:lnTo>
                    <a:pt x="1347" y="876"/>
                  </a:lnTo>
                  <a:lnTo>
                    <a:pt x="1347" y="708"/>
                  </a:lnTo>
                  <a:lnTo>
                    <a:pt x="1347" y="573"/>
                  </a:lnTo>
                  <a:lnTo>
                    <a:pt x="1313" y="438"/>
                  </a:lnTo>
                  <a:lnTo>
                    <a:pt x="1212" y="304"/>
                  </a:lnTo>
                  <a:lnTo>
                    <a:pt x="1111" y="169"/>
                  </a:lnTo>
                  <a:lnTo>
                    <a:pt x="1010" y="102"/>
                  </a:lnTo>
                  <a:lnTo>
                    <a:pt x="875" y="34"/>
                  </a:lnTo>
                  <a:lnTo>
                    <a:pt x="74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2" name="Google Shape;69;p2"/>
            <p:cNvSpPr>
              <a:spLocks/>
            </p:cNvSpPr>
            <p:nvPr/>
          </p:nvSpPr>
          <p:spPr bwMode="auto">
            <a:xfrm>
              <a:off x="871068" y="1983845"/>
              <a:ext cx="38158" cy="36570"/>
            </a:xfrm>
            <a:custGeom>
              <a:avLst/>
              <a:gdLst>
                <a:gd name="T0" fmla="*/ 15716 w 573"/>
                <a:gd name="T1" fmla="*/ 0 h 539"/>
                <a:gd name="T2" fmla="*/ 11254 w 573"/>
                <a:gd name="T3" fmla="*/ 2307 h 539"/>
                <a:gd name="T4" fmla="*/ 6793 w 573"/>
                <a:gd name="T5" fmla="*/ 4614 h 539"/>
                <a:gd name="T6" fmla="*/ 4528 w 573"/>
                <a:gd name="T7" fmla="*/ 6853 h 539"/>
                <a:gd name="T8" fmla="*/ 2264 w 573"/>
                <a:gd name="T9" fmla="*/ 11466 h 539"/>
                <a:gd name="T10" fmla="*/ 2264 w 573"/>
                <a:gd name="T11" fmla="*/ 16012 h 539"/>
                <a:gd name="T12" fmla="*/ 67 w 573"/>
                <a:gd name="T13" fmla="*/ 20558 h 539"/>
                <a:gd name="T14" fmla="*/ 67 w 573"/>
                <a:gd name="T15" fmla="*/ 25172 h 539"/>
                <a:gd name="T16" fmla="*/ 67 w 573"/>
                <a:gd name="T17" fmla="*/ 29717 h 539"/>
                <a:gd name="T18" fmla="*/ 6793 w 573"/>
                <a:gd name="T19" fmla="*/ 34263 h 539"/>
                <a:gd name="T20" fmla="*/ 15716 w 573"/>
                <a:gd name="T21" fmla="*/ 36570 h 539"/>
                <a:gd name="T22" fmla="*/ 29168 w 573"/>
                <a:gd name="T23" fmla="*/ 36570 h 539"/>
                <a:gd name="T24" fmla="*/ 33696 w 573"/>
                <a:gd name="T25" fmla="*/ 34263 h 539"/>
                <a:gd name="T26" fmla="*/ 35894 w 573"/>
                <a:gd name="T27" fmla="*/ 32024 h 539"/>
                <a:gd name="T28" fmla="*/ 38158 w 573"/>
                <a:gd name="T29" fmla="*/ 27411 h 539"/>
                <a:gd name="T30" fmla="*/ 35894 w 573"/>
                <a:gd name="T31" fmla="*/ 18319 h 539"/>
                <a:gd name="T32" fmla="*/ 33696 w 573"/>
                <a:gd name="T33" fmla="*/ 9159 h 539"/>
                <a:gd name="T34" fmla="*/ 26970 w 573"/>
                <a:gd name="T35" fmla="*/ 2307 h 539"/>
                <a:gd name="T36" fmla="*/ 22442 w 573"/>
                <a:gd name="T37" fmla="*/ 0 h 539"/>
                <a:gd name="T38" fmla="*/ 15716 w 573"/>
                <a:gd name="T39" fmla="*/ 0 h 5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73" h="539" extrusionOk="0">
                  <a:moveTo>
                    <a:pt x="236" y="0"/>
                  </a:moveTo>
                  <a:lnTo>
                    <a:pt x="169" y="34"/>
                  </a:lnTo>
                  <a:lnTo>
                    <a:pt x="102" y="68"/>
                  </a:lnTo>
                  <a:lnTo>
                    <a:pt x="68" y="101"/>
                  </a:lnTo>
                  <a:lnTo>
                    <a:pt x="34" y="169"/>
                  </a:lnTo>
                  <a:lnTo>
                    <a:pt x="34" y="236"/>
                  </a:lnTo>
                  <a:lnTo>
                    <a:pt x="1" y="303"/>
                  </a:lnTo>
                  <a:lnTo>
                    <a:pt x="1" y="371"/>
                  </a:lnTo>
                  <a:lnTo>
                    <a:pt x="1" y="438"/>
                  </a:lnTo>
                  <a:lnTo>
                    <a:pt x="102" y="505"/>
                  </a:lnTo>
                  <a:lnTo>
                    <a:pt x="236" y="539"/>
                  </a:lnTo>
                  <a:lnTo>
                    <a:pt x="438" y="539"/>
                  </a:lnTo>
                  <a:lnTo>
                    <a:pt x="506" y="505"/>
                  </a:lnTo>
                  <a:lnTo>
                    <a:pt x="539" y="472"/>
                  </a:lnTo>
                  <a:lnTo>
                    <a:pt x="573" y="404"/>
                  </a:lnTo>
                  <a:lnTo>
                    <a:pt x="539" y="270"/>
                  </a:lnTo>
                  <a:lnTo>
                    <a:pt x="506" y="135"/>
                  </a:lnTo>
                  <a:lnTo>
                    <a:pt x="405" y="34"/>
                  </a:lnTo>
                  <a:lnTo>
                    <a:pt x="337" y="0"/>
                  </a:lnTo>
                  <a:lnTo>
                    <a:pt x="23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3" name="Google Shape;70;p2"/>
            <p:cNvSpPr>
              <a:spLocks/>
            </p:cNvSpPr>
            <p:nvPr/>
          </p:nvSpPr>
          <p:spPr bwMode="auto">
            <a:xfrm>
              <a:off x="370240" y="1764430"/>
              <a:ext cx="265518" cy="257575"/>
            </a:xfrm>
            <a:custGeom>
              <a:avLst/>
              <a:gdLst>
                <a:gd name="T0" fmla="*/ 158397 w 4008"/>
                <a:gd name="T1" fmla="*/ 20218 h 3873"/>
                <a:gd name="T2" fmla="*/ 194104 w 4008"/>
                <a:gd name="T3" fmla="*/ 31390 h 3873"/>
                <a:gd name="T4" fmla="*/ 223120 w 4008"/>
                <a:gd name="T5" fmla="*/ 56064 h 3873"/>
                <a:gd name="T6" fmla="*/ 243193 w 4008"/>
                <a:gd name="T7" fmla="*/ 85127 h 3873"/>
                <a:gd name="T8" fmla="*/ 249884 w 4008"/>
                <a:gd name="T9" fmla="*/ 107539 h 3873"/>
                <a:gd name="T10" fmla="*/ 249884 w 4008"/>
                <a:gd name="T11" fmla="*/ 132146 h 3873"/>
                <a:gd name="T12" fmla="*/ 240940 w 4008"/>
                <a:gd name="T13" fmla="*/ 165731 h 3873"/>
                <a:gd name="T14" fmla="*/ 214177 w 4008"/>
                <a:gd name="T15" fmla="*/ 206033 h 3873"/>
                <a:gd name="T16" fmla="*/ 174031 w 4008"/>
                <a:gd name="T17" fmla="*/ 232902 h 3873"/>
                <a:gd name="T18" fmla="*/ 131633 w 4008"/>
                <a:gd name="T19" fmla="*/ 239619 h 3873"/>
                <a:gd name="T20" fmla="*/ 89301 w 4008"/>
                <a:gd name="T21" fmla="*/ 237424 h 3873"/>
                <a:gd name="T22" fmla="*/ 62537 w 4008"/>
                <a:gd name="T23" fmla="*/ 228446 h 3873"/>
                <a:gd name="T24" fmla="*/ 42464 w 4008"/>
                <a:gd name="T25" fmla="*/ 212750 h 3873"/>
                <a:gd name="T26" fmla="*/ 26830 w 4008"/>
                <a:gd name="T27" fmla="*/ 190405 h 3873"/>
                <a:gd name="T28" fmla="*/ 17887 w 4008"/>
                <a:gd name="T29" fmla="*/ 163537 h 3873"/>
                <a:gd name="T30" fmla="*/ 15701 w 4008"/>
                <a:gd name="T31" fmla="*/ 118712 h 3873"/>
                <a:gd name="T32" fmla="*/ 29082 w 4008"/>
                <a:gd name="T33" fmla="*/ 76215 h 3873"/>
                <a:gd name="T34" fmla="*/ 55846 w 4008"/>
                <a:gd name="T35" fmla="*/ 44825 h 3873"/>
                <a:gd name="T36" fmla="*/ 93740 w 4008"/>
                <a:gd name="T37" fmla="*/ 22479 h 3873"/>
                <a:gd name="T38" fmla="*/ 118251 w 4008"/>
                <a:gd name="T39" fmla="*/ 20218 h 3873"/>
                <a:gd name="T40" fmla="*/ 131633 w 4008"/>
                <a:gd name="T41" fmla="*/ 67 h 3873"/>
                <a:gd name="T42" fmla="*/ 95992 w 4008"/>
                <a:gd name="T43" fmla="*/ 4522 h 3873"/>
                <a:gd name="T44" fmla="*/ 73667 w 4008"/>
                <a:gd name="T45" fmla="*/ 13501 h 3873"/>
                <a:gd name="T46" fmla="*/ 51341 w 4008"/>
                <a:gd name="T47" fmla="*/ 26935 h 3873"/>
                <a:gd name="T48" fmla="*/ 26830 w 4008"/>
                <a:gd name="T49" fmla="*/ 53803 h 3873"/>
                <a:gd name="T50" fmla="*/ 4505 w 4008"/>
                <a:gd name="T51" fmla="*/ 98561 h 3873"/>
                <a:gd name="T52" fmla="*/ 66 w 4008"/>
                <a:gd name="T53" fmla="*/ 152297 h 3873"/>
                <a:gd name="T54" fmla="*/ 4505 w 4008"/>
                <a:gd name="T55" fmla="*/ 183688 h 3873"/>
                <a:gd name="T56" fmla="*/ 15701 w 4008"/>
                <a:gd name="T57" fmla="*/ 210556 h 3873"/>
                <a:gd name="T58" fmla="*/ 33521 w 4008"/>
                <a:gd name="T59" fmla="*/ 228446 h 3873"/>
                <a:gd name="T60" fmla="*/ 55846 w 4008"/>
                <a:gd name="T61" fmla="*/ 244141 h 3873"/>
                <a:gd name="T62" fmla="*/ 80358 w 4008"/>
                <a:gd name="T63" fmla="*/ 253053 h 3873"/>
                <a:gd name="T64" fmla="*/ 136138 w 4008"/>
                <a:gd name="T65" fmla="*/ 257575 h 3873"/>
                <a:gd name="T66" fmla="*/ 180722 w 4008"/>
                <a:gd name="T67" fmla="*/ 250858 h 3873"/>
                <a:gd name="T68" fmla="*/ 207486 w 4008"/>
                <a:gd name="T69" fmla="*/ 237424 h 3873"/>
                <a:gd name="T70" fmla="*/ 227558 w 4008"/>
                <a:gd name="T71" fmla="*/ 219467 h 3873"/>
                <a:gd name="T72" fmla="*/ 245379 w 4008"/>
                <a:gd name="T73" fmla="*/ 199316 h 3873"/>
                <a:gd name="T74" fmla="*/ 256575 w 4008"/>
                <a:gd name="T75" fmla="*/ 174709 h 3873"/>
                <a:gd name="T76" fmla="*/ 263266 w 4008"/>
                <a:gd name="T77" fmla="*/ 147841 h 3873"/>
                <a:gd name="T78" fmla="*/ 265452 w 4008"/>
                <a:gd name="T79" fmla="*/ 118712 h 3873"/>
                <a:gd name="T80" fmla="*/ 261013 w 4008"/>
                <a:gd name="T81" fmla="*/ 91844 h 3873"/>
                <a:gd name="T82" fmla="*/ 247631 w 4008"/>
                <a:gd name="T83" fmla="*/ 58259 h 3873"/>
                <a:gd name="T84" fmla="*/ 216429 w 4008"/>
                <a:gd name="T85" fmla="*/ 24673 h 3873"/>
                <a:gd name="T86" fmla="*/ 176283 w 4008"/>
                <a:gd name="T87" fmla="*/ 4522 h 3873"/>
                <a:gd name="T88" fmla="*/ 131633 w 4008"/>
                <a:gd name="T89" fmla="*/ 67 h 387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008" h="3873" extrusionOk="0">
                  <a:moveTo>
                    <a:pt x="2088" y="270"/>
                  </a:moveTo>
                  <a:lnTo>
                    <a:pt x="2391" y="304"/>
                  </a:lnTo>
                  <a:lnTo>
                    <a:pt x="2661" y="371"/>
                  </a:lnTo>
                  <a:lnTo>
                    <a:pt x="2930" y="472"/>
                  </a:lnTo>
                  <a:lnTo>
                    <a:pt x="3166" y="641"/>
                  </a:lnTo>
                  <a:lnTo>
                    <a:pt x="3368" y="843"/>
                  </a:lnTo>
                  <a:lnTo>
                    <a:pt x="3570" y="1112"/>
                  </a:lnTo>
                  <a:lnTo>
                    <a:pt x="3671" y="1280"/>
                  </a:lnTo>
                  <a:lnTo>
                    <a:pt x="3738" y="1449"/>
                  </a:lnTo>
                  <a:lnTo>
                    <a:pt x="3772" y="1617"/>
                  </a:lnTo>
                  <a:lnTo>
                    <a:pt x="3805" y="1819"/>
                  </a:lnTo>
                  <a:lnTo>
                    <a:pt x="3772" y="1987"/>
                  </a:lnTo>
                  <a:lnTo>
                    <a:pt x="3772" y="2156"/>
                  </a:lnTo>
                  <a:lnTo>
                    <a:pt x="3637" y="2492"/>
                  </a:lnTo>
                  <a:lnTo>
                    <a:pt x="3469" y="2829"/>
                  </a:lnTo>
                  <a:lnTo>
                    <a:pt x="3233" y="3098"/>
                  </a:lnTo>
                  <a:lnTo>
                    <a:pt x="2964" y="3334"/>
                  </a:lnTo>
                  <a:lnTo>
                    <a:pt x="2627" y="3502"/>
                  </a:lnTo>
                  <a:lnTo>
                    <a:pt x="2324" y="3570"/>
                  </a:lnTo>
                  <a:lnTo>
                    <a:pt x="1987" y="3603"/>
                  </a:lnTo>
                  <a:lnTo>
                    <a:pt x="1651" y="3603"/>
                  </a:lnTo>
                  <a:lnTo>
                    <a:pt x="1348" y="3570"/>
                  </a:lnTo>
                  <a:lnTo>
                    <a:pt x="1112" y="3502"/>
                  </a:lnTo>
                  <a:lnTo>
                    <a:pt x="944" y="3435"/>
                  </a:lnTo>
                  <a:lnTo>
                    <a:pt x="775" y="3334"/>
                  </a:lnTo>
                  <a:lnTo>
                    <a:pt x="641" y="3199"/>
                  </a:lnTo>
                  <a:lnTo>
                    <a:pt x="506" y="3031"/>
                  </a:lnTo>
                  <a:lnTo>
                    <a:pt x="405" y="2863"/>
                  </a:lnTo>
                  <a:lnTo>
                    <a:pt x="338" y="2694"/>
                  </a:lnTo>
                  <a:lnTo>
                    <a:pt x="270" y="2459"/>
                  </a:lnTo>
                  <a:lnTo>
                    <a:pt x="237" y="2122"/>
                  </a:lnTo>
                  <a:lnTo>
                    <a:pt x="237" y="1785"/>
                  </a:lnTo>
                  <a:lnTo>
                    <a:pt x="338" y="1449"/>
                  </a:lnTo>
                  <a:lnTo>
                    <a:pt x="439" y="1146"/>
                  </a:lnTo>
                  <a:lnTo>
                    <a:pt x="641" y="876"/>
                  </a:lnTo>
                  <a:lnTo>
                    <a:pt x="843" y="674"/>
                  </a:lnTo>
                  <a:lnTo>
                    <a:pt x="1112" y="472"/>
                  </a:lnTo>
                  <a:lnTo>
                    <a:pt x="1415" y="338"/>
                  </a:lnTo>
                  <a:lnTo>
                    <a:pt x="1482" y="338"/>
                  </a:lnTo>
                  <a:lnTo>
                    <a:pt x="1785" y="304"/>
                  </a:lnTo>
                  <a:lnTo>
                    <a:pt x="2088" y="270"/>
                  </a:lnTo>
                  <a:close/>
                  <a:moveTo>
                    <a:pt x="1987" y="1"/>
                  </a:moveTo>
                  <a:lnTo>
                    <a:pt x="1651" y="35"/>
                  </a:lnTo>
                  <a:lnTo>
                    <a:pt x="1449" y="68"/>
                  </a:lnTo>
                  <a:lnTo>
                    <a:pt x="1280" y="136"/>
                  </a:lnTo>
                  <a:lnTo>
                    <a:pt x="1112" y="203"/>
                  </a:lnTo>
                  <a:lnTo>
                    <a:pt x="944" y="270"/>
                  </a:lnTo>
                  <a:lnTo>
                    <a:pt x="775" y="405"/>
                  </a:lnTo>
                  <a:lnTo>
                    <a:pt x="641" y="506"/>
                  </a:lnTo>
                  <a:lnTo>
                    <a:pt x="405" y="809"/>
                  </a:lnTo>
                  <a:lnTo>
                    <a:pt x="203" y="1112"/>
                  </a:lnTo>
                  <a:lnTo>
                    <a:pt x="68" y="1482"/>
                  </a:lnTo>
                  <a:lnTo>
                    <a:pt x="1" y="1886"/>
                  </a:lnTo>
                  <a:lnTo>
                    <a:pt x="1" y="2290"/>
                  </a:lnTo>
                  <a:lnTo>
                    <a:pt x="35" y="2526"/>
                  </a:lnTo>
                  <a:lnTo>
                    <a:pt x="68" y="2762"/>
                  </a:lnTo>
                  <a:lnTo>
                    <a:pt x="136" y="2964"/>
                  </a:lnTo>
                  <a:lnTo>
                    <a:pt x="237" y="3166"/>
                  </a:lnTo>
                  <a:lnTo>
                    <a:pt x="371" y="3300"/>
                  </a:lnTo>
                  <a:lnTo>
                    <a:pt x="506" y="3435"/>
                  </a:lnTo>
                  <a:lnTo>
                    <a:pt x="674" y="3570"/>
                  </a:lnTo>
                  <a:lnTo>
                    <a:pt x="843" y="3671"/>
                  </a:lnTo>
                  <a:lnTo>
                    <a:pt x="1011" y="3738"/>
                  </a:lnTo>
                  <a:lnTo>
                    <a:pt x="1213" y="3805"/>
                  </a:lnTo>
                  <a:lnTo>
                    <a:pt x="1617" y="3873"/>
                  </a:lnTo>
                  <a:lnTo>
                    <a:pt x="2055" y="3873"/>
                  </a:lnTo>
                  <a:lnTo>
                    <a:pt x="2526" y="3805"/>
                  </a:lnTo>
                  <a:lnTo>
                    <a:pt x="2728" y="3772"/>
                  </a:lnTo>
                  <a:lnTo>
                    <a:pt x="2930" y="3671"/>
                  </a:lnTo>
                  <a:lnTo>
                    <a:pt x="3132" y="3570"/>
                  </a:lnTo>
                  <a:lnTo>
                    <a:pt x="3300" y="3469"/>
                  </a:lnTo>
                  <a:lnTo>
                    <a:pt x="3435" y="3300"/>
                  </a:lnTo>
                  <a:lnTo>
                    <a:pt x="3570" y="3166"/>
                  </a:lnTo>
                  <a:lnTo>
                    <a:pt x="3704" y="2997"/>
                  </a:lnTo>
                  <a:lnTo>
                    <a:pt x="3805" y="2795"/>
                  </a:lnTo>
                  <a:lnTo>
                    <a:pt x="3873" y="2627"/>
                  </a:lnTo>
                  <a:lnTo>
                    <a:pt x="3940" y="2425"/>
                  </a:lnTo>
                  <a:lnTo>
                    <a:pt x="3974" y="2223"/>
                  </a:lnTo>
                  <a:lnTo>
                    <a:pt x="4007" y="2021"/>
                  </a:lnTo>
                  <a:lnTo>
                    <a:pt x="4007" y="1785"/>
                  </a:lnTo>
                  <a:lnTo>
                    <a:pt x="3974" y="1583"/>
                  </a:lnTo>
                  <a:lnTo>
                    <a:pt x="3940" y="1381"/>
                  </a:lnTo>
                  <a:lnTo>
                    <a:pt x="3906" y="1179"/>
                  </a:lnTo>
                  <a:lnTo>
                    <a:pt x="3738" y="876"/>
                  </a:lnTo>
                  <a:lnTo>
                    <a:pt x="3536" y="607"/>
                  </a:lnTo>
                  <a:lnTo>
                    <a:pt x="3267" y="371"/>
                  </a:lnTo>
                  <a:lnTo>
                    <a:pt x="2997" y="203"/>
                  </a:lnTo>
                  <a:lnTo>
                    <a:pt x="2661" y="68"/>
                  </a:lnTo>
                  <a:lnTo>
                    <a:pt x="2324" y="1"/>
                  </a:lnTo>
                  <a:lnTo>
                    <a:pt x="198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4" name="Google Shape;71;p2"/>
            <p:cNvSpPr>
              <a:spLocks/>
            </p:cNvSpPr>
            <p:nvPr/>
          </p:nvSpPr>
          <p:spPr bwMode="auto">
            <a:xfrm>
              <a:off x="305052" y="1678571"/>
              <a:ext cx="1539055" cy="672558"/>
            </a:xfrm>
            <a:custGeom>
              <a:avLst/>
              <a:gdLst>
                <a:gd name="T0" fmla="*/ 442948 w 23165"/>
                <a:gd name="T1" fmla="*/ 98345 h 10135"/>
                <a:gd name="T2" fmla="*/ 263961 w 23165"/>
                <a:gd name="T3" fmla="*/ 35768 h 10135"/>
                <a:gd name="T4" fmla="*/ 170017 w 23165"/>
                <a:gd name="T5" fmla="*/ 42470 h 10135"/>
                <a:gd name="T6" fmla="*/ 319903 w 23165"/>
                <a:gd name="T7" fmla="*/ 80495 h 10135"/>
                <a:gd name="T8" fmla="*/ 373585 w 23165"/>
                <a:gd name="T9" fmla="*/ 194435 h 10135"/>
                <a:gd name="T10" fmla="*/ 319903 w 23165"/>
                <a:gd name="T11" fmla="*/ 370952 h 10135"/>
                <a:gd name="T12" fmla="*/ 136465 w 23165"/>
                <a:gd name="T13" fmla="*/ 386547 h 10135"/>
                <a:gd name="T14" fmla="*/ 31359 w 23165"/>
                <a:gd name="T15" fmla="*/ 286011 h 10135"/>
                <a:gd name="T16" fmla="*/ 33618 w 23165"/>
                <a:gd name="T17" fmla="*/ 143072 h 10135"/>
                <a:gd name="T18" fmla="*/ 402686 w 23165"/>
                <a:gd name="T19" fmla="*/ 102858 h 10135"/>
                <a:gd name="T20" fmla="*/ 387006 w 23165"/>
                <a:gd name="T21" fmla="*/ 373142 h 10135"/>
                <a:gd name="T22" fmla="*/ 315451 w 23165"/>
                <a:gd name="T23" fmla="*/ 397761 h 10135"/>
                <a:gd name="T24" fmla="*/ 395975 w 23165"/>
                <a:gd name="T25" fmla="*/ 254756 h 10135"/>
                <a:gd name="T26" fmla="*/ 302031 w 23165"/>
                <a:gd name="T27" fmla="*/ 413356 h 10135"/>
                <a:gd name="T28" fmla="*/ 349003 w 23165"/>
                <a:gd name="T29" fmla="*/ 455826 h 10135"/>
                <a:gd name="T30" fmla="*/ 275190 w 23165"/>
                <a:gd name="T31" fmla="*/ 411166 h 10135"/>
                <a:gd name="T32" fmla="*/ 1073718 w 23165"/>
                <a:gd name="T33" fmla="*/ 587617 h 10135"/>
                <a:gd name="T34" fmla="*/ 1478596 w 23165"/>
                <a:gd name="T35" fmla="*/ 386547 h 10135"/>
                <a:gd name="T36" fmla="*/ 1514406 w 23165"/>
                <a:gd name="T37" fmla="*/ 542957 h 10135"/>
                <a:gd name="T38" fmla="*/ 1411492 w 23165"/>
                <a:gd name="T39" fmla="*/ 652451 h 10135"/>
                <a:gd name="T40" fmla="*/ 1237024 w 23165"/>
                <a:gd name="T41" fmla="*/ 596576 h 10135"/>
                <a:gd name="T42" fmla="*/ 1201214 w 23165"/>
                <a:gd name="T43" fmla="*/ 498297 h 10135"/>
                <a:gd name="T44" fmla="*/ 1275027 w 23165"/>
                <a:gd name="T45" fmla="*/ 373142 h 10135"/>
                <a:gd name="T46" fmla="*/ 290803 w 23165"/>
                <a:gd name="T47" fmla="*/ 4512 h 10135"/>
                <a:gd name="T48" fmla="*/ 187955 w 23165"/>
                <a:gd name="T49" fmla="*/ 6769 h 10135"/>
                <a:gd name="T50" fmla="*/ 102914 w 23165"/>
                <a:gd name="T51" fmla="*/ 51429 h 10135"/>
                <a:gd name="T52" fmla="*/ 8969 w 23165"/>
                <a:gd name="T53" fmla="*/ 167625 h 10135"/>
                <a:gd name="T54" fmla="*/ 31359 w 23165"/>
                <a:gd name="T55" fmla="*/ 328482 h 10135"/>
                <a:gd name="T56" fmla="*/ 167824 w 23165"/>
                <a:gd name="T57" fmla="*/ 415612 h 10135"/>
                <a:gd name="T58" fmla="*/ 299772 w 23165"/>
                <a:gd name="T59" fmla="*/ 464785 h 10135"/>
                <a:gd name="T60" fmla="*/ 375844 w 23165"/>
                <a:gd name="T61" fmla="*/ 435719 h 10135"/>
                <a:gd name="T62" fmla="*/ 422817 w 23165"/>
                <a:gd name="T63" fmla="*/ 444678 h 10135"/>
                <a:gd name="T64" fmla="*/ 932801 w 23165"/>
                <a:gd name="T65" fmla="*/ 549659 h 10135"/>
                <a:gd name="T66" fmla="*/ 425009 w 23165"/>
                <a:gd name="T67" fmla="*/ 431273 h 10135"/>
                <a:gd name="T68" fmla="*/ 425009 w 23165"/>
                <a:gd name="T69" fmla="*/ 279309 h 10135"/>
                <a:gd name="T70" fmla="*/ 474240 w 23165"/>
                <a:gd name="T71" fmla="*/ 125155 h 10135"/>
                <a:gd name="T72" fmla="*/ 460820 w 23165"/>
                <a:gd name="T73" fmla="*/ 105048 h 10135"/>
                <a:gd name="T74" fmla="*/ 823177 w 23165"/>
                <a:gd name="T75" fmla="*/ 125155 h 10135"/>
                <a:gd name="T76" fmla="*/ 943963 w 23165"/>
                <a:gd name="T77" fmla="*/ 185476 h 10135"/>
                <a:gd name="T78" fmla="*/ 608447 w 23165"/>
                <a:gd name="T79" fmla="*/ 93899 h 10135"/>
                <a:gd name="T80" fmla="*/ 727040 w 23165"/>
                <a:gd name="T81" fmla="*/ 140816 h 10135"/>
                <a:gd name="T82" fmla="*/ 1008873 w 23165"/>
                <a:gd name="T83" fmla="*/ 227946 h 10135"/>
                <a:gd name="T84" fmla="*/ 979773 w 23165"/>
                <a:gd name="T85" fmla="*/ 404464 h 10135"/>
                <a:gd name="T86" fmla="*/ 932801 w 23165"/>
                <a:gd name="T87" fmla="*/ 540701 h 10135"/>
                <a:gd name="T88" fmla="*/ 1037907 w 23165"/>
                <a:gd name="T89" fmla="*/ 578725 h 10135"/>
                <a:gd name="T90" fmla="*/ 1138628 w 23165"/>
                <a:gd name="T91" fmla="*/ 601022 h 10135"/>
                <a:gd name="T92" fmla="*/ 1360069 w 23165"/>
                <a:gd name="T93" fmla="*/ 672558 h 10135"/>
                <a:gd name="T94" fmla="*/ 1514406 w 23165"/>
                <a:gd name="T95" fmla="*/ 587617 h 10135"/>
                <a:gd name="T96" fmla="*/ 1525568 w 23165"/>
                <a:gd name="T97" fmla="*/ 426761 h 10135"/>
                <a:gd name="T98" fmla="*/ 1400331 w 23165"/>
                <a:gd name="T99" fmla="*/ 321779 h 10135"/>
                <a:gd name="T100" fmla="*/ 1243734 w 23165"/>
                <a:gd name="T101" fmla="*/ 379844 h 10135"/>
                <a:gd name="T102" fmla="*/ 1194503 w 23165"/>
                <a:gd name="T103" fmla="*/ 565320 h 10135"/>
                <a:gd name="T104" fmla="*/ 975322 w 23165"/>
                <a:gd name="T105" fmla="*/ 513891 h 10135"/>
                <a:gd name="T106" fmla="*/ 1053587 w 23165"/>
                <a:gd name="T107" fmla="*/ 239095 h 10135"/>
                <a:gd name="T108" fmla="*/ 1500986 w 23165"/>
                <a:gd name="T109" fmla="*/ 319523 h 10135"/>
                <a:gd name="T110" fmla="*/ 1465175 w 23165"/>
                <a:gd name="T111" fmla="*/ 216798 h 10135"/>
                <a:gd name="T112" fmla="*/ 1002163 w 23165"/>
                <a:gd name="T113" fmla="*/ 118452 h 10135"/>
                <a:gd name="T114" fmla="*/ 1462916 w 23165"/>
                <a:gd name="T115" fmla="*/ 254756 h 10135"/>
                <a:gd name="T116" fmla="*/ 1017776 w 23165"/>
                <a:gd name="T117" fmla="*/ 212285 h 10135"/>
                <a:gd name="T118" fmla="*/ 964094 w 23165"/>
                <a:gd name="T119" fmla="*/ 143072 h 10135"/>
                <a:gd name="T120" fmla="*/ 416106 w 23165"/>
                <a:gd name="T121" fmla="*/ 29066 h 10135"/>
                <a:gd name="T122" fmla="*/ 324354 w 23165"/>
                <a:gd name="T123" fmla="*/ 4512 h 1013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165" h="10135" extrusionOk="0">
                  <a:moveTo>
                    <a:pt x="3603" y="304"/>
                  </a:moveTo>
                  <a:lnTo>
                    <a:pt x="3940" y="337"/>
                  </a:lnTo>
                  <a:lnTo>
                    <a:pt x="4647" y="472"/>
                  </a:lnTo>
                  <a:lnTo>
                    <a:pt x="5219" y="607"/>
                  </a:lnTo>
                  <a:lnTo>
                    <a:pt x="6397" y="775"/>
                  </a:lnTo>
                  <a:lnTo>
                    <a:pt x="7576" y="977"/>
                  </a:lnTo>
                  <a:lnTo>
                    <a:pt x="7340" y="1112"/>
                  </a:lnTo>
                  <a:lnTo>
                    <a:pt x="7138" y="1213"/>
                  </a:lnTo>
                  <a:lnTo>
                    <a:pt x="6667" y="1482"/>
                  </a:lnTo>
                  <a:lnTo>
                    <a:pt x="6330" y="1348"/>
                  </a:lnTo>
                  <a:lnTo>
                    <a:pt x="5926" y="1246"/>
                  </a:lnTo>
                  <a:lnTo>
                    <a:pt x="5522" y="1179"/>
                  </a:lnTo>
                  <a:lnTo>
                    <a:pt x="5152" y="1145"/>
                  </a:lnTo>
                  <a:lnTo>
                    <a:pt x="5084" y="1112"/>
                  </a:lnTo>
                  <a:lnTo>
                    <a:pt x="4849" y="910"/>
                  </a:lnTo>
                  <a:lnTo>
                    <a:pt x="4546" y="741"/>
                  </a:lnTo>
                  <a:lnTo>
                    <a:pt x="4276" y="640"/>
                  </a:lnTo>
                  <a:lnTo>
                    <a:pt x="3973" y="539"/>
                  </a:lnTo>
                  <a:lnTo>
                    <a:pt x="3637" y="506"/>
                  </a:lnTo>
                  <a:lnTo>
                    <a:pt x="3334" y="472"/>
                  </a:lnTo>
                  <a:lnTo>
                    <a:pt x="2997" y="472"/>
                  </a:lnTo>
                  <a:lnTo>
                    <a:pt x="2694" y="506"/>
                  </a:lnTo>
                  <a:lnTo>
                    <a:pt x="2829" y="438"/>
                  </a:lnTo>
                  <a:lnTo>
                    <a:pt x="2963" y="371"/>
                  </a:lnTo>
                  <a:lnTo>
                    <a:pt x="3266" y="304"/>
                  </a:lnTo>
                  <a:lnTo>
                    <a:pt x="3603" y="304"/>
                  </a:lnTo>
                  <a:close/>
                  <a:moveTo>
                    <a:pt x="2559" y="640"/>
                  </a:moveTo>
                  <a:lnTo>
                    <a:pt x="2593" y="741"/>
                  </a:lnTo>
                  <a:lnTo>
                    <a:pt x="2627" y="775"/>
                  </a:lnTo>
                  <a:lnTo>
                    <a:pt x="3502" y="775"/>
                  </a:lnTo>
                  <a:lnTo>
                    <a:pt x="3771" y="809"/>
                  </a:lnTo>
                  <a:lnTo>
                    <a:pt x="4007" y="876"/>
                  </a:lnTo>
                  <a:lnTo>
                    <a:pt x="4276" y="943"/>
                  </a:lnTo>
                  <a:lnTo>
                    <a:pt x="4512" y="1044"/>
                  </a:lnTo>
                  <a:lnTo>
                    <a:pt x="4748" y="1179"/>
                  </a:lnTo>
                  <a:lnTo>
                    <a:pt x="4815" y="1213"/>
                  </a:lnTo>
                  <a:lnTo>
                    <a:pt x="4815" y="1280"/>
                  </a:lnTo>
                  <a:lnTo>
                    <a:pt x="4882" y="1348"/>
                  </a:lnTo>
                  <a:lnTo>
                    <a:pt x="4983" y="1348"/>
                  </a:lnTo>
                  <a:lnTo>
                    <a:pt x="5152" y="1583"/>
                  </a:lnTo>
                  <a:lnTo>
                    <a:pt x="5320" y="1819"/>
                  </a:lnTo>
                  <a:lnTo>
                    <a:pt x="5421" y="2088"/>
                  </a:lnTo>
                  <a:lnTo>
                    <a:pt x="5522" y="2358"/>
                  </a:lnTo>
                  <a:lnTo>
                    <a:pt x="5589" y="2661"/>
                  </a:lnTo>
                  <a:lnTo>
                    <a:pt x="5623" y="2930"/>
                  </a:lnTo>
                  <a:lnTo>
                    <a:pt x="5690" y="3502"/>
                  </a:lnTo>
                  <a:lnTo>
                    <a:pt x="5690" y="3805"/>
                  </a:lnTo>
                  <a:lnTo>
                    <a:pt x="5657" y="4108"/>
                  </a:lnTo>
                  <a:lnTo>
                    <a:pt x="5623" y="4411"/>
                  </a:lnTo>
                  <a:lnTo>
                    <a:pt x="5522" y="4681"/>
                  </a:lnTo>
                  <a:lnTo>
                    <a:pt x="5421" y="4950"/>
                  </a:lnTo>
                  <a:lnTo>
                    <a:pt x="5253" y="5186"/>
                  </a:lnTo>
                  <a:lnTo>
                    <a:pt x="5051" y="5421"/>
                  </a:lnTo>
                  <a:lnTo>
                    <a:pt x="4815" y="5590"/>
                  </a:lnTo>
                  <a:lnTo>
                    <a:pt x="4613" y="5724"/>
                  </a:lnTo>
                  <a:lnTo>
                    <a:pt x="4377" y="5825"/>
                  </a:lnTo>
                  <a:lnTo>
                    <a:pt x="4108" y="5893"/>
                  </a:lnTo>
                  <a:lnTo>
                    <a:pt x="3872" y="5960"/>
                  </a:lnTo>
                  <a:lnTo>
                    <a:pt x="3334" y="5994"/>
                  </a:lnTo>
                  <a:lnTo>
                    <a:pt x="2829" y="5994"/>
                  </a:lnTo>
                  <a:lnTo>
                    <a:pt x="2559" y="5960"/>
                  </a:lnTo>
                  <a:lnTo>
                    <a:pt x="2290" y="5926"/>
                  </a:lnTo>
                  <a:lnTo>
                    <a:pt x="2054" y="5825"/>
                  </a:lnTo>
                  <a:lnTo>
                    <a:pt x="1819" y="5724"/>
                  </a:lnTo>
                  <a:lnTo>
                    <a:pt x="1617" y="5623"/>
                  </a:lnTo>
                  <a:lnTo>
                    <a:pt x="1381" y="5489"/>
                  </a:lnTo>
                  <a:lnTo>
                    <a:pt x="1213" y="5320"/>
                  </a:lnTo>
                  <a:lnTo>
                    <a:pt x="1011" y="5152"/>
                  </a:lnTo>
                  <a:lnTo>
                    <a:pt x="842" y="4950"/>
                  </a:lnTo>
                  <a:lnTo>
                    <a:pt x="708" y="4748"/>
                  </a:lnTo>
                  <a:lnTo>
                    <a:pt x="573" y="4546"/>
                  </a:lnTo>
                  <a:lnTo>
                    <a:pt x="472" y="4310"/>
                  </a:lnTo>
                  <a:lnTo>
                    <a:pt x="371" y="4075"/>
                  </a:lnTo>
                  <a:lnTo>
                    <a:pt x="304" y="3839"/>
                  </a:lnTo>
                  <a:lnTo>
                    <a:pt x="270" y="3570"/>
                  </a:lnTo>
                  <a:lnTo>
                    <a:pt x="236" y="3300"/>
                  </a:lnTo>
                  <a:lnTo>
                    <a:pt x="270" y="3065"/>
                  </a:lnTo>
                  <a:lnTo>
                    <a:pt x="270" y="2829"/>
                  </a:lnTo>
                  <a:lnTo>
                    <a:pt x="337" y="2593"/>
                  </a:lnTo>
                  <a:lnTo>
                    <a:pt x="405" y="2358"/>
                  </a:lnTo>
                  <a:lnTo>
                    <a:pt x="506" y="2156"/>
                  </a:lnTo>
                  <a:lnTo>
                    <a:pt x="640" y="1954"/>
                  </a:lnTo>
                  <a:lnTo>
                    <a:pt x="775" y="1752"/>
                  </a:lnTo>
                  <a:lnTo>
                    <a:pt x="943" y="1583"/>
                  </a:lnTo>
                  <a:lnTo>
                    <a:pt x="1280" y="1280"/>
                  </a:lnTo>
                  <a:lnTo>
                    <a:pt x="1684" y="1011"/>
                  </a:lnTo>
                  <a:lnTo>
                    <a:pt x="2122" y="809"/>
                  </a:lnTo>
                  <a:lnTo>
                    <a:pt x="2559" y="640"/>
                  </a:lnTo>
                  <a:close/>
                  <a:moveTo>
                    <a:pt x="5387" y="1449"/>
                  </a:moveTo>
                  <a:lnTo>
                    <a:pt x="6061" y="1550"/>
                  </a:lnTo>
                  <a:lnTo>
                    <a:pt x="6364" y="1651"/>
                  </a:lnTo>
                  <a:lnTo>
                    <a:pt x="6700" y="1752"/>
                  </a:lnTo>
                  <a:lnTo>
                    <a:pt x="6633" y="2055"/>
                  </a:lnTo>
                  <a:lnTo>
                    <a:pt x="6566" y="2391"/>
                  </a:lnTo>
                  <a:lnTo>
                    <a:pt x="6498" y="3031"/>
                  </a:lnTo>
                  <a:lnTo>
                    <a:pt x="6263" y="3974"/>
                  </a:lnTo>
                  <a:lnTo>
                    <a:pt x="6027" y="4916"/>
                  </a:lnTo>
                  <a:lnTo>
                    <a:pt x="5892" y="5287"/>
                  </a:lnTo>
                  <a:lnTo>
                    <a:pt x="5825" y="5623"/>
                  </a:lnTo>
                  <a:lnTo>
                    <a:pt x="5791" y="5994"/>
                  </a:lnTo>
                  <a:lnTo>
                    <a:pt x="5791" y="6128"/>
                  </a:lnTo>
                  <a:lnTo>
                    <a:pt x="5825" y="6297"/>
                  </a:lnTo>
                  <a:lnTo>
                    <a:pt x="5724" y="6229"/>
                  </a:lnTo>
                  <a:lnTo>
                    <a:pt x="5589" y="6196"/>
                  </a:lnTo>
                  <a:lnTo>
                    <a:pt x="5320" y="6196"/>
                  </a:lnTo>
                  <a:lnTo>
                    <a:pt x="5185" y="6162"/>
                  </a:lnTo>
                  <a:lnTo>
                    <a:pt x="5051" y="6128"/>
                  </a:lnTo>
                  <a:lnTo>
                    <a:pt x="4748" y="5994"/>
                  </a:lnTo>
                  <a:lnTo>
                    <a:pt x="4983" y="5893"/>
                  </a:lnTo>
                  <a:lnTo>
                    <a:pt x="5185" y="5724"/>
                  </a:lnTo>
                  <a:lnTo>
                    <a:pt x="5387" y="5489"/>
                  </a:lnTo>
                  <a:lnTo>
                    <a:pt x="5589" y="5253"/>
                  </a:lnTo>
                  <a:lnTo>
                    <a:pt x="5724" y="4984"/>
                  </a:lnTo>
                  <a:lnTo>
                    <a:pt x="5825" y="4714"/>
                  </a:lnTo>
                  <a:lnTo>
                    <a:pt x="5892" y="4445"/>
                  </a:lnTo>
                  <a:lnTo>
                    <a:pt x="5960" y="4142"/>
                  </a:lnTo>
                  <a:lnTo>
                    <a:pt x="5960" y="3839"/>
                  </a:lnTo>
                  <a:lnTo>
                    <a:pt x="5960" y="3502"/>
                  </a:lnTo>
                  <a:lnTo>
                    <a:pt x="5926" y="2964"/>
                  </a:lnTo>
                  <a:lnTo>
                    <a:pt x="5825" y="2425"/>
                  </a:lnTo>
                  <a:lnTo>
                    <a:pt x="5758" y="2156"/>
                  </a:lnTo>
                  <a:lnTo>
                    <a:pt x="5657" y="1920"/>
                  </a:lnTo>
                  <a:lnTo>
                    <a:pt x="5522" y="1651"/>
                  </a:lnTo>
                  <a:lnTo>
                    <a:pt x="5387" y="1449"/>
                  </a:lnTo>
                  <a:close/>
                  <a:moveTo>
                    <a:pt x="4411" y="6128"/>
                  </a:moveTo>
                  <a:lnTo>
                    <a:pt x="4546" y="6229"/>
                  </a:lnTo>
                  <a:lnTo>
                    <a:pt x="4680" y="6263"/>
                  </a:lnTo>
                  <a:lnTo>
                    <a:pt x="5017" y="6364"/>
                  </a:lnTo>
                  <a:lnTo>
                    <a:pt x="5219" y="6431"/>
                  </a:lnTo>
                  <a:lnTo>
                    <a:pt x="5421" y="6431"/>
                  </a:lnTo>
                  <a:lnTo>
                    <a:pt x="5522" y="6465"/>
                  </a:lnTo>
                  <a:lnTo>
                    <a:pt x="5488" y="6499"/>
                  </a:lnTo>
                  <a:lnTo>
                    <a:pt x="5387" y="6633"/>
                  </a:lnTo>
                  <a:lnTo>
                    <a:pt x="5320" y="6835"/>
                  </a:lnTo>
                  <a:lnTo>
                    <a:pt x="5253" y="6869"/>
                  </a:lnTo>
                  <a:lnTo>
                    <a:pt x="5118" y="6835"/>
                  </a:lnTo>
                  <a:lnTo>
                    <a:pt x="4849" y="6802"/>
                  </a:lnTo>
                  <a:lnTo>
                    <a:pt x="4546" y="6701"/>
                  </a:lnTo>
                  <a:lnTo>
                    <a:pt x="3906" y="6566"/>
                  </a:lnTo>
                  <a:lnTo>
                    <a:pt x="3603" y="6465"/>
                  </a:lnTo>
                  <a:lnTo>
                    <a:pt x="3468" y="6398"/>
                  </a:lnTo>
                  <a:lnTo>
                    <a:pt x="3300" y="6330"/>
                  </a:lnTo>
                  <a:lnTo>
                    <a:pt x="3872" y="6263"/>
                  </a:lnTo>
                  <a:lnTo>
                    <a:pt x="4142" y="6196"/>
                  </a:lnTo>
                  <a:lnTo>
                    <a:pt x="4411" y="6128"/>
                  </a:lnTo>
                  <a:close/>
                  <a:moveTo>
                    <a:pt x="15926" y="8653"/>
                  </a:moveTo>
                  <a:lnTo>
                    <a:pt x="16936" y="8822"/>
                  </a:lnTo>
                  <a:lnTo>
                    <a:pt x="16902" y="8855"/>
                  </a:lnTo>
                  <a:lnTo>
                    <a:pt x="16801" y="8923"/>
                  </a:lnTo>
                  <a:lnTo>
                    <a:pt x="16666" y="8956"/>
                  </a:lnTo>
                  <a:lnTo>
                    <a:pt x="16431" y="8956"/>
                  </a:lnTo>
                  <a:lnTo>
                    <a:pt x="16296" y="8923"/>
                  </a:lnTo>
                  <a:lnTo>
                    <a:pt x="16161" y="8855"/>
                  </a:lnTo>
                  <a:lnTo>
                    <a:pt x="16027" y="8754"/>
                  </a:lnTo>
                  <a:lnTo>
                    <a:pt x="15926" y="8653"/>
                  </a:lnTo>
                  <a:close/>
                  <a:moveTo>
                    <a:pt x="20572" y="5051"/>
                  </a:moveTo>
                  <a:lnTo>
                    <a:pt x="20875" y="5085"/>
                  </a:lnTo>
                  <a:lnTo>
                    <a:pt x="21178" y="5152"/>
                  </a:lnTo>
                  <a:lnTo>
                    <a:pt x="21481" y="5253"/>
                  </a:lnTo>
                  <a:lnTo>
                    <a:pt x="21750" y="5421"/>
                  </a:lnTo>
                  <a:lnTo>
                    <a:pt x="22019" y="5623"/>
                  </a:lnTo>
                  <a:lnTo>
                    <a:pt x="22255" y="5825"/>
                  </a:lnTo>
                  <a:lnTo>
                    <a:pt x="22491" y="6095"/>
                  </a:lnTo>
                  <a:lnTo>
                    <a:pt x="22659" y="6398"/>
                  </a:lnTo>
                  <a:lnTo>
                    <a:pt x="22760" y="6633"/>
                  </a:lnTo>
                  <a:lnTo>
                    <a:pt x="22861" y="6903"/>
                  </a:lnTo>
                  <a:lnTo>
                    <a:pt x="22895" y="7138"/>
                  </a:lnTo>
                  <a:lnTo>
                    <a:pt x="22928" y="7408"/>
                  </a:lnTo>
                  <a:lnTo>
                    <a:pt x="22895" y="7677"/>
                  </a:lnTo>
                  <a:lnTo>
                    <a:pt x="22861" y="7913"/>
                  </a:lnTo>
                  <a:lnTo>
                    <a:pt x="22794" y="8182"/>
                  </a:lnTo>
                  <a:lnTo>
                    <a:pt x="22726" y="8418"/>
                  </a:lnTo>
                  <a:lnTo>
                    <a:pt x="22592" y="8653"/>
                  </a:lnTo>
                  <a:lnTo>
                    <a:pt x="22457" y="8855"/>
                  </a:lnTo>
                  <a:lnTo>
                    <a:pt x="22289" y="9091"/>
                  </a:lnTo>
                  <a:lnTo>
                    <a:pt x="22120" y="9259"/>
                  </a:lnTo>
                  <a:lnTo>
                    <a:pt x="21918" y="9428"/>
                  </a:lnTo>
                  <a:lnTo>
                    <a:pt x="21716" y="9596"/>
                  </a:lnTo>
                  <a:lnTo>
                    <a:pt x="21481" y="9731"/>
                  </a:lnTo>
                  <a:lnTo>
                    <a:pt x="21245" y="9832"/>
                  </a:lnTo>
                  <a:lnTo>
                    <a:pt x="20875" y="9933"/>
                  </a:lnTo>
                  <a:lnTo>
                    <a:pt x="20504" y="9967"/>
                  </a:lnTo>
                  <a:lnTo>
                    <a:pt x="20134" y="9933"/>
                  </a:lnTo>
                  <a:lnTo>
                    <a:pt x="19764" y="9866"/>
                  </a:lnTo>
                  <a:lnTo>
                    <a:pt x="19427" y="9731"/>
                  </a:lnTo>
                  <a:lnTo>
                    <a:pt x="19124" y="9529"/>
                  </a:lnTo>
                  <a:lnTo>
                    <a:pt x="18821" y="9293"/>
                  </a:lnTo>
                  <a:lnTo>
                    <a:pt x="18585" y="9057"/>
                  </a:lnTo>
                  <a:lnTo>
                    <a:pt x="18619" y="8990"/>
                  </a:lnTo>
                  <a:lnTo>
                    <a:pt x="18585" y="8923"/>
                  </a:lnTo>
                  <a:lnTo>
                    <a:pt x="18585" y="8889"/>
                  </a:lnTo>
                  <a:lnTo>
                    <a:pt x="18518" y="8855"/>
                  </a:lnTo>
                  <a:lnTo>
                    <a:pt x="18451" y="8822"/>
                  </a:lnTo>
                  <a:lnTo>
                    <a:pt x="18316" y="8586"/>
                  </a:lnTo>
                  <a:lnTo>
                    <a:pt x="18181" y="8350"/>
                  </a:lnTo>
                  <a:lnTo>
                    <a:pt x="18114" y="8047"/>
                  </a:lnTo>
                  <a:lnTo>
                    <a:pt x="18080" y="7778"/>
                  </a:lnTo>
                  <a:lnTo>
                    <a:pt x="18080" y="7509"/>
                  </a:lnTo>
                  <a:lnTo>
                    <a:pt x="18114" y="7239"/>
                  </a:lnTo>
                  <a:lnTo>
                    <a:pt x="18148" y="7004"/>
                  </a:lnTo>
                  <a:lnTo>
                    <a:pt x="18249" y="6768"/>
                  </a:lnTo>
                  <a:lnTo>
                    <a:pt x="18350" y="6532"/>
                  </a:lnTo>
                  <a:lnTo>
                    <a:pt x="18484" y="6330"/>
                  </a:lnTo>
                  <a:lnTo>
                    <a:pt x="18619" y="6128"/>
                  </a:lnTo>
                  <a:lnTo>
                    <a:pt x="18787" y="5960"/>
                  </a:lnTo>
                  <a:lnTo>
                    <a:pt x="18989" y="5792"/>
                  </a:lnTo>
                  <a:lnTo>
                    <a:pt x="19191" y="5623"/>
                  </a:lnTo>
                  <a:lnTo>
                    <a:pt x="19393" y="5489"/>
                  </a:lnTo>
                  <a:lnTo>
                    <a:pt x="19629" y="5354"/>
                  </a:lnTo>
                  <a:lnTo>
                    <a:pt x="19865" y="5253"/>
                  </a:lnTo>
                  <a:lnTo>
                    <a:pt x="20100" y="5186"/>
                  </a:lnTo>
                  <a:lnTo>
                    <a:pt x="20336" y="5118"/>
                  </a:lnTo>
                  <a:lnTo>
                    <a:pt x="20572" y="5051"/>
                  </a:lnTo>
                  <a:close/>
                  <a:moveTo>
                    <a:pt x="4680" y="1"/>
                  </a:moveTo>
                  <a:lnTo>
                    <a:pt x="4512" y="34"/>
                  </a:lnTo>
                  <a:lnTo>
                    <a:pt x="4377" y="68"/>
                  </a:lnTo>
                  <a:lnTo>
                    <a:pt x="4344" y="135"/>
                  </a:lnTo>
                  <a:lnTo>
                    <a:pt x="4344" y="169"/>
                  </a:lnTo>
                  <a:lnTo>
                    <a:pt x="4377" y="236"/>
                  </a:lnTo>
                  <a:lnTo>
                    <a:pt x="4243" y="236"/>
                  </a:lnTo>
                  <a:lnTo>
                    <a:pt x="3839" y="135"/>
                  </a:lnTo>
                  <a:lnTo>
                    <a:pt x="3536" y="102"/>
                  </a:lnTo>
                  <a:lnTo>
                    <a:pt x="3233" y="68"/>
                  </a:lnTo>
                  <a:lnTo>
                    <a:pt x="2930" y="68"/>
                  </a:lnTo>
                  <a:lnTo>
                    <a:pt x="2829" y="102"/>
                  </a:lnTo>
                  <a:lnTo>
                    <a:pt x="2728" y="135"/>
                  </a:lnTo>
                  <a:lnTo>
                    <a:pt x="2627" y="203"/>
                  </a:lnTo>
                  <a:lnTo>
                    <a:pt x="2559" y="270"/>
                  </a:lnTo>
                  <a:lnTo>
                    <a:pt x="2526" y="371"/>
                  </a:lnTo>
                  <a:lnTo>
                    <a:pt x="2526" y="472"/>
                  </a:lnTo>
                  <a:lnTo>
                    <a:pt x="2256" y="539"/>
                  </a:lnTo>
                  <a:lnTo>
                    <a:pt x="2021" y="573"/>
                  </a:lnTo>
                  <a:lnTo>
                    <a:pt x="1785" y="674"/>
                  </a:lnTo>
                  <a:lnTo>
                    <a:pt x="1549" y="775"/>
                  </a:lnTo>
                  <a:lnTo>
                    <a:pt x="1314" y="910"/>
                  </a:lnTo>
                  <a:lnTo>
                    <a:pt x="1112" y="1078"/>
                  </a:lnTo>
                  <a:lnTo>
                    <a:pt x="910" y="1246"/>
                  </a:lnTo>
                  <a:lnTo>
                    <a:pt x="741" y="1415"/>
                  </a:lnTo>
                  <a:lnTo>
                    <a:pt x="573" y="1617"/>
                  </a:lnTo>
                  <a:lnTo>
                    <a:pt x="438" y="1819"/>
                  </a:lnTo>
                  <a:lnTo>
                    <a:pt x="304" y="2055"/>
                  </a:lnTo>
                  <a:lnTo>
                    <a:pt x="203" y="2290"/>
                  </a:lnTo>
                  <a:lnTo>
                    <a:pt x="135" y="2526"/>
                  </a:lnTo>
                  <a:lnTo>
                    <a:pt x="68" y="2795"/>
                  </a:lnTo>
                  <a:lnTo>
                    <a:pt x="34" y="3065"/>
                  </a:lnTo>
                  <a:lnTo>
                    <a:pt x="1" y="3300"/>
                  </a:lnTo>
                  <a:lnTo>
                    <a:pt x="1" y="3603"/>
                  </a:lnTo>
                  <a:lnTo>
                    <a:pt x="34" y="3906"/>
                  </a:lnTo>
                  <a:lnTo>
                    <a:pt x="102" y="4176"/>
                  </a:lnTo>
                  <a:lnTo>
                    <a:pt x="203" y="4445"/>
                  </a:lnTo>
                  <a:lnTo>
                    <a:pt x="304" y="4681"/>
                  </a:lnTo>
                  <a:lnTo>
                    <a:pt x="472" y="4950"/>
                  </a:lnTo>
                  <a:lnTo>
                    <a:pt x="640" y="5152"/>
                  </a:lnTo>
                  <a:lnTo>
                    <a:pt x="809" y="5354"/>
                  </a:lnTo>
                  <a:lnTo>
                    <a:pt x="1011" y="5556"/>
                  </a:lnTo>
                  <a:lnTo>
                    <a:pt x="1246" y="5724"/>
                  </a:lnTo>
                  <a:lnTo>
                    <a:pt x="1482" y="5859"/>
                  </a:lnTo>
                  <a:lnTo>
                    <a:pt x="1718" y="5994"/>
                  </a:lnTo>
                  <a:lnTo>
                    <a:pt x="1987" y="6095"/>
                  </a:lnTo>
                  <a:lnTo>
                    <a:pt x="2256" y="6196"/>
                  </a:lnTo>
                  <a:lnTo>
                    <a:pt x="2526" y="6263"/>
                  </a:lnTo>
                  <a:lnTo>
                    <a:pt x="2829" y="6297"/>
                  </a:lnTo>
                  <a:lnTo>
                    <a:pt x="3031" y="6330"/>
                  </a:lnTo>
                  <a:lnTo>
                    <a:pt x="2997" y="6330"/>
                  </a:lnTo>
                  <a:lnTo>
                    <a:pt x="2997" y="6398"/>
                  </a:lnTo>
                  <a:lnTo>
                    <a:pt x="3064" y="6465"/>
                  </a:lnTo>
                  <a:lnTo>
                    <a:pt x="3435" y="6667"/>
                  </a:lnTo>
                  <a:lnTo>
                    <a:pt x="3839" y="6802"/>
                  </a:lnTo>
                  <a:lnTo>
                    <a:pt x="4344" y="6936"/>
                  </a:lnTo>
                  <a:lnTo>
                    <a:pt x="4512" y="7004"/>
                  </a:lnTo>
                  <a:lnTo>
                    <a:pt x="4714" y="7071"/>
                  </a:lnTo>
                  <a:lnTo>
                    <a:pt x="4916" y="7105"/>
                  </a:lnTo>
                  <a:lnTo>
                    <a:pt x="5084" y="7138"/>
                  </a:lnTo>
                  <a:lnTo>
                    <a:pt x="5253" y="7138"/>
                  </a:lnTo>
                  <a:lnTo>
                    <a:pt x="5354" y="7105"/>
                  </a:lnTo>
                  <a:lnTo>
                    <a:pt x="5455" y="7037"/>
                  </a:lnTo>
                  <a:lnTo>
                    <a:pt x="5556" y="6903"/>
                  </a:lnTo>
                  <a:lnTo>
                    <a:pt x="5623" y="6768"/>
                  </a:lnTo>
                  <a:lnTo>
                    <a:pt x="5657" y="6566"/>
                  </a:lnTo>
                  <a:lnTo>
                    <a:pt x="5657" y="6499"/>
                  </a:lnTo>
                  <a:lnTo>
                    <a:pt x="5892" y="6600"/>
                  </a:lnTo>
                  <a:lnTo>
                    <a:pt x="5926" y="6600"/>
                  </a:lnTo>
                  <a:lnTo>
                    <a:pt x="5960" y="6566"/>
                  </a:lnTo>
                  <a:lnTo>
                    <a:pt x="5993" y="6532"/>
                  </a:lnTo>
                  <a:lnTo>
                    <a:pt x="5993" y="6499"/>
                  </a:lnTo>
                  <a:lnTo>
                    <a:pt x="6128" y="6600"/>
                  </a:lnTo>
                  <a:lnTo>
                    <a:pt x="6330" y="6701"/>
                  </a:lnTo>
                  <a:lnTo>
                    <a:pt x="6364" y="6701"/>
                  </a:lnTo>
                  <a:lnTo>
                    <a:pt x="7273" y="7004"/>
                  </a:lnTo>
                  <a:lnTo>
                    <a:pt x="8216" y="7273"/>
                  </a:lnTo>
                  <a:lnTo>
                    <a:pt x="9125" y="7509"/>
                  </a:lnTo>
                  <a:lnTo>
                    <a:pt x="10101" y="7711"/>
                  </a:lnTo>
                  <a:lnTo>
                    <a:pt x="11986" y="8081"/>
                  </a:lnTo>
                  <a:lnTo>
                    <a:pt x="13872" y="8384"/>
                  </a:lnTo>
                  <a:lnTo>
                    <a:pt x="13939" y="8384"/>
                  </a:lnTo>
                  <a:lnTo>
                    <a:pt x="13973" y="8350"/>
                  </a:lnTo>
                  <a:lnTo>
                    <a:pt x="14040" y="8283"/>
                  </a:lnTo>
                  <a:lnTo>
                    <a:pt x="14040" y="8216"/>
                  </a:lnTo>
                  <a:lnTo>
                    <a:pt x="14006" y="8182"/>
                  </a:lnTo>
                  <a:lnTo>
                    <a:pt x="13939" y="8148"/>
                  </a:lnTo>
                  <a:lnTo>
                    <a:pt x="12996" y="7980"/>
                  </a:lnTo>
                  <a:lnTo>
                    <a:pt x="12054" y="7812"/>
                  </a:lnTo>
                  <a:lnTo>
                    <a:pt x="10202" y="7408"/>
                  </a:lnTo>
                  <a:lnTo>
                    <a:pt x="8317" y="6970"/>
                  </a:lnTo>
                  <a:lnTo>
                    <a:pt x="6465" y="6532"/>
                  </a:lnTo>
                  <a:lnTo>
                    <a:pt x="6397" y="6499"/>
                  </a:lnTo>
                  <a:lnTo>
                    <a:pt x="6263" y="6398"/>
                  </a:lnTo>
                  <a:lnTo>
                    <a:pt x="6162" y="6297"/>
                  </a:lnTo>
                  <a:lnTo>
                    <a:pt x="6094" y="6162"/>
                  </a:lnTo>
                  <a:lnTo>
                    <a:pt x="6061" y="5960"/>
                  </a:lnTo>
                  <a:lnTo>
                    <a:pt x="6061" y="5792"/>
                  </a:lnTo>
                  <a:lnTo>
                    <a:pt x="6061" y="5556"/>
                  </a:lnTo>
                  <a:lnTo>
                    <a:pt x="6162" y="5118"/>
                  </a:lnTo>
                  <a:lnTo>
                    <a:pt x="6263" y="4647"/>
                  </a:lnTo>
                  <a:lnTo>
                    <a:pt x="6397" y="4209"/>
                  </a:lnTo>
                  <a:lnTo>
                    <a:pt x="6599" y="3570"/>
                  </a:lnTo>
                  <a:lnTo>
                    <a:pt x="6700" y="3132"/>
                  </a:lnTo>
                  <a:lnTo>
                    <a:pt x="6801" y="2661"/>
                  </a:lnTo>
                  <a:lnTo>
                    <a:pt x="6835" y="2156"/>
                  </a:lnTo>
                  <a:lnTo>
                    <a:pt x="6835" y="1920"/>
                  </a:lnTo>
                  <a:lnTo>
                    <a:pt x="6835" y="1718"/>
                  </a:lnTo>
                  <a:lnTo>
                    <a:pt x="6835" y="1651"/>
                  </a:lnTo>
                  <a:lnTo>
                    <a:pt x="6970" y="1785"/>
                  </a:lnTo>
                  <a:lnTo>
                    <a:pt x="7138" y="1886"/>
                  </a:lnTo>
                  <a:lnTo>
                    <a:pt x="7239" y="1886"/>
                  </a:lnTo>
                  <a:lnTo>
                    <a:pt x="7340" y="1920"/>
                  </a:lnTo>
                  <a:lnTo>
                    <a:pt x="7407" y="1886"/>
                  </a:lnTo>
                  <a:lnTo>
                    <a:pt x="7441" y="1819"/>
                  </a:lnTo>
                  <a:lnTo>
                    <a:pt x="7407" y="1752"/>
                  </a:lnTo>
                  <a:lnTo>
                    <a:pt x="7340" y="1718"/>
                  </a:lnTo>
                  <a:lnTo>
                    <a:pt x="7205" y="1684"/>
                  </a:lnTo>
                  <a:lnTo>
                    <a:pt x="7037" y="1651"/>
                  </a:lnTo>
                  <a:lnTo>
                    <a:pt x="6936" y="1583"/>
                  </a:lnTo>
                  <a:lnTo>
                    <a:pt x="7542" y="1280"/>
                  </a:lnTo>
                  <a:lnTo>
                    <a:pt x="7879" y="1145"/>
                  </a:lnTo>
                  <a:lnTo>
                    <a:pt x="8047" y="1112"/>
                  </a:lnTo>
                  <a:lnTo>
                    <a:pt x="8249" y="1112"/>
                  </a:lnTo>
                  <a:lnTo>
                    <a:pt x="8788" y="1145"/>
                  </a:lnTo>
                  <a:lnTo>
                    <a:pt x="9327" y="1246"/>
                  </a:lnTo>
                  <a:lnTo>
                    <a:pt x="10404" y="1449"/>
                  </a:lnTo>
                  <a:lnTo>
                    <a:pt x="11414" y="1651"/>
                  </a:lnTo>
                  <a:lnTo>
                    <a:pt x="12390" y="1886"/>
                  </a:lnTo>
                  <a:lnTo>
                    <a:pt x="14343" y="2358"/>
                  </a:lnTo>
                  <a:lnTo>
                    <a:pt x="14410" y="2492"/>
                  </a:lnTo>
                  <a:lnTo>
                    <a:pt x="14478" y="2627"/>
                  </a:lnTo>
                  <a:lnTo>
                    <a:pt x="14646" y="2896"/>
                  </a:lnTo>
                  <a:lnTo>
                    <a:pt x="14781" y="3098"/>
                  </a:lnTo>
                  <a:lnTo>
                    <a:pt x="14309" y="3065"/>
                  </a:lnTo>
                  <a:lnTo>
                    <a:pt x="14242" y="2863"/>
                  </a:lnTo>
                  <a:lnTo>
                    <a:pt x="14208" y="2795"/>
                  </a:lnTo>
                  <a:lnTo>
                    <a:pt x="14141" y="2728"/>
                  </a:lnTo>
                  <a:lnTo>
                    <a:pt x="14141" y="2627"/>
                  </a:lnTo>
                  <a:lnTo>
                    <a:pt x="14107" y="2593"/>
                  </a:lnTo>
                  <a:lnTo>
                    <a:pt x="14074" y="2593"/>
                  </a:lnTo>
                  <a:lnTo>
                    <a:pt x="12660" y="2290"/>
                  </a:lnTo>
                  <a:lnTo>
                    <a:pt x="11246" y="1987"/>
                  </a:lnTo>
                  <a:lnTo>
                    <a:pt x="10572" y="1785"/>
                  </a:lnTo>
                  <a:lnTo>
                    <a:pt x="9865" y="1583"/>
                  </a:lnTo>
                  <a:lnTo>
                    <a:pt x="9158" y="1415"/>
                  </a:lnTo>
                  <a:lnTo>
                    <a:pt x="8788" y="1348"/>
                  </a:lnTo>
                  <a:lnTo>
                    <a:pt x="8451" y="1314"/>
                  </a:lnTo>
                  <a:lnTo>
                    <a:pt x="8418" y="1314"/>
                  </a:lnTo>
                  <a:lnTo>
                    <a:pt x="8418" y="1348"/>
                  </a:lnTo>
                  <a:lnTo>
                    <a:pt x="8418" y="1381"/>
                  </a:lnTo>
                  <a:lnTo>
                    <a:pt x="8721" y="1516"/>
                  </a:lnTo>
                  <a:lnTo>
                    <a:pt x="9024" y="1651"/>
                  </a:lnTo>
                  <a:lnTo>
                    <a:pt x="9663" y="1853"/>
                  </a:lnTo>
                  <a:lnTo>
                    <a:pt x="10943" y="2122"/>
                  </a:lnTo>
                  <a:lnTo>
                    <a:pt x="12458" y="2492"/>
                  </a:lnTo>
                  <a:lnTo>
                    <a:pt x="14006" y="2795"/>
                  </a:lnTo>
                  <a:lnTo>
                    <a:pt x="14074" y="2964"/>
                  </a:lnTo>
                  <a:lnTo>
                    <a:pt x="14107" y="3166"/>
                  </a:lnTo>
                  <a:lnTo>
                    <a:pt x="14141" y="3233"/>
                  </a:lnTo>
                  <a:lnTo>
                    <a:pt x="14208" y="3267"/>
                  </a:lnTo>
                  <a:lnTo>
                    <a:pt x="14680" y="3334"/>
                  </a:lnTo>
                  <a:lnTo>
                    <a:pt x="15151" y="3401"/>
                  </a:lnTo>
                  <a:lnTo>
                    <a:pt x="15185" y="3435"/>
                  </a:lnTo>
                  <a:lnTo>
                    <a:pt x="15252" y="3469"/>
                  </a:lnTo>
                  <a:lnTo>
                    <a:pt x="15319" y="3435"/>
                  </a:lnTo>
                  <a:lnTo>
                    <a:pt x="15387" y="3469"/>
                  </a:lnTo>
                  <a:lnTo>
                    <a:pt x="15286" y="3704"/>
                  </a:lnTo>
                  <a:lnTo>
                    <a:pt x="15185" y="3940"/>
                  </a:lnTo>
                  <a:lnTo>
                    <a:pt x="15016" y="4479"/>
                  </a:lnTo>
                  <a:lnTo>
                    <a:pt x="14882" y="5017"/>
                  </a:lnTo>
                  <a:lnTo>
                    <a:pt x="14814" y="5556"/>
                  </a:lnTo>
                  <a:lnTo>
                    <a:pt x="14747" y="6095"/>
                  </a:lnTo>
                  <a:lnTo>
                    <a:pt x="14612" y="6970"/>
                  </a:lnTo>
                  <a:lnTo>
                    <a:pt x="14511" y="7408"/>
                  </a:lnTo>
                  <a:lnTo>
                    <a:pt x="14410" y="7778"/>
                  </a:lnTo>
                  <a:lnTo>
                    <a:pt x="14343" y="7913"/>
                  </a:lnTo>
                  <a:lnTo>
                    <a:pt x="14276" y="8014"/>
                  </a:lnTo>
                  <a:lnTo>
                    <a:pt x="14208" y="8081"/>
                  </a:lnTo>
                  <a:lnTo>
                    <a:pt x="14074" y="8081"/>
                  </a:lnTo>
                  <a:lnTo>
                    <a:pt x="14040" y="8115"/>
                  </a:lnTo>
                  <a:lnTo>
                    <a:pt x="14040" y="8148"/>
                  </a:lnTo>
                  <a:lnTo>
                    <a:pt x="14040" y="8182"/>
                  </a:lnTo>
                  <a:lnTo>
                    <a:pt x="14074" y="8283"/>
                  </a:lnTo>
                  <a:lnTo>
                    <a:pt x="14107" y="8317"/>
                  </a:lnTo>
                  <a:lnTo>
                    <a:pt x="14175" y="8317"/>
                  </a:lnTo>
                  <a:lnTo>
                    <a:pt x="14343" y="8283"/>
                  </a:lnTo>
                  <a:lnTo>
                    <a:pt x="14377" y="8317"/>
                  </a:lnTo>
                  <a:lnTo>
                    <a:pt x="14983" y="8485"/>
                  </a:lnTo>
                  <a:lnTo>
                    <a:pt x="15589" y="8586"/>
                  </a:lnTo>
                  <a:lnTo>
                    <a:pt x="15622" y="8721"/>
                  </a:lnTo>
                  <a:lnTo>
                    <a:pt x="15690" y="8855"/>
                  </a:lnTo>
                  <a:lnTo>
                    <a:pt x="15791" y="8956"/>
                  </a:lnTo>
                  <a:lnTo>
                    <a:pt x="15892" y="9057"/>
                  </a:lnTo>
                  <a:lnTo>
                    <a:pt x="16161" y="9226"/>
                  </a:lnTo>
                  <a:lnTo>
                    <a:pt x="16397" y="9293"/>
                  </a:lnTo>
                  <a:lnTo>
                    <a:pt x="16666" y="9293"/>
                  </a:lnTo>
                  <a:lnTo>
                    <a:pt x="16936" y="9226"/>
                  </a:lnTo>
                  <a:lnTo>
                    <a:pt x="17037" y="9158"/>
                  </a:lnTo>
                  <a:lnTo>
                    <a:pt x="17138" y="9057"/>
                  </a:lnTo>
                  <a:lnTo>
                    <a:pt x="17239" y="8990"/>
                  </a:lnTo>
                  <a:lnTo>
                    <a:pt x="17306" y="8855"/>
                  </a:lnTo>
                  <a:lnTo>
                    <a:pt x="18249" y="9057"/>
                  </a:lnTo>
                  <a:lnTo>
                    <a:pt x="18518" y="9360"/>
                  </a:lnTo>
                  <a:lnTo>
                    <a:pt x="18821" y="9630"/>
                  </a:lnTo>
                  <a:lnTo>
                    <a:pt x="19191" y="9832"/>
                  </a:lnTo>
                  <a:lnTo>
                    <a:pt x="19595" y="10000"/>
                  </a:lnTo>
                  <a:lnTo>
                    <a:pt x="20033" y="10101"/>
                  </a:lnTo>
                  <a:lnTo>
                    <a:pt x="20471" y="10135"/>
                  </a:lnTo>
                  <a:lnTo>
                    <a:pt x="20875" y="10135"/>
                  </a:lnTo>
                  <a:lnTo>
                    <a:pt x="21312" y="10068"/>
                  </a:lnTo>
                  <a:lnTo>
                    <a:pt x="21582" y="9967"/>
                  </a:lnTo>
                  <a:lnTo>
                    <a:pt x="21817" y="9832"/>
                  </a:lnTo>
                  <a:lnTo>
                    <a:pt x="22053" y="9697"/>
                  </a:lnTo>
                  <a:lnTo>
                    <a:pt x="22255" y="9495"/>
                  </a:lnTo>
                  <a:lnTo>
                    <a:pt x="22457" y="9293"/>
                  </a:lnTo>
                  <a:lnTo>
                    <a:pt x="22625" y="9091"/>
                  </a:lnTo>
                  <a:lnTo>
                    <a:pt x="22794" y="8855"/>
                  </a:lnTo>
                  <a:lnTo>
                    <a:pt x="22895" y="8586"/>
                  </a:lnTo>
                  <a:lnTo>
                    <a:pt x="22996" y="8350"/>
                  </a:lnTo>
                  <a:lnTo>
                    <a:pt x="23097" y="8081"/>
                  </a:lnTo>
                  <a:lnTo>
                    <a:pt x="23130" y="7778"/>
                  </a:lnTo>
                  <a:lnTo>
                    <a:pt x="23164" y="7509"/>
                  </a:lnTo>
                  <a:lnTo>
                    <a:pt x="23164" y="7239"/>
                  </a:lnTo>
                  <a:lnTo>
                    <a:pt x="23130" y="6970"/>
                  </a:lnTo>
                  <a:lnTo>
                    <a:pt x="23063" y="6701"/>
                  </a:lnTo>
                  <a:lnTo>
                    <a:pt x="22962" y="6431"/>
                  </a:lnTo>
                  <a:lnTo>
                    <a:pt x="22827" y="6196"/>
                  </a:lnTo>
                  <a:lnTo>
                    <a:pt x="22693" y="5960"/>
                  </a:lnTo>
                  <a:lnTo>
                    <a:pt x="22524" y="5758"/>
                  </a:lnTo>
                  <a:lnTo>
                    <a:pt x="22322" y="5556"/>
                  </a:lnTo>
                  <a:lnTo>
                    <a:pt x="22087" y="5354"/>
                  </a:lnTo>
                  <a:lnTo>
                    <a:pt x="21851" y="5186"/>
                  </a:lnTo>
                  <a:lnTo>
                    <a:pt x="21615" y="5051"/>
                  </a:lnTo>
                  <a:lnTo>
                    <a:pt x="21346" y="4916"/>
                  </a:lnTo>
                  <a:lnTo>
                    <a:pt x="21077" y="4849"/>
                  </a:lnTo>
                  <a:lnTo>
                    <a:pt x="20807" y="4782"/>
                  </a:lnTo>
                  <a:lnTo>
                    <a:pt x="20538" y="4748"/>
                  </a:lnTo>
                  <a:lnTo>
                    <a:pt x="20269" y="4748"/>
                  </a:lnTo>
                  <a:lnTo>
                    <a:pt x="20033" y="4815"/>
                  </a:lnTo>
                  <a:lnTo>
                    <a:pt x="19764" y="4916"/>
                  </a:lnTo>
                  <a:lnTo>
                    <a:pt x="19528" y="5085"/>
                  </a:lnTo>
                  <a:lnTo>
                    <a:pt x="19292" y="5287"/>
                  </a:lnTo>
                  <a:lnTo>
                    <a:pt x="18989" y="5489"/>
                  </a:lnTo>
                  <a:lnTo>
                    <a:pt x="18720" y="5724"/>
                  </a:lnTo>
                  <a:lnTo>
                    <a:pt x="18451" y="5994"/>
                  </a:lnTo>
                  <a:lnTo>
                    <a:pt x="18249" y="6297"/>
                  </a:lnTo>
                  <a:lnTo>
                    <a:pt x="18080" y="6633"/>
                  </a:lnTo>
                  <a:lnTo>
                    <a:pt x="17946" y="7004"/>
                  </a:lnTo>
                  <a:lnTo>
                    <a:pt x="17878" y="7374"/>
                  </a:lnTo>
                  <a:lnTo>
                    <a:pt x="17845" y="7778"/>
                  </a:lnTo>
                  <a:lnTo>
                    <a:pt x="17845" y="8047"/>
                  </a:lnTo>
                  <a:lnTo>
                    <a:pt x="17912" y="8283"/>
                  </a:lnTo>
                  <a:lnTo>
                    <a:pt x="17979" y="8519"/>
                  </a:lnTo>
                  <a:lnTo>
                    <a:pt x="18047" y="8754"/>
                  </a:lnTo>
                  <a:lnTo>
                    <a:pt x="17171" y="8552"/>
                  </a:lnTo>
                  <a:lnTo>
                    <a:pt x="16229" y="8384"/>
                  </a:lnTo>
                  <a:lnTo>
                    <a:pt x="15319" y="8249"/>
                  </a:lnTo>
                  <a:lnTo>
                    <a:pt x="14848" y="8216"/>
                  </a:lnTo>
                  <a:lnTo>
                    <a:pt x="14410" y="8216"/>
                  </a:lnTo>
                  <a:lnTo>
                    <a:pt x="14511" y="8081"/>
                  </a:lnTo>
                  <a:lnTo>
                    <a:pt x="14612" y="7913"/>
                  </a:lnTo>
                  <a:lnTo>
                    <a:pt x="14680" y="7744"/>
                  </a:lnTo>
                  <a:lnTo>
                    <a:pt x="14747" y="7509"/>
                  </a:lnTo>
                  <a:lnTo>
                    <a:pt x="14814" y="7105"/>
                  </a:lnTo>
                  <a:lnTo>
                    <a:pt x="14848" y="6768"/>
                  </a:lnTo>
                  <a:lnTo>
                    <a:pt x="14949" y="5960"/>
                  </a:lnTo>
                  <a:lnTo>
                    <a:pt x="15117" y="5118"/>
                  </a:lnTo>
                  <a:lnTo>
                    <a:pt x="15319" y="4310"/>
                  </a:lnTo>
                  <a:lnTo>
                    <a:pt x="15387" y="3906"/>
                  </a:lnTo>
                  <a:lnTo>
                    <a:pt x="15454" y="3469"/>
                  </a:lnTo>
                  <a:lnTo>
                    <a:pt x="15858" y="3603"/>
                  </a:lnTo>
                  <a:lnTo>
                    <a:pt x="16262" y="3671"/>
                  </a:lnTo>
                  <a:lnTo>
                    <a:pt x="17070" y="3839"/>
                  </a:lnTo>
                  <a:lnTo>
                    <a:pt x="18720" y="4075"/>
                  </a:lnTo>
                  <a:lnTo>
                    <a:pt x="22322" y="4714"/>
                  </a:lnTo>
                  <a:lnTo>
                    <a:pt x="22356" y="4782"/>
                  </a:lnTo>
                  <a:lnTo>
                    <a:pt x="22390" y="4815"/>
                  </a:lnTo>
                  <a:lnTo>
                    <a:pt x="22423" y="4849"/>
                  </a:lnTo>
                  <a:lnTo>
                    <a:pt x="22524" y="4849"/>
                  </a:lnTo>
                  <a:lnTo>
                    <a:pt x="22592" y="4815"/>
                  </a:lnTo>
                  <a:lnTo>
                    <a:pt x="22592" y="4748"/>
                  </a:lnTo>
                  <a:lnTo>
                    <a:pt x="22592" y="4714"/>
                  </a:lnTo>
                  <a:lnTo>
                    <a:pt x="22558" y="4613"/>
                  </a:lnTo>
                  <a:lnTo>
                    <a:pt x="22558" y="4546"/>
                  </a:lnTo>
                  <a:lnTo>
                    <a:pt x="22558" y="4512"/>
                  </a:lnTo>
                  <a:lnTo>
                    <a:pt x="22491" y="4479"/>
                  </a:lnTo>
                  <a:lnTo>
                    <a:pt x="22255" y="3772"/>
                  </a:lnTo>
                  <a:lnTo>
                    <a:pt x="22120" y="3435"/>
                  </a:lnTo>
                  <a:lnTo>
                    <a:pt x="22053" y="3267"/>
                  </a:lnTo>
                  <a:lnTo>
                    <a:pt x="21952" y="3132"/>
                  </a:lnTo>
                  <a:lnTo>
                    <a:pt x="21918" y="3065"/>
                  </a:lnTo>
                  <a:lnTo>
                    <a:pt x="21885" y="3031"/>
                  </a:lnTo>
                  <a:lnTo>
                    <a:pt x="20067" y="2627"/>
                  </a:lnTo>
                  <a:lnTo>
                    <a:pt x="18249" y="2257"/>
                  </a:lnTo>
                  <a:lnTo>
                    <a:pt x="16397" y="1920"/>
                  </a:lnTo>
                  <a:lnTo>
                    <a:pt x="15724" y="1785"/>
                  </a:lnTo>
                  <a:lnTo>
                    <a:pt x="15420" y="1752"/>
                  </a:lnTo>
                  <a:lnTo>
                    <a:pt x="15084" y="1785"/>
                  </a:lnTo>
                  <a:lnTo>
                    <a:pt x="15387" y="1920"/>
                  </a:lnTo>
                  <a:lnTo>
                    <a:pt x="15690" y="2021"/>
                  </a:lnTo>
                  <a:lnTo>
                    <a:pt x="16363" y="2122"/>
                  </a:lnTo>
                  <a:lnTo>
                    <a:pt x="18181" y="2459"/>
                  </a:lnTo>
                  <a:lnTo>
                    <a:pt x="19999" y="2829"/>
                  </a:lnTo>
                  <a:lnTo>
                    <a:pt x="21817" y="3233"/>
                  </a:lnTo>
                  <a:lnTo>
                    <a:pt x="21851" y="3401"/>
                  </a:lnTo>
                  <a:lnTo>
                    <a:pt x="21885" y="3536"/>
                  </a:lnTo>
                  <a:lnTo>
                    <a:pt x="22019" y="3839"/>
                  </a:lnTo>
                  <a:lnTo>
                    <a:pt x="22221" y="4411"/>
                  </a:lnTo>
                  <a:lnTo>
                    <a:pt x="18787" y="3839"/>
                  </a:lnTo>
                  <a:lnTo>
                    <a:pt x="17138" y="3502"/>
                  </a:lnTo>
                  <a:lnTo>
                    <a:pt x="16262" y="3368"/>
                  </a:lnTo>
                  <a:lnTo>
                    <a:pt x="15858" y="3334"/>
                  </a:lnTo>
                  <a:lnTo>
                    <a:pt x="15420" y="3300"/>
                  </a:lnTo>
                  <a:lnTo>
                    <a:pt x="15420" y="3267"/>
                  </a:lnTo>
                  <a:lnTo>
                    <a:pt x="15387" y="3233"/>
                  </a:lnTo>
                  <a:lnTo>
                    <a:pt x="15319" y="3199"/>
                  </a:lnTo>
                  <a:lnTo>
                    <a:pt x="15151" y="3098"/>
                  </a:lnTo>
                  <a:lnTo>
                    <a:pt x="15016" y="2964"/>
                  </a:lnTo>
                  <a:lnTo>
                    <a:pt x="14781" y="2661"/>
                  </a:lnTo>
                  <a:lnTo>
                    <a:pt x="14680" y="2492"/>
                  </a:lnTo>
                  <a:lnTo>
                    <a:pt x="14545" y="2324"/>
                  </a:lnTo>
                  <a:lnTo>
                    <a:pt x="14579" y="2290"/>
                  </a:lnTo>
                  <a:lnTo>
                    <a:pt x="14579" y="2223"/>
                  </a:lnTo>
                  <a:lnTo>
                    <a:pt x="14545" y="2189"/>
                  </a:lnTo>
                  <a:lnTo>
                    <a:pt x="14511" y="2156"/>
                  </a:lnTo>
                  <a:lnTo>
                    <a:pt x="12256" y="1617"/>
                  </a:lnTo>
                  <a:lnTo>
                    <a:pt x="11111" y="1348"/>
                  </a:lnTo>
                  <a:lnTo>
                    <a:pt x="9966" y="1145"/>
                  </a:lnTo>
                  <a:lnTo>
                    <a:pt x="9091" y="977"/>
                  </a:lnTo>
                  <a:lnTo>
                    <a:pt x="8653" y="910"/>
                  </a:lnTo>
                  <a:lnTo>
                    <a:pt x="8249" y="876"/>
                  </a:lnTo>
                  <a:lnTo>
                    <a:pt x="8182" y="842"/>
                  </a:lnTo>
                  <a:lnTo>
                    <a:pt x="6229" y="506"/>
                  </a:lnTo>
                  <a:lnTo>
                    <a:pt x="6263" y="438"/>
                  </a:lnTo>
                  <a:lnTo>
                    <a:pt x="6229" y="371"/>
                  </a:lnTo>
                  <a:lnTo>
                    <a:pt x="6195" y="337"/>
                  </a:lnTo>
                  <a:lnTo>
                    <a:pt x="6094" y="304"/>
                  </a:lnTo>
                  <a:lnTo>
                    <a:pt x="5522" y="236"/>
                  </a:lnTo>
                  <a:lnTo>
                    <a:pt x="5219" y="203"/>
                  </a:lnTo>
                  <a:lnTo>
                    <a:pt x="5051" y="169"/>
                  </a:lnTo>
                  <a:lnTo>
                    <a:pt x="4983" y="169"/>
                  </a:lnTo>
                  <a:lnTo>
                    <a:pt x="4950" y="102"/>
                  </a:lnTo>
                  <a:lnTo>
                    <a:pt x="4882" y="68"/>
                  </a:lnTo>
                  <a:lnTo>
                    <a:pt x="4815" y="34"/>
                  </a:lnTo>
                  <a:lnTo>
                    <a:pt x="468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5" name="Google Shape;72;p2"/>
            <p:cNvSpPr>
              <a:spLocks/>
            </p:cNvSpPr>
            <p:nvPr/>
          </p:nvSpPr>
          <p:spPr bwMode="auto">
            <a:xfrm>
              <a:off x="427477" y="1821668"/>
              <a:ext cx="143094" cy="155817"/>
            </a:xfrm>
            <a:custGeom>
              <a:avLst/>
              <a:gdLst>
                <a:gd name="T0" fmla="*/ 44733 w 2156"/>
                <a:gd name="T1" fmla="*/ 53459 h 2358"/>
                <a:gd name="T2" fmla="*/ 58140 w 2156"/>
                <a:gd name="T3" fmla="*/ 22269 h 2358"/>
                <a:gd name="T4" fmla="*/ 78250 w 2156"/>
                <a:gd name="T5" fmla="*/ 20088 h 2358"/>
                <a:gd name="T6" fmla="*/ 105064 w 2156"/>
                <a:gd name="T7" fmla="*/ 26762 h 2358"/>
                <a:gd name="T8" fmla="*/ 116214 w 2156"/>
                <a:gd name="T9" fmla="*/ 35617 h 2358"/>
                <a:gd name="T10" fmla="*/ 127364 w 2156"/>
                <a:gd name="T11" fmla="*/ 55639 h 2358"/>
                <a:gd name="T12" fmla="*/ 118471 w 2156"/>
                <a:gd name="T13" fmla="*/ 53459 h 2358"/>
                <a:gd name="T14" fmla="*/ 113958 w 2156"/>
                <a:gd name="T15" fmla="*/ 57886 h 2358"/>
                <a:gd name="T16" fmla="*/ 113958 w 2156"/>
                <a:gd name="T17" fmla="*/ 46785 h 2358"/>
                <a:gd name="T18" fmla="*/ 113958 w 2156"/>
                <a:gd name="T19" fmla="*/ 40111 h 2358"/>
                <a:gd name="T20" fmla="*/ 105064 w 2156"/>
                <a:gd name="T21" fmla="*/ 33437 h 2358"/>
                <a:gd name="T22" fmla="*/ 100551 w 2156"/>
                <a:gd name="T23" fmla="*/ 37864 h 2358"/>
                <a:gd name="T24" fmla="*/ 71547 w 2156"/>
                <a:gd name="T25" fmla="*/ 82336 h 2358"/>
                <a:gd name="T26" fmla="*/ 75994 w 2156"/>
                <a:gd name="T27" fmla="*/ 71234 h 2358"/>
                <a:gd name="T28" fmla="*/ 98361 w 2156"/>
                <a:gd name="T29" fmla="*/ 31190 h 2358"/>
                <a:gd name="T30" fmla="*/ 93847 w 2156"/>
                <a:gd name="T31" fmla="*/ 24516 h 2358"/>
                <a:gd name="T32" fmla="*/ 84954 w 2156"/>
                <a:gd name="T33" fmla="*/ 26762 h 2358"/>
                <a:gd name="T34" fmla="*/ 62587 w 2156"/>
                <a:gd name="T35" fmla="*/ 66807 h 2358"/>
                <a:gd name="T36" fmla="*/ 49180 w 2156"/>
                <a:gd name="T37" fmla="*/ 84583 h 2358"/>
                <a:gd name="T38" fmla="*/ 78250 w 2156"/>
                <a:gd name="T39" fmla="*/ 22269 h 2358"/>
                <a:gd name="T40" fmla="*/ 51437 w 2156"/>
                <a:gd name="T41" fmla="*/ 24516 h 2358"/>
                <a:gd name="T42" fmla="*/ 31327 w 2156"/>
                <a:gd name="T43" fmla="*/ 57886 h 2358"/>
                <a:gd name="T44" fmla="*/ 18451 w 2156"/>
                <a:gd name="T45" fmla="*/ 94032 h 2358"/>
                <a:gd name="T46" fmla="*/ 17920 w 2156"/>
                <a:gd name="T47" fmla="*/ 91257 h 2358"/>
                <a:gd name="T48" fmla="*/ 20110 w 2156"/>
                <a:gd name="T49" fmla="*/ 68988 h 2358"/>
                <a:gd name="T50" fmla="*/ 33517 w 2156"/>
                <a:gd name="T51" fmla="*/ 40111 h 2358"/>
                <a:gd name="T52" fmla="*/ 51437 w 2156"/>
                <a:gd name="T53" fmla="*/ 24516 h 2358"/>
                <a:gd name="T54" fmla="*/ 129621 w 2156"/>
                <a:gd name="T55" fmla="*/ 75662 h 2358"/>
                <a:gd name="T56" fmla="*/ 120661 w 2156"/>
                <a:gd name="T57" fmla="*/ 97931 h 2358"/>
                <a:gd name="T58" fmla="*/ 111767 w 2156"/>
                <a:gd name="T59" fmla="*/ 104605 h 2358"/>
                <a:gd name="T60" fmla="*/ 20110 w 2156"/>
                <a:gd name="T61" fmla="*/ 102358 h 2358"/>
                <a:gd name="T62" fmla="*/ 22367 w 2156"/>
                <a:gd name="T63" fmla="*/ 111279 h 2358"/>
                <a:gd name="T64" fmla="*/ 89401 w 2156"/>
                <a:gd name="T65" fmla="*/ 122380 h 2358"/>
                <a:gd name="T66" fmla="*/ 93847 w 2156"/>
                <a:gd name="T67" fmla="*/ 126874 h 2358"/>
                <a:gd name="T68" fmla="*/ 80441 w 2156"/>
                <a:gd name="T69" fmla="*/ 133548 h 2358"/>
                <a:gd name="T70" fmla="*/ 75994 w 2156"/>
                <a:gd name="T71" fmla="*/ 66 h 2358"/>
                <a:gd name="T72" fmla="*/ 55884 w 2156"/>
                <a:gd name="T73" fmla="*/ 2247 h 2358"/>
                <a:gd name="T74" fmla="*/ 38030 w 2156"/>
                <a:gd name="T75" fmla="*/ 8921 h 2358"/>
                <a:gd name="T76" fmla="*/ 17920 w 2156"/>
                <a:gd name="T77" fmla="*/ 31190 h 2358"/>
                <a:gd name="T78" fmla="*/ 4513 w 2156"/>
                <a:gd name="T79" fmla="*/ 57886 h 2358"/>
                <a:gd name="T80" fmla="*/ 0 w 2156"/>
                <a:gd name="T81" fmla="*/ 82336 h 2358"/>
                <a:gd name="T82" fmla="*/ 2257 w 2156"/>
                <a:gd name="T83" fmla="*/ 109032 h 2358"/>
                <a:gd name="T84" fmla="*/ 11217 w 2156"/>
                <a:gd name="T85" fmla="*/ 131301 h 2358"/>
                <a:gd name="T86" fmla="*/ 29070 w 2156"/>
                <a:gd name="T87" fmla="*/ 144649 h 2358"/>
                <a:gd name="T88" fmla="*/ 53627 w 2156"/>
                <a:gd name="T89" fmla="*/ 153570 h 2358"/>
                <a:gd name="T90" fmla="*/ 62587 w 2156"/>
                <a:gd name="T91" fmla="*/ 153570 h 2358"/>
                <a:gd name="T92" fmla="*/ 91657 w 2156"/>
                <a:gd name="T93" fmla="*/ 149077 h 2358"/>
                <a:gd name="T94" fmla="*/ 116214 w 2156"/>
                <a:gd name="T95" fmla="*/ 131301 h 2358"/>
                <a:gd name="T96" fmla="*/ 136324 w 2156"/>
                <a:gd name="T97" fmla="*/ 106852 h 2358"/>
                <a:gd name="T98" fmla="*/ 143028 w 2156"/>
                <a:gd name="T99" fmla="*/ 77909 h 2358"/>
                <a:gd name="T100" fmla="*/ 138581 w 2156"/>
                <a:gd name="T101" fmla="*/ 51212 h 2358"/>
                <a:gd name="T102" fmla="*/ 125174 w 2156"/>
                <a:gd name="T103" fmla="*/ 24516 h 2358"/>
                <a:gd name="T104" fmla="*/ 102807 w 2156"/>
                <a:gd name="T105" fmla="*/ 6740 h 2358"/>
                <a:gd name="T106" fmla="*/ 75994 w 2156"/>
                <a:gd name="T107" fmla="*/ 66 h 235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156" h="2358" extrusionOk="0">
                  <a:moveTo>
                    <a:pt x="943" y="304"/>
                  </a:moveTo>
                  <a:lnTo>
                    <a:pt x="674" y="809"/>
                  </a:lnTo>
                  <a:lnTo>
                    <a:pt x="876" y="337"/>
                  </a:lnTo>
                  <a:lnTo>
                    <a:pt x="943" y="304"/>
                  </a:lnTo>
                  <a:close/>
                  <a:moveTo>
                    <a:pt x="1179" y="304"/>
                  </a:moveTo>
                  <a:lnTo>
                    <a:pt x="1414" y="337"/>
                  </a:lnTo>
                  <a:lnTo>
                    <a:pt x="1583" y="405"/>
                  </a:lnTo>
                  <a:lnTo>
                    <a:pt x="1684" y="472"/>
                  </a:lnTo>
                  <a:lnTo>
                    <a:pt x="1751" y="539"/>
                  </a:lnTo>
                  <a:lnTo>
                    <a:pt x="1886" y="775"/>
                  </a:lnTo>
                  <a:lnTo>
                    <a:pt x="1919" y="842"/>
                  </a:lnTo>
                  <a:lnTo>
                    <a:pt x="1785" y="809"/>
                  </a:lnTo>
                  <a:lnTo>
                    <a:pt x="1751" y="809"/>
                  </a:lnTo>
                  <a:lnTo>
                    <a:pt x="1717" y="876"/>
                  </a:lnTo>
                  <a:lnTo>
                    <a:pt x="1482" y="1213"/>
                  </a:lnTo>
                  <a:lnTo>
                    <a:pt x="1717" y="708"/>
                  </a:lnTo>
                  <a:lnTo>
                    <a:pt x="1717" y="640"/>
                  </a:lnTo>
                  <a:lnTo>
                    <a:pt x="1717" y="607"/>
                  </a:lnTo>
                  <a:lnTo>
                    <a:pt x="1684" y="539"/>
                  </a:lnTo>
                  <a:lnTo>
                    <a:pt x="1583" y="506"/>
                  </a:lnTo>
                  <a:lnTo>
                    <a:pt x="1549" y="539"/>
                  </a:lnTo>
                  <a:lnTo>
                    <a:pt x="1515" y="573"/>
                  </a:lnTo>
                  <a:lnTo>
                    <a:pt x="1078" y="1246"/>
                  </a:lnTo>
                  <a:lnTo>
                    <a:pt x="1145" y="1112"/>
                  </a:lnTo>
                  <a:lnTo>
                    <a:pt x="1145" y="1078"/>
                  </a:lnTo>
                  <a:lnTo>
                    <a:pt x="1482" y="539"/>
                  </a:lnTo>
                  <a:lnTo>
                    <a:pt x="1482" y="472"/>
                  </a:lnTo>
                  <a:lnTo>
                    <a:pt x="1482" y="438"/>
                  </a:lnTo>
                  <a:lnTo>
                    <a:pt x="1414" y="371"/>
                  </a:lnTo>
                  <a:lnTo>
                    <a:pt x="1313" y="371"/>
                  </a:lnTo>
                  <a:lnTo>
                    <a:pt x="1280" y="405"/>
                  </a:lnTo>
                  <a:lnTo>
                    <a:pt x="1078" y="708"/>
                  </a:lnTo>
                  <a:lnTo>
                    <a:pt x="943" y="1011"/>
                  </a:lnTo>
                  <a:lnTo>
                    <a:pt x="741" y="1280"/>
                  </a:lnTo>
                  <a:lnTo>
                    <a:pt x="876" y="1044"/>
                  </a:lnTo>
                  <a:lnTo>
                    <a:pt x="1179" y="337"/>
                  </a:lnTo>
                  <a:lnTo>
                    <a:pt x="1179" y="304"/>
                  </a:lnTo>
                  <a:close/>
                  <a:moveTo>
                    <a:pt x="775" y="371"/>
                  </a:moveTo>
                  <a:lnTo>
                    <a:pt x="606" y="607"/>
                  </a:lnTo>
                  <a:lnTo>
                    <a:pt x="472" y="876"/>
                  </a:lnTo>
                  <a:lnTo>
                    <a:pt x="371" y="1145"/>
                  </a:lnTo>
                  <a:lnTo>
                    <a:pt x="278" y="1423"/>
                  </a:lnTo>
                  <a:lnTo>
                    <a:pt x="270" y="1381"/>
                  </a:lnTo>
                  <a:lnTo>
                    <a:pt x="270" y="1213"/>
                  </a:lnTo>
                  <a:lnTo>
                    <a:pt x="303" y="1044"/>
                  </a:lnTo>
                  <a:lnTo>
                    <a:pt x="438" y="708"/>
                  </a:lnTo>
                  <a:lnTo>
                    <a:pt x="505" y="607"/>
                  </a:lnTo>
                  <a:lnTo>
                    <a:pt x="573" y="506"/>
                  </a:lnTo>
                  <a:lnTo>
                    <a:pt x="775" y="371"/>
                  </a:lnTo>
                  <a:close/>
                  <a:moveTo>
                    <a:pt x="1953" y="977"/>
                  </a:moveTo>
                  <a:lnTo>
                    <a:pt x="1953" y="1145"/>
                  </a:lnTo>
                  <a:lnTo>
                    <a:pt x="1919" y="1314"/>
                  </a:lnTo>
                  <a:lnTo>
                    <a:pt x="1818" y="1482"/>
                  </a:lnTo>
                  <a:lnTo>
                    <a:pt x="1717" y="1650"/>
                  </a:lnTo>
                  <a:lnTo>
                    <a:pt x="1684" y="1583"/>
                  </a:lnTo>
                  <a:lnTo>
                    <a:pt x="1953" y="977"/>
                  </a:lnTo>
                  <a:close/>
                  <a:moveTo>
                    <a:pt x="303" y="1549"/>
                  </a:moveTo>
                  <a:lnTo>
                    <a:pt x="404" y="1583"/>
                  </a:lnTo>
                  <a:lnTo>
                    <a:pt x="337" y="1684"/>
                  </a:lnTo>
                  <a:lnTo>
                    <a:pt x="303" y="1549"/>
                  </a:lnTo>
                  <a:close/>
                  <a:moveTo>
                    <a:pt x="1347" y="1852"/>
                  </a:moveTo>
                  <a:lnTo>
                    <a:pt x="1381" y="1886"/>
                  </a:lnTo>
                  <a:lnTo>
                    <a:pt x="1414" y="1920"/>
                  </a:lnTo>
                  <a:lnTo>
                    <a:pt x="1381" y="1953"/>
                  </a:lnTo>
                  <a:lnTo>
                    <a:pt x="1212" y="2021"/>
                  </a:lnTo>
                  <a:lnTo>
                    <a:pt x="1347" y="1852"/>
                  </a:lnTo>
                  <a:close/>
                  <a:moveTo>
                    <a:pt x="1145" y="1"/>
                  </a:moveTo>
                  <a:lnTo>
                    <a:pt x="943" y="34"/>
                  </a:lnTo>
                  <a:lnTo>
                    <a:pt x="842" y="34"/>
                  </a:lnTo>
                  <a:lnTo>
                    <a:pt x="741" y="68"/>
                  </a:lnTo>
                  <a:lnTo>
                    <a:pt x="573" y="135"/>
                  </a:lnTo>
                  <a:lnTo>
                    <a:pt x="404" y="270"/>
                  </a:lnTo>
                  <a:lnTo>
                    <a:pt x="270" y="472"/>
                  </a:lnTo>
                  <a:lnTo>
                    <a:pt x="169" y="674"/>
                  </a:lnTo>
                  <a:lnTo>
                    <a:pt x="68" y="876"/>
                  </a:lnTo>
                  <a:lnTo>
                    <a:pt x="34" y="1078"/>
                  </a:lnTo>
                  <a:lnTo>
                    <a:pt x="0" y="1246"/>
                  </a:lnTo>
                  <a:lnTo>
                    <a:pt x="0" y="1448"/>
                  </a:lnTo>
                  <a:lnTo>
                    <a:pt x="34" y="1650"/>
                  </a:lnTo>
                  <a:lnTo>
                    <a:pt x="101" y="1819"/>
                  </a:lnTo>
                  <a:lnTo>
                    <a:pt x="169" y="1987"/>
                  </a:lnTo>
                  <a:lnTo>
                    <a:pt x="303" y="2088"/>
                  </a:lnTo>
                  <a:lnTo>
                    <a:pt x="438" y="2189"/>
                  </a:lnTo>
                  <a:lnTo>
                    <a:pt x="606" y="2256"/>
                  </a:lnTo>
                  <a:lnTo>
                    <a:pt x="808" y="2324"/>
                  </a:lnTo>
                  <a:lnTo>
                    <a:pt x="876" y="2357"/>
                  </a:lnTo>
                  <a:lnTo>
                    <a:pt x="943" y="2324"/>
                  </a:lnTo>
                  <a:lnTo>
                    <a:pt x="1179" y="2324"/>
                  </a:lnTo>
                  <a:lnTo>
                    <a:pt x="1381" y="2256"/>
                  </a:lnTo>
                  <a:lnTo>
                    <a:pt x="1583" y="2155"/>
                  </a:lnTo>
                  <a:lnTo>
                    <a:pt x="1751" y="1987"/>
                  </a:lnTo>
                  <a:lnTo>
                    <a:pt x="1919" y="1819"/>
                  </a:lnTo>
                  <a:lnTo>
                    <a:pt x="2054" y="1617"/>
                  </a:lnTo>
                  <a:lnTo>
                    <a:pt x="2121" y="1415"/>
                  </a:lnTo>
                  <a:lnTo>
                    <a:pt x="2155" y="1179"/>
                  </a:lnTo>
                  <a:lnTo>
                    <a:pt x="2155" y="943"/>
                  </a:lnTo>
                  <a:lnTo>
                    <a:pt x="2088" y="775"/>
                  </a:lnTo>
                  <a:lnTo>
                    <a:pt x="2020" y="573"/>
                  </a:lnTo>
                  <a:lnTo>
                    <a:pt x="1886" y="371"/>
                  </a:lnTo>
                  <a:lnTo>
                    <a:pt x="1717" y="236"/>
                  </a:lnTo>
                  <a:lnTo>
                    <a:pt x="1549" y="102"/>
                  </a:lnTo>
                  <a:lnTo>
                    <a:pt x="1347" y="34"/>
                  </a:lnTo>
                  <a:lnTo>
                    <a:pt x="114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6" name="Google Shape;73;p2"/>
            <p:cNvSpPr>
              <a:spLocks/>
            </p:cNvSpPr>
            <p:nvPr/>
          </p:nvSpPr>
          <p:spPr bwMode="auto">
            <a:xfrm>
              <a:off x="1586538" y="2076064"/>
              <a:ext cx="190792" cy="201927"/>
            </a:xfrm>
            <a:custGeom>
              <a:avLst/>
              <a:gdLst>
                <a:gd name="T0" fmla="*/ 107691 w 2863"/>
                <a:gd name="T1" fmla="*/ 15722 h 3031"/>
                <a:gd name="T2" fmla="*/ 132415 w 2863"/>
                <a:gd name="T3" fmla="*/ 22451 h 3031"/>
                <a:gd name="T4" fmla="*/ 154806 w 2863"/>
                <a:gd name="T5" fmla="*/ 38174 h 3031"/>
                <a:gd name="T6" fmla="*/ 172799 w 2863"/>
                <a:gd name="T7" fmla="*/ 62823 h 3031"/>
                <a:gd name="T8" fmla="*/ 181729 w 2863"/>
                <a:gd name="T9" fmla="*/ 94268 h 3031"/>
                <a:gd name="T10" fmla="*/ 174998 w 2863"/>
                <a:gd name="T11" fmla="*/ 125646 h 3031"/>
                <a:gd name="T12" fmla="*/ 159338 w 2863"/>
                <a:gd name="T13" fmla="*/ 152561 h 3031"/>
                <a:gd name="T14" fmla="*/ 134614 w 2863"/>
                <a:gd name="T15" fmla="*/ 175012 h 3031"/>
                <a:gd name="T16" fmla="*/ 112223 w 2863"/>
                <a:gd name="T17" fmla="*/ 183939 h 3031"/>
                <a:gd name="T18" fmla="*/ 92031 w 2863"/>
                <a:gd name="T19" fmla="*/ 188470 h 3031"/>
                <a:gd name="T20" fmla="*/ 74038 w 2863"/>
                <a:gd name="T21" fmla="*/ 183939 h 3031"/>
                <a:gd name="T22" fmla="*/ 56111 w 2863"/>
                <a:gd name="T23" fmla="*/ 175012 h 3031"/>
                <a:gd name="T24" fmla="*/ 29189 w 2863"/>
                <a:gd name="T25" fmla="*/ 145832 h 3031"/>
                <a:gd name="T26" fmla="*/ 15727 w 2863"/>
                <a:gd name="T27" fmla="*/ 105460 h 3031"/>
                <a:gd name="T28" fmla="*/ 17993 w 2863"/>
                <a:gd name="T29" fmla="*/ 76281 h 3031"/>
                <a:gd name="T30" fmla="*/ 26923 w 2863"/>
                <a:gd name="T31" fmla="*/ 49366 h 3031"/>
                <a:gd name="T32" fmla="*/ 38185 w 2863"/>
                <a:gd name="T33" fmla="*/ 35908 h 3031"/>
                <a:gd name="T34" fmla="*/ 65108 w 2863"/>
                <a:gd name="T35" fmla="*/ 20253 h 3031"/>
                <a:gd name="T36" fmla="*/ 94230 w 2863"/>
                <a:gd name="T37" fmla="*/ 13524 h 3031"/>
                <a:gd name="T38" fmla="*/ 56111 w 2863"/>
                <a:gd name="T39" fmla="*/ 4530 h 3031"/>
                <a:gd name="T40" fmla="*/ 42650 w 2863"/>
                <a:gd name="T41" fmla="*/ 15722 h 3031"/>
                <a:gd name="T42" fmla="*/ 24724 w 2863"/>
                <a:gd name="T43" fmla="*/ 33710 h 3031"/>
                <a:gd name="T44" fmla="*/ 11262 w 2863"/>
                <a:gd name="T45" fmla="*/ 58360 h 3031"/>
                <a:gd name="T46" fmla="*/ 2266 w 2863"/>
                <a:gd name="T47" fmla="*/ 83009 h 3031"/>
                <a:gd name="T48" fmla="*/ 0 w 2863"/>
                <a:gd name="T49" fmla="*/ 116653 h 3031"/>
                <a:gd name="T50" fmla="*/ 15727 w 2863"/>
                <a:gd name="T51" fmla="*/ 159290 h 3031"/>
                <a:gd name="T52" fmla="*/ 44916 w 2863"/>
                <a:gd name="T53" fmla="*/ 188470 h 3031"/>
                <a:gd name="T54" fmla="*/ 62842 w 2863"/>
                <a:gd name="T55" fmla="*/ 197397 h 3031"/>
                <a:gd name="T56" fmla="*/ 96496 w 2863"/>
                <a:gd name="T57" fmla="*/ 201927 h 3031"/>
                <a:gd name="T58" fmla="*/ 127883 w 2863"/>
                <a:gd name="T59" fmla="*/ 192933 h 3031"/>
                <a:gd name="T60" fmla="*/ 161537 w 2863"/>
                <a:gd name="T61" fmla="*/ 170482 h 3031"/>
                <a:gd name="T62" fmla="*/ 181729 w 2863"/>
                <a:gd name="T63" fmla="*/ 139104 h 3031"/>
                <a:gd name="T64" fmla="*/ 190725 w 2863"/>
                <a:gd name="T65" fmla="*/ 98732 h 3031"/>
                <a:gd name="T66" fmla="*/ 186260 w 2863"/>
                <a:gd name="T67" fmla="*/ 67353 h 3031"/>
                <a:gd name="T68" fmla="*/ 177264 w 2863"/>
                <a:gd name="T69" fmla="*/ 47167 h 3031"/>
                <a:gd name="T70" fmla="*/ 157072 w 2863"/>
                <a:gd name="T71" fmla="*/ 22451 h 3031"/>
                <a:gd name="T72" fmla="*/ 121153 w 2863"/>
                <a:gd name="T73" fmla="*/ 4530 h 3031"/>
                <a:gd name="T74" fmla="*/ 78569 w 2863"/>
                <a:gd name="T75" fmla="*/ 67 h 303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63" h="3031" extrusionOk="0">
                  <a:moveTo>
                    <a:pt x="1414" y="203"/>
                  </a:moveTo>
                  <a:lnTo>
                    <a:pt x="1616" y="236"/>
                  </a:lnTo>
                  <a:lnTo>
                    <a:pt x="1818" y="270"/>
                  </a:lnTo>
                  <a:lnTo>
                    <a:pt x="1987" y="337"/>
                  </a:lnTo>
                  <a:lnTo>
                    <a:pt x="2155" y="438"/>
                  </a:lnTo>
                  <a:lnTo>
                    <a:pt x="2323" y="573"/>
                  </a:lnTo>
                  <a:lnTo>
                    <a:pt x="2458" y="741"/>
                  </a:lnTo>
                  <a:lnTo>
                    <a:pt x="2593" y="943"/>
                  </a:lnTo>
                  <a:lnTo>
                    <a:pt x="2694" y="1179"/>
                  </a:lnTo>
                  <a:lnTo>
                    <a:pt x="2727" y="1415"/>
                  </a:lnTo>
                  <a:lnTo>
                    <a:pt x="2694" y="1650"/>
                  </a:lnTo>
                  <a:lnTo>
                    <a:pt x="2626" y="1886"/>
                  </a:lnTo>
                  <a:lnTo>
                    <a:pt x="2525" y="2088"/>
                  </a:lnTo>
                  <a:lnTo>
                    <a:pt x="2391" y="2290"/>
                  </a:lnTo>
                  <a:lnTo>
                    <a:pt x="2222" y="2458"/>
                  </a:lnTo>
                  <a:lnTo>
                    <a:pt x="2020" y="2627"/>
                  </a:lnTo>
                  <a:lnTo>
                    <a:pt x="1852" y="2694"/>
                  </a:lnTo>
                  <a:lnTo>
                    <a:pt x="1684" y="2761"/>
                  </a:lnTo>
                  <a:lnTo>
                    <a:pt x="1549" y="2795"/>
                  </a:lnTo>
                  <a:lnTo>
                    <a:pt x="1381" y="2829"/>
                  </a:lnTo>
                  <a:lnTo>
                    <a:pt x="1246" y="2795"/>
                  </a:lnTo>
                  <a:lnTo>
                    <a:pt x="1111" y="2761"/>
                  </a:lnTo>
                  <a:lnTo>
                    <a:pt x="977" y="2728"/>
                  </a:lnTo>
                  <a:lnTo>
                    <a:pt x="842" y="2627"/>
                  </a:lnTo>
                  <a:lnTo>
                    <a:pt x="606" y="2458"/>
                  </a:lnTo>
                  <a:lnTo>
                    <a:pt x="438" y="2189"/>
                  </a:lnTo>
                  <a:lnTo>
                    <a:pt x="303" y="1920"/>
                  </a:lnTo>
                  <a:lnTo>
                    <a:pt x="236" y="1583"/>
                  </a:lnTo>
                  <a:lnTo>
                    <a:pt x="236" y="1381"/>
                  </a:lnTo>
                  <a:lnTo>
                    <a:pt x="270" y="1145"/>
                  </a:lnTo>
                  <a:lnTo>
                    <a:pt x="337" y="943"/>
                  </a:lnTo>
                  <a:lnTo>
                    <a:pt x="404" y="741"/>
                  </a:lnTo>
                  <a:lnTo>
                    <a:pt x="472" y="607"/>
                  </a:lnTo>
                  <a:lnTo>
                    <a:pt x="573" y="539"/>
                  </a:lnTo>
                  <a:lnTo>
                    <a:pt x="741" y="405"/>
                  </a:lnTo>
                  <a:lnTo>
                    <a:pt x="977" y="304"/>
                  </a:lnTo>
                  <a:lnTo>
                    <a:pt x="1212" y="236"/>
                  </a:lnTo>
                  <a:lnTo>
                    <a:pt x="1414" y="203"/>
                  </a:lnTo>
                  <a:close/>
                  <a:moveTo>
                    <a:pt x="1179" y="1"/>
                  </a:moveTo>
                  <a:lnTo>
                    <a:pt x="842" y="68"/>
                  </a:lnTo>
                  <a:lnTo>
                    <a:pt x="808" y="135"/>
                  </a:lnTo>
                  <a:lnTo>
                    <a:pt x="640" y="236"/>
                  </a:lnTo>
                  <a:lnTo>
                    <a:pt x="472" y="371"/>
                  </a:lnTo>
                  <a:lnTo>
                    <a:pt x="371" y="506"/>
                  </a:lnTo>
                  <a:lnTo>
                    <a:pt x="236" y="674"/>
                  </a:lnTo>
                  <a:lnTo>
                    <a:pt x="169" y="876"/>
                  </a:lnTo>
                  <a:lnTo>
                    <a:pt x="68" y="1078"/>
                  </a:lnTo>
                  <a:lnTo>
                    <a:pt x="34" y="1246"/>
                  </a:lnTo>
                  <a:lnTo>
                    <a:pt x="0" y="1448"/>
                  </a:lnTo>
                  <a:lnTo>
                    <a:pt x="0" y="1751"/>
                  </a:lnTo>
                  <a:lnTo>
                    <a:pt x="101" y="2088"/>
                  </a:lnTo>
                  <a:lnTo>
                    <a:pt x="236" y="2391"/>
                  </a:lnTo>
                  <a:lnTo>
                    <a:pt x="438" y="2627"/>
                  </a:lnTo>
                  <a:lnTo>
                    <a:pt x="674" y="2829"/>
                  </a:lnTo>
                  <a:lnTo>
                    <a:pt x="808" y="2930"/>
                  </a:lnTo>
                  <a:lnTo>
                    <a:pt x="943" y="2963"/>
                  </a:lnTo>
                  <a:lnTo>
                    <a:pt x="1111" y="3031"/>
                  </a:lnTo>
                  <a:lnTo>
                    <a:pt x="1448" y="3031"/>
                  </a:lnTo>
                  <a:lnTo>
                    <a:pt x="1616" y="2997"/>
                  </a:lnTo>
                  <a:lnTo>
                    <a:pt x="1919" y="2896"/>
                  </a:lnTo>
                  <a:lnTo>
                    <a:pt x="2189" y="2761"/>
                  </a:lnTo>
                  <a:lnTo>
                    <a:pt x="2424" y="2559"/>
                  </a:lnTo>
                  <a:lnTo>
                    <a:pt x="2593" y="2357"/>
                  </a:lnTo>
                  <a:lnTo>
                    <a:pt x="2727" y="2088"/>
                  </a:lnTo>
                  <a:lnTo>
                    <a:pt x="2828" y="1819"/>
                  </a:lnTo>
                  <a:lnTo>
                    <a:pt x="2862" y="1482"/>
                  </a:lnTo>
                  <a:lnTo>
                    <a:pt x="2828" y="1179"/>
                  </a:lnTo>
                  <a:lnTo>
                    <a:pt x="2795" y="1011"/>
                  </a:lnTo>
                  <a:lnTo>
                    <a:pt x="2727" y="842"/>
                  </a:lnTo>
                  <a:lnTo>
                    <a:pt x="2660" y="708"/>
                  </a:lnTo>
                  <a:lnTo>
                    <a:pt x="2593" y="573"/>
                  </a:lnTo>
                  <a:lnTo>
                    <a:pt x="2357" y="337"/>
                  </a:lnTo>
                  <a:lnTo>
                    <a:pt x="2088" y="169"/>
                  </a:lnTo>
                  <a:lnTo>
                    <a:pt x="1818" y="68"/>
                  </a:lnTo>
                  <a:lnTo>
                    <a:pt x="1482" y="1"/>
                  </a:lnTo>
                  <a:lnTo>
                    <a:pt x="117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grpSp>
      <p:grpSp>
        <p:nvGrpSpPr>
          <p:cNvPr id="67" name="Google Shape;74;p2"/>
          <p:cNvGrpSpPr>
            <a:grpSpLocks/>
          </p:cNvGrpSpPr>
          <p:nvPr/>
        </p:nvGrpSpPr>
        <p:grpSpPr bwMode="auto">
          <a:xfrm>
            <a:off x="3259138" y="5162550"/>
            <a:ext cx="3279775" cy="1439863"/>
            <a:chOff x="1573057" y="5173288"/>
            <a:chExt cx="3285190" cy="1442497"/>
          </a:xfrm>
        </p:grpSpPr>
        <p:sp>
          <p:nvSpPr>
            <p:cNvPr id="68" name="Google Shape;75;p2"/>
            <p:cNvSpPr>
              <a:spLocks/>
            </p:cNvSpPr>
            <p:nvPr/>
          </p:nvSpPr>
          <p:spPr bwMode="auto">
            <a:xfrm>
              <a:off x="3687918" y="5615420"/>
              <a:ext cx="155832" cy="147908"/>
            </a:xfrm>
            <a:custGeom>
              <a:avLst/>
              <a:gdLst>
                <a:gd name="T0" fmla="*/ 128675 w 2324"/>
                <a:gd name="T1" fmla="*/ 13440 h 2223"/>
                <a:gd name="T2" fmla="*/ 130955 w 2324"/>
                <a:gd name="T3" fmla="*/ 38125 h 2223"/>
                <a:gd name="T4" fmla="*/ 135448 w 2324"/>
                <a:gd name="T5" fmla="*/ 62743 h 2223"/>
                <a:gd name="T6" fmla="*/ 140007 w 2324"/>
                <a:gd name="T7" fmla="*/ 91885 h 2223"/>
                <a:gd name="T8" fmla="*/ 144500 w 2324"/>
                <a:gd name="T9" fmla="*/ 120961 h 2223"/>
                <a:gd name="T10" fmla="*/ 130955 w 2324"/>
                <a:gd name="T11" fmla="*/ 120961 h 2223"/>
                <a:gd name="T12" fmla="*/ 119690 w 2324"/>
                <a:gd name="T13" fmla="*/ 123223 h 2223"/>
                <a:gd name="T14" fmla="*/ 94813 w 2324"/>
                <a:gd name="T15" fmla="*/ 127681 h 2223"/>
                <a:gd name="T16" fmla="*/ 63231 w 2324"/>
                <a:gd name="T17" fmla="*/ 132206 h 2223"/>
                <a:gd name="T18" fmla="*/ 47407 w 2324"/>
                <a:gd name="T19" fmla="*/ 134401 h 2223"/>
                <a:gd name="T20" fmla="*/ 31649 w 2324"/>
                <a:gd name="T21" fmla="*/ 138926 h 2223"/>
                <a:gd name="T22" fmla="*/ 24877 w 2324"/>
                <a:gd name="T23" fmla="*/ 109783 h 2223"/>
                <a:gd name="T24" fmla="*/ 18104 w 2324"/>
                <a:gd name="T25" fmla="*/ 78445 h 2223"/>
                <a:gd name="T26" fmla="*/ 13545 w 2324"/>
                <a:gd name="T27" fmla="*/ 53761 h 2223"/>
                <a:gd name="T28" fmla="*/ 6772 w 2324"/>
                <a:gd name="T29" fmla="*/ 29142 h 2223"/>
                <a:gd name="T30" fmla="*/ 67724 w 2324"/>
                <a:gd name="T31" fmla="*/ 22422 h 2223"/>
                <a:gd name="T32" fmla="*/ 128675 w 2324"/>
                <a:gd name="T33" fmla="*/ 13440 h 2223"/>
                <a:gd name="T34" fmla="*/ 126463 w 2324"/>
                <a:gd name="T35" fmla="*/ 0 h 2223"/>
                <a:gd name="T36" fmla="*/ 65511 w 2324"/>
                <a:gd name="T37" fmla="*/ 8982 h 2223"/>
                <a:gd name="T38" fmla="*/ 4560 w 2324"/>
                <a:gd name="T39" fmla="*/ 17965 h 2223"/>
                <a:gd name="T40" fmla="*/ 2280 w 2324"/>
                <a:gd name="T41" fmla="*/ 20160 h 2223"/>
                <a:gd name="T42" fmla="*/ 0 w 2324"/>
                <a:gd name="T43" fmla="*/ 24685 h 2223"/>
                <a:gd name="T44" fmla="*/ 0 w 2324"/>
                <a:gd name="T45" fmla="*/ 40320 h 2223"/>
                <a:gd name="T46" fmla="*/ 2280 w 2324"/>
                <a:gd name="T47" fmla="*/ 53761 h 2223"/>
                <a:gd name="T48" fmla="*/ 6772 w 2324"/>
                <a:gd name="T49" fmla="*/ 80641 h 2223"/>
                <a:gd name="T50" fmla="*/ 13545 w 2324"/>
                <a:gd name="T51" fmla="*/ 114241 h 2223"/>
                <a:gd name="T52" fmla="*/ 18104 w 2324"/>
                <a:gd name="T53" fmla="*/ 129943 h 2223"/>
                <a:gd name="T54" fmla="*/ 24877 w 2324"/>
                <a:gd name="T55" fmla="*/ 145646 h 2223"/>
                <a:gd name="T56" fmla="*/ 27090 w 2324"/>
                <a:gd name="T57" fmla="*/ 147841 h 2223"/>
                <a:gd name="T58" fmla="*/ 45194 w 2324"/>
                <a:gd name="T59" fmla="*/ 147841 h 2223"/>
                <a:gd name="T60" fmla="*/ 58739 w 2324"/>
                <a:gd name="T61" fmla="*/ 145646 h 2223"/>
                <a:gd name="T62" fmla="*/ 88041 w 2324"/>
                <a:gd name="T63" fmla="*/ 141121 h 2223"/>
                <a:gd name="T64" fmla="*/ 117410 w 2324"/>
                <a:gd name="T65" fmla="*/ 138926 h 2223"/>
                <a:gd name="T66" fmla="*/ 133235 w 2324"/>
                <a:gd name="T67" fmla="*/ 136664 h 2223"/>
                <a:gd name="T68" fmla="*/ 146780 w 2324"/>
                <a:gd name="T69" fmla="*/ 132206 h 2223"/>
                <a:gd name="T70" fmla="*/ 153552 w 2324"/>
                <a:gd name="T71" fmla="*/ 132206 h 2223"/>
                <a:gd name="T72" fmla="*/ 155765 w 2324"/>
                <a:gd name="T73" fmla="*/ 129943 h 2223"/>
                <a:gd name="T74" fmla="*/ 155765 w 2324"/>
                <a:gd name="T75" fmla="*/ 114241 h 2223"/>
                <a:gd name="T76" fmla="*/ 153552 w 2324"/>
                <a:gd name="T77" fmla="*/ 98605 h 2223"/>
                <a:gd name="T78" fmla="*/ 148993 w 2324"/>
                <a:gd name="T79" fmla="*/ 69463 h 2223"/>
                <a:gd name="T80" fmla="*/ 144500 w 2324"/>
                <a:gd name="T81" fmla="*/ 35863 h 2223"/>
                <a:gd name="T82" fmla="*/ 140007 w 2324"/>
                <a:gd name="T83" fmla="*/ 20160 h 2223"/>
                <a:gd name="T84" fmla="*/ 133235 w 2324"/>
                <a:gd name="T85" fmla="*/ 4524 h 2223"/>
                <a:gd name="T86" fmla="*/ 130955 w 2324"/>
                <a:gd name="T87" fmla="*/ 2262 h 2223"/>
                <a:gd name="T88" fmla="*/ 126463 w 2324"/>
                <a:gd name="T89" fmla="*/ 0 h 222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324" h="2223" extrusionOk="0">
                  <a:moveTo>
                    <a:pt x="1919" y="202"/>
                  </a:moveTo>
                  <a:lnTo>
                    <a:pt x="1953" y="573"/>
                  </a:lnTo>
                  <a:lnTo>
                    <a:pt x="2020" y="943"/>
                  </a:lnTo>
                  <a:lnTo>
                    <a:pt x="2088" y="1381"/>
                  </a:lnTo>
                  <a:lnTo>
                    <a:pt x="2155" y="1818"/>
                  </a:lnTo>
                  <a:lnTo>
                    <a:pt x="1953" y="1818"/>
                  </a:lnTo>
                  <a:lnTo>
                    <a:pt x="1785" y="1852"/>
                  </a:lnTo>
                  <a:lnTo>
                    <a:pt x="1414" y="1919"/>
                  </a:lnTo>
                  <a:lnTo>
                    <a:pt x="943" y="1987"/>
                  </a:lnTo>
                  <a:lnTo>
                    <a:pt x="707" y="2020"/>
                  </a:lnTo>
                  <a:lnTo>
                    <a:pt x="472" y="2088"/>
                  </a:lnTo>
                  <a:lnTo>
                    <a:pt x="371" y="1650"/>
                  </a:lnTo>
                  <a:lnTo>
                    <a:pt x="270" y="1179"/>
                  </a:lnTo>
                  <a:lnTo>
                    <a:pt x="202" y="808"/>
                  </a:lnTo>
                  <a:lnTo>
                    <a:pt x="101" y="438"/>
                  </a:lnTo>
                  <a:lnTo>
                    <a:pt x="1010" y="337"/>
                  </a:lnTo>
                  <a:lnTo>
                    <a:pt x="1919" y="202"/>
                  </a:lnTo>
                  <a:close/>
                  <a:moveTo>
                    <a:pt x="1886" y="0"/>
                  </a:moveTo>
                  <a:lnTo>
                    <a:pt x="977" y="135"/>
                  </a:lnTo>
                  <a:lnTo>
                    <a:pt x="68" y="270"/>
                  </a:lnTo>
                  <a:lnTo>
                    <a:pt x="34" y="303"/>
                  </a:lnTo>
                  <a:lnTo>
                    <a:pt x="0" y="371"/>
                  </a:lnTo>
                  <a:lnTo>
                    <a:pt x="0" y="606"/>
                  </a:lnTo>
                  <a:lnTo>
                    <a:pt x="34" y="808"/>
                  </a:lnTo>
                  <a:lnTo>
                    <a:pt x="101" y="1212"/>
                  </a:lnTo>
                  <a:lnTo>
                    <a:pt x="202" y="1717"/>
                  </a:lnTo>
                  <a:lnTo>
                    <a:pt x="270" y="1953"/>
                  </a:lnTo>
                  <a:lnTo>
                    <a:pt x="371" y="2189"/>
                  </a:lnTo>
                  <a:lnTo>
                    <a:pt x="404" y="2222"/>
                  </a:lnTo>
                  <a:lnTo>
                    <a:pt x="674" y="2222"/>
                  </a:lnTo>
                  <a:lnTo>
                    <a:pt x="876" y="2189"/>
                  </a:lnTo>
                  <a:lnTo>
                    <a:pt x="1313" y="2121"/>
                  </a:lnTo>
                  <a:lnTo>
                    <a:pt x="1751" y="2088"/>
                  </a:lnTo>
                  <a:lnTo>
                    <a:pt x="1987" y="2054"/>
                  </a:lnTo>
                  <a:lnTo>
                    <a:pt x="2189" y="1987"/>
                  </a:lnTo>
                  <a:lnTo>
                    <a:pt x="2290" y="1987"/>
                  </a:lnTo>
                  <a:lnTo>
                    <a:pt x="2323" y="1953"/>
                  </a:lnTo>
                  <a:lnTo>
                    <a:pt x="2323" y="1717"/>
                  </a:lnTo>
                  <a:lnTo>
                    <a:pt x="2290" y="1482"/>
                  </a:lnTo>
                  <a:lnTo>
                    <a:pt x="2222" y="1044"/>
                  </a:lnTo>
                  <a:lnTo>
                    <a:pt x="2155" y="539"/>
                  </a:lnTo>
                  <a:lnTo>
                    <a:pt x="2088" y="303"/>
                  </a:lnTo>
                  <a:lnTo>
                    <a:pt x="1987" y="68"/>
                  </a:lnTo>
                  <a:lnTo>
                    <a:pt x="1953" y="34"/>
                  </a:lnTo>
                  <a:lnTo>
                    <a:pt x="18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69" name="Google Shape;76;p2"/>
            <p:cNvSpPr>
              <a:spLocks/>
            </p:cNvSpPr>
            <p:nvPr/>
          </p:nvSpPr>
          <p:spPr bwMode="auto">
            <a:xfrm>
              <a:off x="3581379" y="5472284"/>
              <a:ext cx="154242" cy="152679"/>
            </a:xfrm>
            <a:custGeom>
              <a:avLst/>
              <a:gdLst>
                <a:gd name="T0" fmla="*/ 131876 w 2324"/>
                <a:gd name="T1" fmla="*/ 0 h 2290"/>
                <a:gd name="T2" fmla="*/ 129619 w 2324"/>
                <a:gd name="T3" fmla="*/ 2267 h 2290"/>
                <a:gd name="T4" fmla="*/ 129619 w 2324"/>
                <a:gd name="T5" fmla="*/ 6734 h 2290"/>
                <a:gd name="T6" fmla="*/ 96103 w 2324"/>
                <a:gd name="T7" fmla="*/ 6734 h 2290"/>
                <a:gd name="T8" fmla="*/ 62586 w 2324"/>
                <a:gd name="T9" fmla="*/ 11268 h 2290"/>
                <a:gd name="T10" fmla="*/ 33516 w 2324"/>
                <a:gd name="T11" fmla="*/ 13468 h 2290"/>
                <a:gd name="T12" fmla="*/ 17920 w 2324"/>
                <a:gd name="T13" fmla="*/ 15735 h 2290"/>
                <a:gd name="T14" fmla="*/ 13407 w 2324"/>
                <a:gd name="T15" fmla="*/ 18001 h 2290"/>
                <a:gd name="T16" fmla="*/ 6703 w 2324"/>
                <a:gd name="T17" fmla="*/ 22468 h 2290"/>
                <a:gd name="T18" fmla="*/ 17920 w 2324"/>
                <a:gd name="T19" fmla="*/ 26936 h 2290"/>
                <a:gd name="T20" fmla="*/ 31326 w 2324"/>
                <a:gd name="T21" fmla="*/ 26936 h 2290"/>
                <a:gd name="T22" fmla="*/ 55883 w 2324"/>
                <a:gd name="T23" fmla="*/ 24735 h 2290"/>
                <a:gd name="T24" fmla="*/ 91656 w 2324"/>
                <a:gd name="T25" fmla="*/ 22468 h 2290"/>
                <a:gd name="T26" fmla="*/ 129619 w 2324"/>
                <a:gd name="T27" fmla="*/ 18001 h 2290"/>
                <a:gd name="T28" fmla="*/ 131876 w 2324"/>
                <a:gd name="T29" fmla="*/ 40470 h 2290"/>
                <a:gd name="T30" fmla="*/ 134066 w 2324"/>
                <a:gd name="T31" fmla="*/ 62872 h 2290"/>
                <a:gd name="T32" fmla="*/ 138579 w 2324"/>
                <a:gd name="T33" fmla="*/ 92074 h 2290"/>
                <a:gd name="T34" fmla="*/ 140769 w 2324"/>
                <a:gd name="T35" fmla="*/ 105542 h 2290"/>
                <a:gd name="T36" fmla="*/ 145282 w 2324"/>
                <a:gd name="T37" fmla="*/ 119010 h 2290"/>
                <a:gd name="T38" fmla="*/ 143026 w 2324"/>
                <a:gd name="T39" fmla="*/ 119010 h 2290"/>
                <a:gd name="T40" fmla="*/ 84953 w 2324"/>
                <a:gd name="T41" fmla="*/ 128010 h 2290"/>
                <a:gd name="T42" fmla="*/ 53626 w 2324"/>
                <a:gd name="T43" fmla="*/ 132477 h 2290"/>
                <a:gd name="T44" fmla="*/ 26813 w 2324"/>
                <a:gd name="T45" fmla="*/ 141478 h 2290"/>
                <a:gd name="T46" fmla="*/ 20110 w 2324"/>
                <a:gd name="T47" fmla="*/ 112276 h 2290"/>
                <a:gd name="T48" fmla="*/ 15663 w 2324"/>
                <a:gd name="T49" fmla="*/ 83073 h 2290"/>
                <a:gd name="T50" fmla="*/ 13407 w 2324"/>
                <a:gd name="T51" fmla="*/ 51671 h 2290"/>
                <a:gd name="T52" fmla="*/ 11216 w 2324"/>
                <a:gd name="T53" fmla="*/ 38203 h 2290"/>
                <a:gd name="T54" fmla="*/ 6703 w 2324"/>
                <a:gd name="T55" fmla="*/ 24735 h 2290"/>
                <a:gd name="T56" fmla="*/ 4513 w 2324"/>
                <a:gd name="T57" fmla="*/ 24735 h 2290"/>
                <a:gd name="T58" fmla="*/ 2257 w 2324"/>
                <a:gd name="T59" fmla="*/ 33669 h 2290"/>
                <a:gd name="T60" fmla="*/ 0 w 2324"/>
                <a:gd name="T61" fmla="*/ 42670 h 2290"/>
                <a:gd name="T62" fmla="*/ 0 w 2324"/>
                <a:gd name="T63" fmla="*/ 65139 h 2290"/>
                <a:gd name="T64" fmla="*/ 6703 w 2324"/>
                <a:gd name="T65" fmla="*/ 105542 h 2290"/>
                <a:gd name="T66" fmla="*/ 8960 w 2324"/>
                <a:gd name="T67" fmla="*/ 119010 h 2290"/>
                <a:gd name="T68" fmla="*/ 8960 w 2324"/>
                <a:gd name="T69" fmla="*/ 132477 h 2290"/>
                <a:gd name="T70" fmla="*/ 11216 w 2324"/>
                <a:gd name="T71" fmla="*/ 139211 h 2290"/>
                <a:gd name="T72" fmla="*/ 15663 w 2324"/>
                <a:gd name="T73" fmla="*/ 145945 h 2290"/>
                <a:gd name="T74" fmla="*/ 17920 w 2324"/>
                <a:gd name="T75" fmla="*/ 150412 h 2290"/>
                <a:gd name="T76" fmla="*/ 24623 w 2324"/>
                <a:gd name="T77" fmla="*/ 152679 h 2290"/>
                <a:gd name="T78" fmla="*/ 26813 w 2324"/>
                <a:gd name="T79" fmla="*/ 150412 h 2290"/>
                <a:gd name="T80" fmla="*/ 29070 w 2324"/>
                <a:gd name="T81" fmla="*/ 148212 h 2290"/>
                <a:gd name="T82" fmla="*/ 58139 w 2324"/>
                <a:gd name="T83" fmla="*/ 148212 h 2290"/>
                <a:gd name="T84" fmla="*/ 87143 w 2324"/>
                <a:gd name="T85" fmla="*/ 143678 h 2290"/>
                <a:gd name="T86" fmla="*/ 145282 w 2324"/>
                <a:gd name="T87" fmla="*/ 132477 h 2290"/>
                <a:gd name="T88" fmla="*/ 149729 w 2324"/>
                <a:gd name="T89" fmla="*/ 130211 h 2290"/>
                <a:gd name="T90" fmla="*/ 151985 w 2324"/>
                <a:gd name="T91" fmla="*/ 132477 h 2290"/>
                <a:gd name="T92" fmla="*/ 154176 w 2324"/>
                <a:gd name="T93" fmla="*/ 130211 h 2290"/>
                <a:gd name="T94" fmla="*/ 154176 w 2324"/>
                <a:gd name="T95" fmla="*/ 114543 h 2290"/>
                <a:gd name="T96" fmla="*/ 151985 w 2324"/>
                <a:gd name="T97" fmla="*/ 98808 h 2290"/>
                <a:gd name="T98" fmla="*/ 147472 w 2324"/>
                <a:gd name="T99" fmla="*/ 69606 h 2290"/>
                <a:gd name="T100" fmla="*/ 143026 w 2324"/>
                <a:gd name="T101" fmla="*/ 35936 h 2290"/>
                <a:gd name="T102" fmla="*/ 140769 w 2324"/>
                <a:gd name="T103" fmla="*/ 18001 h 2290"/>
                <a:gd name="T104" fmla="*/ 136322 w 2324"/>
                <a:gd name="T105" fmla="*/ 2267 h 2290"/>
                <a:gd name="T106" fmla="*/ 134066 w 2324"/>
                <a:gd name="T107" fmla="*/ 0 h 2290"/>
                <a:gd name="T108" fmla="*/ 131876 w 2324"/>
                <a:gd name="T109" fmla="*/ 0 h 229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 h="2290" extrusionOk="0">
                  <a:moveTo>
                    <a:pt x="1987" y="0"/>
                  </a:moveTo>
                  <a:lnTo>
                    <a:pt x="1953" y="34"/>
                  </a:lnTo>
                  <a:lnTo>
                    <a:pt x="1953" y="101"/>
                  </a:lnTo>
                  <a:lnTo>
                    <a:pt x="1448" y="101"/>
                  </a:lnTo>
                  <a:lnTo>
                    <a:pt x="943" y="169"/>
                  </a:lnTo>
                  <a:lnTo>
                    <a:pt x="505" y="202"/>
                  </a:lnTo>
                  <a:lnTo>
                    <a:pt x="270" y="236"/>
                  </a:lnTo>
                  <a:lnTo>
                    <a:pt x="202" y="270"/>
                  </a:lnTo>
                  <a:lnTo>
                    <a:pt x="101" y="337"/>
                  </a:lnTo>
                  <a:lnTo>
                    <a:pt x="270" y="404"/>
                  </a:lnTo>
                  <a:lnTo>
                    <a:pt x="472" y="404"/>
                  </a:lnTo>
                  <a:lnTo>
                    <a:pt x="842" y="371"/>
                  </a:lnTo>
                  <a:lnTo>
                    <a:pt x="1381" y="337"/>
                  </a:lnTo>
                  <a:lnTo>
                    <a:pt x="1953" y="270"/>
                  </a:lnTo>
                  <a:lnTo>
                    <a:pt x="1987" y="607"/>
                  </a:lnTo>
                  <a:lnTo>
                    <a:pt x="2020" y="943"/>
                  </a:lnTo>
                  <a:lnTo>
                    <a:pt x="2088" y="1381"/>
                  </a:lnTo>
                  <a:lnTo>
                    <a:pt x="2121" y="1583"/>
                  </a:lnTo>
                  <a:lnTo>
                    <a:pt x="2189" y="1785"/>
                  </a:lnTo>
                  <a:lnTo>
                    <a:pt x="2155" y="1785"/>
                  </a:lnTo>
                  <a:lnTo>
                    <a:pt x="1280" y="1920"/>
                  </a:lnTo>
                  <a:lnTo>
                    <a:pt x="808" y="1987"/>
                  </a:lnTo>
                  <a:lnTo>
                    <a:pt x="404" y="2122"/>
                  </a:lnTo>
                  <a:lnTo>
                    <a:pt x="303" y="1684"/>
                  </a:lnTo>
                  <a:lnTo>
                    <a:pt x="236" y="1246"/>
                  </a:lnTo>
                  <a:lnTo>
                    <a:pt x="202" y="775"/>
                  </a:lnTo>
                  <a:lnTo>
                    <a:pt x="169" y="573"/>
                  </a:lnTo>
                  <a:lnTo>
                    <a:pt x="101" y="371"/>
                  </a:lnTo>
                  <a:lnTo>
                    <a:pt x="68" y="371"/>
                  </a:lnTo>
                  <a:lnTo>
                    <a:pt x="34" y="505"/>
                  </a:lnTo>
                  <a:lnTo>
                    <a:pt x="0" y="640"/>
                  </a:lnTo>
                  <a:lnTo>
                    <a:pt x="0" y="977"/>
                  </a:lnTo>
                  <a:lnTo>
                    <a:pt x="101" y="1583"/>
                  </a:lnTo>
                  <a:lnTo>
                    <a:pt x="135" y="1785"/>
                  </a:lnTo>
                  <a:lnTo>
                    <a:pt x="135" y="1987"/>
                  </a:lnTo>
                  <a:lnTo>
                    <a:pt x="169" y="2088"/>
                  </a:lnTo>
                  <a:lnTo>
                    <a:pt x="236" y="2189"/>
                  </a:lnTo>
                  <a:lnTo>
                    <a:pt x="270" y="2256"/>
                  </a:lnTo>
                  <a:lnTo>
                    <a:pt x="371" y="2290"/>
                  </a:lnTo>
                  <a:lnTo>
                    <a:pt x="404" y="2256"/>
                  </a:lnTo>
                  <a:lnTo>
                    <a:pt x="438" y="2223"/>
                  </a:lnTo>
                  <a:lnTo>
                    <a:pt x="876" y="2223"/>
                  </a:lnTo>
                  <a:lnTo>
                    <a:pt x="1313" y="2155"/>
                  </a:lnTo>
                  <a:lnTo>
                    <a:pt x="2189" y="1987"/>
                  </a:lnTo>
                  <a:lnTo>
                    <a:pt x="2256" y="1953"/>
                  </a:lnTo>
                  <a:lnTo>
                    <a:pt x="2290" y="1987"/>
                  </a:lnTo>
                  <a:lnTo>
                    <a:pt x="2323" y="1953"/>
                  </a:lnTo>
                  <a:lnTo>
                    <a:pt x="2323" y="1718"/>
                  </a:lnTo>
                  <a:lnTo>
                    <a:pt x="2290" y="1482"/>
                  </a:lnTo>
                  <a:lnTo>
                    <a:pt x="2222" y="1044"/>
                  </a:lnTo>
                  <a:lnTo>
                    <a:pt x="2155" y="539"/>
                  </a:lnTo>
                  <a:lnTo>
                    <a:pt x="2121" y="270"/>
                  </a:lnTo>
                  <a:lnTo>
                    <a:pt x="2054" y="34"/>
                  </a:lnTo>
                  <a:lnTo>
                    <a:pt x="2020" y="0"/>
                  </a:lnTo>
                  <a:lnTo>
                    <a:pt x="198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0" name="Google Shape;77;p2"/>
            <p:cNvSpPr>
              <a:spLocks/>
            </p:cNvSpPr>
            <p:nvPr/>
          </p:nvSpPr>
          <p:spPr bwMode="auto">
            <a:xfrm>
              <a:off x="3417597" y="6016202"/>
              <a:ext cx="41343" cy="38170"/>
            </a:xfrm>
            <a:custGeom>
              <a:avLst/>
              <a:gdLst>
                <a:gd name="T0" fmla="*/ 2316 w 607"/>
                <a:gd name="T1" fmla="*/ 66 h 574"/>
                <a:gd name="T2" fmla="*/ 0 w 607"/>
                <a:gd name="T3" fmla="*/ 4522 h 574"/>
                <a:gd name="T4" fmla="*/ 2316 w 607"/>
                <a:gd name="T5" fmla="*/ 6783 h 574"/>
                <a:gd name="T6" fmla="*/ 11511 w 607"/>
                <a:gd name="T7" fmla="*/ 11238 h 574"/>
                <a:gd name="T8" fmla="*/ 22953 w 607"/>
                <a:gd name="T9" fmla="*/ 13499 h 574"/>
                <a:gd name="T10" fmla="*/ 9195 w 607"/>
                <a:gd name="T11" fmla="*/ 29126 h 574"/>
                <a:gd name="T12" fmla="*/ 6879 w 607"/>
                <a:gd name="T13" fmla="*/ 31387 h 574"/>
                <a:gd name="T14" fmla="*/ 9195 w 607"/>
                <a:gd name="T15" fmla="*/ 35909 h 574"/>
                <a:gd name="T16" fmla="*/ 13758 w 607"/>
                <a:gd name="T17" fmla="*/ 38104 h 574"/>
                <a:gd name="T18" fmla="*/ 16074 w 607"/>
                <a:gd name="T19" fmla="*/ 35909 h 574"/>
                <a:gd name="T20" fmla="*/ 27517 w 607"/>
                <a:gd name="T21" fmla="*/ 26932 h 574"/>
                <a:gd name="T22" fmla="*/ 39027 w 607"/>
                <a:gd name="T23" fmla="*/ 15694 h 574"/>
                <a:gd name="T24" fmla="*/ 41275 w 607"/>
                <a:gd name="T25" fmla="*/ 13499 h 574"/>
                <a:gd name="T26" fmla="*/ 41275 w 607"/>
                <a:gd name="T27" fmla="*/ 8977 h 574"/>
                <a:gd name="T28" fmla="*/ 39027 w 607"/>
                <a:gd name="T29" fmla="*/ 6783 h 574"/>
                <a:gd name="T30" fmla="*/ 36711 w 607"/>
                <a:gd name="T31" fmla="*/ 4522 h 574"/>
                <a:gd name="T32" fmla="*/ 20637 w 607"/>
                <a:gd name="T33" fmla="*/ 2261 h 574"/>
                <a:gd name="T34" fmla="*/ 11511 w 607"/>
                <a:gd name="T35" fmla="*/ 66 h 574"/>
                <a:gd name="T36" fmla="*/ 2316 w 607"/>
                <a:gd name="T37" fmla="*/ 66 h 5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7" h="574" extrusionOk="0">
                  <a:moveTo>
                    <a:pt x="34" y="1"/>
                  </a:moveTo>
                  <a:lnTo>
                    <a:pt x="0" y="68"/>
                  </a:lnTo>
                  <a:lnTo>
                    <a:pt x="34" y="102"/>
                  </a:lnTo>
                  <a:lnTo>
                    <a:pt x="169" y="169"/>
                  </a:lnTo>
                  <a:lnTo>
                    <a:pt x="337" y="203"/>
                  </a:lnTo>
                  <a:lnTo>
                    <a:pt x="135" y="438"/>
                  </a:lnTo>
                  <a:lnTo>
                    <a:pt x="101" y="472"/>
                  </a:lnTo>
                  <a:lnTo>
                    <a:pt x="135" y="540"/>
                  </a:lnTo>
                  <a:lnTo>
                    <a:pt x="202" y="573"/>
                  </a:lnTo>
                  <a:lnTo>
                    <a:pt x="236" y="540"/>
                  </a:lnTo>
                  <a:lnTo>
                    <a:pt x="404" y="405"/>
                  </a:lnTo>
                  <a:lnTo>
                    <a:pt x="573" y="236"/>
                  </a:lnTo>
                  <a:lnTo>
                    <a:pt x="606" y="203"/>
                  </a:lnTo>
                  <a:lnTo>
                    <a:pt x="606" y="135"/>
                  </a:lnTo>
                  <a:lnTo>
                    <a:pt x="573" y="102"/>
                  </a:lnTo>
                  <a:lnTo>
                    <a:pt x="539" y="68"/>
                  </a:lnTo>
                  <a:lnTo>
                    <a:pt x="303" y="34"/>
                  </a:lnTo>
                  <a:lnTo>
                    <a:pt x="169" y="1"/>
                  </a:lnTo>
                  <a:lnTo>
                    <a:pt x="3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1" name="Google Shape;78;p2"/>
            <p:cNvSpPr>
              <a:spLocks/>
            </p:cNvSpPr>
            <p:nvPr/>
          </p:nvSpPr>
          <p:spPr bwMode="auto">
            <a:xfrm>
              <a:off x="3745162" y="5766509"/>
              <a:ext cx="146291" cy="151088"/>
            </a:xfrm>
            <a:custGeom>
              <a:avLst/>
              <a:gdLst>
                <a:gd name="T0" fmla="*/ 126294 w 2224"/>
                <a:gd name="T1" fmla="*/ 11145 h 2291"/>
                <a:gd name="T2" fmla="*/ 128531 w 2224"/>
                <a:gd name="T3" fmla="*/ 35612 h 2291"/>
                <a:gd name="T4" fmla="*/ 130702 w 2224"/>
                <a:gd name="T5" fmla="*/ 62255 h 2291"/>
                <a:gd name="T6" fmla="*/ 132938 w 2224"/>
                <a:gd name="T7" fmla="*/ 91075 h 2291"/>
                <a:gd name="T8" fmla="*/ 135174 w 2224"/>
                <a:gd name="T9" fmla="*/ 122203 h 2291"/>
                <a:gd name="T10" fmla="*/ 119651 w 2224"/>
                <a:gd name="T11" fmla="*/ 122203 h 2291"/>
                <a:gd name="T12" fmla="*/ 104127 w 2224"/>
                <a:gd name="T13" fmla="*/ 124379 h 2291"/>
                <a:gd name="T14" fmla="*/ 75382 w 2224"/>
                <a:gd name="T15" fmla="*/ 128863 h 2291"/>
                <a:gd name="T16" fmla="*/ 48808 w 2224"/>
                <a:gd name="T17" fmla="*/ 131040 h 2291"/>
                <a:gd name="T18" fmla="*/ 37691 w 2224"/>
                <a:gd name="T19" fmla="*/ 135524 h 2291"/>
                <a:gd name="T20" fmla="*/ 26640 w 2224"/>
                <a:gd name="T21" fmla="*/ 137700 h 2291"/>
                <a:gd name="T22" fmla="*/ 22233 w 2224"/>
                <a:gd name="T23" fmla="*/ 108881 h 2291"/>
                <a:gd name="T24" fmla="*/ 17760 w 2224"/>
                <a:gd name="T25" fmla="*/ 79996 h 2291"/>
                <a:gd name="T26" fmla="*/ 13353 w 2224"/>
                <a:gd name="T27" fmla="*/ 55595 h 2291"/>
                <a:gd name="T28" fmla="*/ 8946 w 2224"/>
                <a:gd name="T29" fmla="*/ 31128 h 2291"/>
                <a:gd name="T30" fmla="*/ 68738 w 2224"/>
                <a:gd name="T31" fmla="*/ 22291 h 2291"/>
                <a:gd name="T32" fmla="*/ 126294 w 2224"/>
                <a:gd name="T33" fmla="*/ 11145 h 2291"/>
                <a:gd name="T34" fmla="*/ 126294 w 2224"/>
                <a:gd name="T35" fmla="*/ 66 h 2291"/>
                <a:gd name="T36" fmla="*/ 66502 w 2224"/>
                <a:gd name="T37" fmla="*/ 8969 h 2291"/>
                <a:gd name="T38" fmla="*/ 6709 w 2224"/>
                <a:gd name="T39" fmla="*/ 17806 h 2291"/>
                <a:gd name="T40" fmla="*/ 2302 w 2224"/>
                <a:gd name="T41" fmla="*/ 20048 h 2291"/>
                <a:gd name="T42" fmla="*/ 66 w 2224"/>
                <a:gd name="T43" fmla="*/ 22291 h 2291"/>
                <a:gd name="T44" fmla="*/ 66 w 2224"/>
                <a:gd name="T45" fmla="*/ 40031 h 2291"/>
                <a:gd name="T46" fmla="*/ 2302 w 2224"/>
                <a:gd name="T47" fmla="*/ 57771 h 2291"/>
                <a:gd name="T48" fmla="*/ 6709 w 2224"/>
                <a:gd name="T49" fmla="*/ 91075 h 2291"/>
                <a:gd name="T50" fmla="*/ 11117 w 2224"/>
                <a:gd name="T51" fmla="*/ 119960 h 2291"/>
                <a:gd name="T52" fmla="*/ 13353 w 2224"/>
                <a:gd name="T53" fmla="*/ 133282 h 2291"/>
                <a:gd name="T54" fmla="*/ 17760 w 2224"/>
                <a:gd name="T55" fmla="*/ 148846 h 2291"/>
                <a:gd name="T56" fmla="*/ 19997 w 2224"/>
                <a:gd name="T57" fmla="*/ 151022 h 2291"/>
                <a:gd name="T58" fmla="*/ 24404 w 2224"/>
                <a:gd name="T59" fmla="*/ 151022 h 2291"/>
                <a:gd name="T60" fmla="*/ 26640 w 2224"/>
                <a:gd name="T61" fmla="*/ 148846 h 2291"/>
                <a:gd name="T62" fmla="*/ 39927 w 2224"/>
                <a:gd name="T63" fmla="*/ 148846 h 2291"/>
                <a:gd name="T64" fmla="*/ 55451 w 2224"/>
                <a:gd name="T65" fmla="*/ 146604 h 2291"/>
                <a:gd name="T66" fmla="*/ 84196 w 2224"/>
                <a:gd name="T67" fmla="*/ 139943 h 2291"/>
                <a:gd name="T68" fmla="*/ 113007 w 2224"/>
                <a:gd name="T69" fmla="*/ 137700 h 2291"/>
                <a:gd name="T70" fmla="*/ 126294 w 2224"/>
                <a:gd name="T71" fmla="*/ 133282 h 2291"/>
                <a:gd name="T72" fmla="*/ 137345 w 2224"/>
                <a:gd name="T73" fmla="*/ 131040 h 2291"/>
                <a:gd name="T74" fmla="*/ 139582 w 2224"/>
                <a:gd name="T75" fmla="*/ 128863 h 2291"/>
                <a:gd name="T76" fmla="*/ 143989 w 2224"/>
                <a:gd name="T77" fmla="*/ 128863 h 2291"/>
                <a:gd name="T78" fmla="*/ 146225 w 2224"/>
                <a:gd name="T79" fmla="*/ 126621 h 2291"/>
                <a:gd name="T80" fmla="*/ 146225 w 2224"/>
                <a:gd name="T81" fmla="*/ 108881 h 2291"/>
                <a:gd name="T82" fmla="*/ 146225 w 2224"/>
                <a:gd name="T83" fmla="*/ 93317 h 2291"/>
                <a:gd name="T84" fmla="*/ 143989 w 2224"/>
                <a:gd name="T85" fmla="*/ 60013 h 2291"/>
                <a:gd name="T86" fmla="*/ 139582 w 2224"/>
                <a:gd name="T87" fmla="*/ 31128 h 2291"/>
                <a:gd name="T88" fmla="*/ 137345 w 2224"/>
                <a:gd name="T89" fmla="*/ 17806 h 2291"/>
                <a:gd name="T90" fmla="*/ 132938 w 2224"/>
                <a:gd name="T91" fmla="*/ 4484 h 2291"/>
                <a:gd name="T92" fmla="*/ 130702 w 2224"/>
                <a:gd name="T93" fmla="*/ 2308 h 2291"/>
                <a:gd name="T94" fmla="*/ 126294 w 2224"/>
                <a:gd name="T95" fmla="*/ 66 h 22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224" h="2291" extrusionOk="0">
                  <a:moveTo>
                    <a:pt x="1920" y="169"/>
                  </a:moveTo>
                  <a:lnTo>
                    <a:pt x="1954" y="540"/>
                  </a:lnTo>
                  <a:lnTo>
                    <a:pt x="1987" y="944"/>
                  </a:lnTo>
                  <a:lnTo>
                    <a:pt x="2021" y="1381"/>
                  </a:lnTo>
                  <a:lnTo>
                    <a:pt x="2055" y="1853"/>
                  </a:lnTo>
                  <a:lnTo>
                    <a:pt x="1819" y="1853"/>
                  </a:lnTo>
                  <a:lnTo>
                    <a:pt x="1583" y="1886"/>
                  </a:lnTo>
                  <a:lnTo>
                    <a:pt x="1146" y="1954"/>
                  </a:lnTo>
                  <a:lnTo>
                    <a:pt x="742" y="1987"/>
                  </a:lnTo>
                  <a:lnTo>
                    <a:pt x="573" y="2055"/>
                  </a:lnTo>
                  <a:lnTo>
                    <a:pt x="405" y="2088"/>
                  </a:lnTo>
                  <a:lnTo>
                    <a:pt x="338" y="1651"/>
                  </a:lnTo>
                  <a:lnTo>
                    <a:pt x="270" y="1213"/>
                  </a:lnTo>
                  <a:lnTo>
                    <a:pt x="203" y="843"/>
                  </a:lnTo>
                  <a:lnTo>
                    <a:pt x="136" y="472"/>
                  </a:lnTo>
                  <a:lnTo>
                    <a:pt x="1045" y="338"/>
                  </a:lnTo>
                  <a:lnTo>
                    <a:pt x="1920" y="169"/>
                  </a:lnTo>
                  <a:close/>
                  <a:moveTo>
                    <a:pt x="1920" y="1"/>
                  </a:moveTo>
                  <a:lnTo>
                    <a:pt x="1011" y="136"/>
                  </a:lnTo>
                  <a:lnTo>
                    <a:pt x="102" y="270"/>
                  </a:lnTo>
                  <a:lnTo>
                    <a:pt x="35" y="304"/>
                  </a:lnTo>
                  <a:lnTo>
                    <a:pt x="1" y="338"/>
                  </a:lnTo>
                  <a:lnTo>
                    <a:pt x="1" y="607"/>
                  </a:lnTo>
                  <a:lnTo>
                    <a:pt x="35" y="876"/>
                  </a:lnTo>
                  <a:lnTo>
                    <a:pt x="102" y="1381"/>
                  </a:lnTo>
                  <a:lnTo>
                    <a:pt x="169" y="1819"/>
                  </a:lnTo>
                  <a:lnTo>
                    <a:pt x="203" y="2021"/>
                  </a:lnTo>
                  <a:lnTo>
                    <a:pt x="270" y="2257"/>
                  </a:lnTo>
                  <a:lnTo>
                    <a:pt x="304" y="2290"/>
                  </a:lnTo>
                  <a:lnTo>
                    <a:pt x="371" y="2290"/>
                  </a:lnTo>
                  <a:lnTo>
                    <a:pt x="405" y="2257"/>
                  </a:lnTo>
                  <a:lnTo>
                    <a:pt x="607" y="2257"/>
                  </a:lnTo>
                  <a:lnTo>
                    <a:pt x="843" y="2223"/>
                  </a:lnTo>
                  <a:lnTo>
                    <a:pt x="1280" y="2122"/>
                  </a:lnTo>
                  <a:lnTo>
                    <a:pt x="1718" y="2088"/>
                  </a:lnTo>
                  <a:lnTo>
                    <a:pt x="1920" y="2021"/>
                  </a:lnTo>
                  <a:lnTo>
                    <a:pt x="2088" y="1987"/>
                  </a:lnTo>
                  <a:lnTo>
                    <a:pt x="2122" y="1954"/>
                  </a:lnTo>
                  <a:lnTo>
                    <a:pt x="2189" y="1954"/>
                  </a:lnTo>
                  <a:lnTo>
                    <a:pt x="2223" y="1920"/>
                  </a:lnTo>
                  <a:lnTo>
                    <a:pt x="2223" y="1651"/>
                  </a:lnTo>
                  <a:lnTo>
                    <a:pt x="2223" y="1415"/>
                  </a:lnTo>
                  <a:lnTo>
                    <a:pt x="2189" y="910"/>
                  </a:lnTo>
                  <a:lnTo>
                    <a:pt x="2122" y="472"/>
                  </a:lnTo>
                  <a:lnTo>
                    <a:pt x="2088" y="270"/>
                  </a:lnTo>
                  <a:lnTo>
                    <a:pt x="2021" y="68"/>
                  </a:lnTo>
                  <a:lnTo>
                    <a:pt x="1987" y="35"/>
                  </a:lnTo>
                  <a:lnTo>
                    <a:pt x="192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2" name="Google Shape;79;p2"/>
            <p:cNvSpPr>
              <a:spLocks/>
            </p:cNvSpPr>
            <p:nvPr/>
          </p:nvSpPr>
          <p:spPr bwMode="auto">
            <a:xfrm>
              <a:off x="3579790" y="5790365"/>
              <a:ext cx="157421" cy="149498"/>
            </a:xfrm>
            <a:custGeom>
              <a:avLst/>
              <a:gdLst>
                <a:gd name="T0" fmla="*/ 115284 w 2391"/>
                <a:gd name="T1" fmla="*/ 0 h 2257"/>
                <a:gd name="T2" fmla="*/ 99812 w 2391"/>
                <a:gd name="T3" fmla="*/ 2252 h 2257"/>
                <a:gd name="T4" fmla="*/ 70974 w 2391"/>
                <a:gd name="T5" fmla="*/ 8942 h 2257"/>
                <a:gd name="T6" fmla="*/ 39964 w 2391"/>
                <a:gd name="T7" fmla="*/ 15632 h 2257"/>
                <a:gd name="T8" fmla="*/ 6716 w 2391"/>
                <a:gd name="T9" fmla="*/ 24574 h 2257"/>
                <a:gd name="T10" fmla="*/ 6716 w 2391"/>
                <a:gd name="T11" fmla="*/ 20070 h 2257"/>
                <a:gd name="T12" fmla="*/ 4477 w 2391"/>
                <a:gd name="T13" fmla="*/ 17884 h 2257"/>
                <a:gd name="T14" fmla="*/ 2239 w 2391"/>
                <a:gd name="T15" fmla="*/ 17884 h 2257"/>
                <a:gd name="T16" fmla="*/ 66 w 2391"/>
                <a:gd name="T17" fmla="*/ 20070 h 2257"/>
                <a:gd name="T18" fmla="*/ 66 w 2391"/>
                <a:gd name="T19" fmla="*/ 37954 h 2257"/>
                <a:gd name="T20" fmla="*/ 2239 w 2391"/>
                <a:gd name="T21" fmla="*/ 55772 h 2257"/>
                <a:gd name="T22" fmla="*/ 8888 w 2391"/>
                <a:gd name="T23" fmla="*/ 89222 h 2257"/>
                <a:gd name="T24" fmla="*/ 11127 w 2391"/>
                <a:gd name="T25" fmla="*/ 120420 h 2257"/>
                <a:gd name="T26" fmla="*/ 15538 w 2391"/>
                <a:gd name="T27" fmla="*/ 133800 h 2257"/>
                <a:gd name="T28" fmla="*/ 20015 w 2391"/>
                <a:gd name="T29" fmla="*/ 149432 h 2257"/>
                <a:gd name="T30" fmla="*/ 22188 w 2391"/>
                <a:gd name="T31" fmla="*/ 149432 h 2257"/>
                <a:gd name="T32" fmla="*/ 24426 w 2391"/>
                <a:gd name="T33" fmla="*/ 147180 h 2257"/>
                <a:gd name="T34" fmla="*/ 28837 w 2391"/>
                <a:gd name="T35" fmla="*/ 149432 h 2257"/>
                <a:gd name="T36" fmla="*/ 86512 w 2391"/>
                <a:gd name="T37" fmla="*/ 142742 h 2257"/>
                <a:gd name="T38" fmla="*/ 117523 w 2391"/>
                <a:gd name="T39" fmla="*/ 136052 h 2257"/>
                <a:gd name="T40" fmla="*/ 144122 w 2391"/>
                <a:gd name="T41" fmla="*/ 129362 h 2257"/>
                <a:gd name="T42" fmla="*/ 146360 w 2391"/>
                <a:gd name="T43" fmla="*/ 131614 h 2257"/>
                <a:gd name="T44" fmla="*/ 148533 w 2391"/>
                <a:gd name="T45" fmla="*/ 131614 h 2257"/>
                <a:gd name="T46" fmla="*/ 153010 w 2391"/>
                <a:gd name="T47" fmla="*/ 127110 h 2257"/>
                <a:gd name="T48" fmla="*/ 157421 w 2391"/>
                <a:gd name="T49" fmla="*/ 122672 h 2257"/>
                <a:gd name="T50" fmla="*/ 157421 w 2391"/>
                <a:gd name="T51" fmla="*/ 115982 h 2257"/>
                <a:gd name="T52" fmla="*/ 157421 w 2391"/>
                <a:gd name="T53" fmla="*/ 109292 h 2257"/>
                <a:gd name="T54" fmla="*/ 155182 w 2391"/>
                <a:gd name="T55" fmla="*/ 93660 h 2257"/>
                <a:gd name="T56" fmla="*/ 150771 w 2391"/>
                <a:gd name="T57" fmla="*/ 82532 h 2257"/>
                <a:gd name="T58" fmla="*/ 146360 w 2391"/>
                <a:gd name="T59" fmla="*/ 40140 h 2257"/>
                <a:gd name="T60" fmla="*/ 139710 w 2391"/>
                <a:gd name="T61" fmla="*/ 20070 h 2257"/>
                <a:gd name="T62" fmla="*/ 135233 w 2391"/>
                <a:gd name="T63" fmla="*/ 11194 h 2257"/>
                <a:gd name="T64" fmla="*/ 130822 w 2391"/>
                <a:gd name="T65" fmla="*/ 4504 h 2257"/>
                <a:gd name="T66" fmla="*/ 128584 w 2391"/>
                <a:gd name="T67" fmla="*/ 20070 h 2257"/>
                <a:gd name="T68" fmla="*/ 128584 w 2391"/>
                <a:gd name="T69" fmla="*/ 33450 h 2257"/>
                <a:gd name="T70" fmla="*/ 137472 w 2391"/>
                <a:gd name="T71" fmla="*/ 64714 h 2257"/>
                <a:gd name="T72" fmla="*/ 141883 w 2391"/>
                <a:gd name="T73" fmla="*/ 93660 h 2257"/>
                <a:gd name="T74" fmla="*/ 144122 w 2391"/>
                <a:gd name="T75" fmla="*/ 122672 h 2257"/>
                <a:gd name="T76" fmla="*/ 115284 w 2391"/>
                <a:gd name="T77" fmla="*/ 122672 h 2257"/>
                <a:gd name="T78" fmla="*/ 84274 w 2391"/>
                <a:gd name="T79" fmla="*/ 124924 h 2257"/>
                <a:gd name="T80" fmla="*/ 26665 w 2391"/>
                <a:gd name="T81" fmla="*/ 136052 h 2257"/>
                <a:gd name="T82" fmla="*/ 24426 w 2391"/>
                <a:gd name="T83" fmla="*/ 122672 h 2257"/>
                <a:gd name="T84" fmla="*/ 24426 w 2391"/>
                <a:gd name="T85" fmla="*/ 107040 h 2257"/>
                <a:gd name="T86" fmla="*/ 17777 w 2391"/>
                <a:gd name="T87" fmla="*/ 78094 h 2257"/>
                <a:gd name="T88" fmla="*/ 15538 w 2391"/>
                <a:gd name="T89" fmla="*/ 55772 h 2257"/>
                <a:gd name="T90" fmla="*/ 11127 w 2391"/>
                <a:gd name="T91" fmla="*/ 35702 h 2257"/>
                <a:gd name="T92" fmla="*/ 46614 w 2391"/>
                <a:gd name="T93" fmla="*/ 26760 h 2257"/>
                <a:gd name="T94" fmla="*/ 82035 w 2391"/>
                <a:gd name="T95" fmla="*/ 17884 h 2257"/>
                <a:gd name="T96" fmla="*/ 106462 w 2391"/>
                <a:gd name="T97" fmla="*/ 15632 h 2257"/>
                <a:gd name="T98" fmla="*/ 119761 w 2391"/>
                <a:gd name="T99" fmla="*/ 11194 h 2257"/>
                <a:gd name="T100" fmla="*/ 128584 w 2391"/>
                <a:gd name="T101" fmla="*/ 4504 h 2257"/>
                <a:gd name="T102" fmla="*/ 121934 w 2391"/>
                <a:gd name="T103" fmla="*/ 2252 h 2257"/>
                <a:gd name="T104" fmla="*/ 115284 w 2391"/>
                <a:gd name="T105" fmla="*/ 0 h 225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391" h="2257" extrusionOk="0">
                  <a:moveTo>
                    <a:pt x="1751" y="0"/>
                  </a:moveTo>
                  <a:lnTo>
                    <a:pt x="1516" y="34"/>
                  </a:lnTo>
                  <a:lnTo>
                    <a:pt x="1078" y="135"/>
                  </a:lnTo>
                  <a:lnTo>
                    <a:pt x="607" y="236"/>
                  </a:lnTo>
                  <a:lnTo>
                    <a:pt x="102" y="371"/>
                  </a:lnTo>
                  <a:lnTo>
                    <a:pt x="102" y="303"/>
                  </a:lnTo>
                  <a:lnTo>
                    <a:pt x="68" y="270"/>
                  </a:lnTo>
                  <a:lnTo>
                    <a:pt x="34" y="270"/>
                  </a:lnTo>
                  <a:lnTo>
                    <a:pt x="1" y="303"/>
                  </a:lnTo>
                  <a:lnTo>
                    <a:pt x="1" y="573"/>
                  </a:lnTo>
                  <a:lnTo>
                    <a:pt x="34" y="842"/>
                  </a:lnTo>
                  <a:lnTo>
                    <a:pt x="135" y="1347"/>
                  </a:lnTo>
                  <a:lnTo>
                    <a:pt x="169" y="1818"/>
                  </a:lnTo>
                  <a:lnTo>
                    <a:pt x="236" y="2020"/>
                  </a:lnTo>
                  <a:lnTo>
                    <a:pt x="304" y="2256"/>
                  </a:lnTo>
                  <a:lnTo>
                    <a:pt x="337" y="2256"/>
                  </a:lnTo>
                  <a:lnTo>
                    <a:pt x="371" y="2222"/>
                  </a:lnTo>
                  <a:lnTo>
                    <a:pt x="438" y="2256"/>
                  </a:lnTo>
                  <a:lnTo>
                    <a:pt x="1314" y="2155"/>
                  </a:lnTo>
                  <a:lnTo>
                    <a:pt x="1785" y="2054"/>
                  </a:lnTo>
                  <a:lnTo>
                    <a:pt x="2189" y="1953"/>
                  </a:lnTo>
                  <a:lnTo>
                    <a:pt x="2223" y="1987"/>
                  </a:lnTo>
                  <a:lnTo>
                    <a:pt x="2256" y="1987"/>
                  </a:lnTo>
                  <a:lnTo>
                    <a:pt x="2324" y="1919"/>
                  </a:lnTo>
                  <a:lnTo>
                    <a:pt x="2391" y="1852"/>
                  </a:lnTo>
                  <a:lnTo>
                    <a:pt x="2391" y="1751"/>
                  </a:lnTo>
                  <a:lnTo>
                    <a:pt x="2391" y="1650"/>
                  </a:lnTo>
                  <a:lnTo>
                    <a:pt x="2357" y="1414"/>
                  </a:lnTo>
                  <a:lnTo>
                    <a:pt x="2290" y="1246"/>
                  </a:lnTo>
                  <a:lnTo>
                    <a:pt x="2223" y="606"/>
                  </a:lnTo>
                  <a:lnTo>
                    <a:pt x="2122" y="303"/>
                  </a:lnTo>
                  <a:lnTo>
                    <a:pt x="2054" y="169"/>
                  </a:lnTo>
                  <a:lnTo>
                    <a:pt x="1987" y="68"/>
                  </a:lnTo>
                  <a:lnTo>
                    <a:pt x="1953" y="303"/>
                  </a:lnTo>
                  <a:lnTo>
                    <a:pt x="1953" y="505"/>
                  </a:lnTo>
                  <a:lnTo>
                    <a:pt x="2088" y="977"/>
                  </a:lnTo>
                  <a:lnTo>
                    <a:pt x="2155" y="1414"/>
                  </a:lnTo>
                  <a:lnTo>
                    <a:pt x="2189" y="1852"/>
                  </a:lnTo>
                  <a:lnTo>
                    <a:pt x="1751" y="1852"/>
                  </a:lnTo>
                  <a:lnTo>
                    <a:pt x="1280" y="1886"/>
                  </a:lnTo>
                  <a:lnTo>
                    <a:pt x="405" y="2054"/>
                  </a:lnTo>
                  <a:lnTo>
                    <a:pt x="371" y="1852"/>
                  </a:lnTo>
                  <a:lnTo>
                    <a:pt x="371" y="1616"/>
                  </a:lnTo>
                  <a:lnTo>
                    <a:pt x="270" y="1179"/>
                  </a:lnTo>
                  <a:lnTo>
                    <a:pt x="236" y="842"/>
                  </a:lnTo>
                  <a:lnTo>
                    <a:pt x="169" y="539"/>
                  </a:lnTo>
                  <a:lnTo>
                    <a:pt x="708" y="404"/>
                  </a:lnTo>
                  <a:lnTo>
                    <a:pt x="1246" y="270"/>
                  </a:lnTo>
                  <a:lnTo>
                    <a:pt x="1617" y="236"/>
                  </a:lnTo>
                  <a:lnTo>
                    <a:pt x="1819" y="169"/>
                  </a:lnTo>
                  <a:lnTo>
                    <a:pt x="1953" y="68"/>
                  </a:lnTo>
                  <a:lnTo>
                    <a:pt x="1852" y="34"/>
                  </a:lnTo>
                  <a:lnTo>
                    <a:pt x="175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3" name="Google Shape;80;p2"/>
            <p:cNvSpPr>
              <a:spLocks/>
            </p:cNvSpPr>
            <p:nvPr/>
          </p:nvSpPr>
          <p:spPr bwMode="auto">
            <a:xfrm>
              <a:off x="3527315" y="5636096"/>
              <a:ext cx="154242" cy="168583"/>
            </a:xfrm>
            <a:custGeom>
              <a:avLst/>
              <a:gdLst>
                <a:gd name="T0" fmla="*/ 129619 w 2324"/>
                <a:gd name="T1" fmla="*/ 11279 h 2526"/>
                <a:gd name="T2" fmla="*/ 129619 w 2324"/>
                <a:gd name="T3" fmla="*/ 42713 h 2526"/>
                <a:gd name="T4" fmla="*/ 131876 w 2324"/>
                <a:gd name="T5" fmla="*/ 74147 h 2526"/>
                <a:gd name="T6" fmla="*/ 136322 w 2324"/>
                <a:gd name="T7" fmla="*/ 105648 h 2526"/>
                <a:gd name="T8" fmla="*/ 143026 w 2324"/>
                <a:gd name="T9" fmla="*/ 134813 h 2526"/>
                <a:gd name="T10" fmla="*/ 116212 w 2324"/>
                <a:gd name="T11" fmla="*/ 137082 h 2526"/>
                <a:gd name="T12" fmla="*/ 89399 w 2324"/>
                <a:gd name="T13" fmla="*/ 141554 h 2526"/>
                <a:gd name="T14" fmla="*/ 62586 w 2324"/>
                <a:gd name="T15" fmla="*/ 143823 h 2526"/>
                <a:gd name="T16" fmla="*/ 33516 w 2324"/>
                <a:gd name="T17" fmla="*/ 148294 h 2526"/>
                <a:gd name="T18" fmla="*/ 22366 w 2324"/>
                <a:gd name="T19" fmla="*/ 87628 h 2526"/>
                <a:gd name="T20" fmla="*/ 11216 w 2324"/>
                <a:gd name="T21" fmla="*/ 26963 h 2526"/>
                <a:gd name="T22" fmla="*/ 40220 w 2324"/>
                <a:gd name="T23" fmla="*/ 26963 h 2526"/>
                <a:gd name="T24" fmla="*/ 71546 w 2324"/>
                <a:gd name="T25" fmla="*/ 22491 h 2526"/>
                <a:gd name="T26" fmla="*/ 129619 w 2324"/>
                <a:gd name="T27" fmla="*/ 11279 h 2526"/>
                <a:gd name="T28" fmla="*/ 129619 w 2324"/>
                <a:gd name="T29" fmla="*/ 0 h 2526"/>
                <a:gd name="T30" fmla="*/ 69289 w 2324"/>
                <a:gd name="T31" fmla="*/ 9010 h 2526"/>
                <a:gd name="T32" fmla="*/ 38030 w 2324"/>
                <a:gd name="T33" fmla="*/ 13481 h 2526"/>
                <a:gd name="T34" fmla="*/ 6703 w 2324"/>
                <a:gd name="T35" fmla="*/ 18020 h 2526"/>
                <a:gd name="T36" fmla="*/ 4513 w 2324"/>
                <a:gd name="T37" fmla="*/ 20222 h 2526"/>
                <a:gd name="T38" fmla="*/ 4513 w 2324"/>
                <a:gd name="T39" fmla="*/ 22491 h 2526"/>
                <a:gd name="T40" fmla="*/ 2257 w 2324"/>
                <a:gd name="T41" fmla="*/ 24760 h 2526"/>
                <a:gd name="T42" fmla="*/ 0 w 2324"/>
                <a:gd name="T43" fmla="*/ 26963 h 2526"/>
                <a:gd name="T44" fmla="*/ 2257 w 2324"/>
                <a:gd name="T45" fmla="*/ 60666 h 2526"/>
                <a:gd name="T46" fmla="*/ 8960 w 2324"/>
                <a:gd name="T47" fmla="*/ 96638 h 2526"/>
                <a:gd name="T48" fmla="*/ 15663 w 2324"/>
                <a:gd name="T49" fmla="*/ 130341 h 2526"/>
                <a:gd name="T50" fmla="*/ 24623 w 2324"/>
                <a:gd name="T51" fmla="*/ 164045 h 2526"/>
                <a:gd name="T52" fmla="*/ 26813 w 2324"/>
                <a:gd name="T53" fmla="*/ 166314 h 2526"/>
                <a:gd name="T54" fmla="*/ 31326 w 2324"/>
                <a:gd name="T55" fmla="*/ 168516 h 2526"/>
                <a:gd name="T56" fmla="*/ 35773 w 2324"/>
                <a:gd name="T57" fmla="*/ 164045 h 2526"/>
                <a:gd name="T58" fmla="*/ 38030 w 2324"/>
                <a:gd name="T59" fmla="*/ 159573 h 2526"/>
                <a:gd name="T60" fmla="*/ 35773 w 2324"/>
                <a:gd name="T61" fmla="*/ 155035 h 2526"/>
                <a:gd name="T62" fmla="*/ 62586 w 2324"/>
                <a:gd name="T63" fmla="*/ 157304 h 2526"/>
                <a:gd name="T64" fmla="*/ 91656 w 2324"/>
                <a:gd name="T65" fmla="*/ 157304 h 2526"/>
                <a:gd name="T66" fmla="*/ 118469 w 2324"/>
                <a:gd name="T67" fmla="*/ 152833 h 2526"/>
                <a:gd name="T68" fmla="*/ 145282 w 2324"/>
                <a:gd name="T69" fmla="*/ 143823 h 2526"/>
                <a:gd name="T70" fmla="*/ 147472 w 2324"/>
                <a:gd name="T71" fmla="*/ 141554 h 2526"/>
                <a:gd name="T72" fmla="*/ 147472 w 2324"/>
                <a:gd name="T73" fmla="*/ 137082 h 2526"/>
                <a:gd name="T74" fmla="*/ 151985 w 2324"/>
                <a:gd name="T75" fmla="*/ 137082 h 2526"/>
                <a:gd name="T76" fmla="*/ 151985 w 2324"/>
                <a:gd name="T77" fmla="*/ 134813 h 2526"/>
                <a:gd name="T78" fmla="*/ 154176 w 2324"/>
                <a:gd name="T79" fmla="*/ 132611 h 2526"/>
                <a:gd name="T80" fmla="*/ 151985 w 2324"/>
                <a:gd name="T81" fmla="*/ 101110 h 2526"/>
                <a:gd name="T82" fmla="*/ 147472 w 2324"/>
                <a:gd name="T83" fmla="*/ 69676 h 2526"/>
                <a:gd name="T84" fmla="*/ 140769 w 2324"/>
                <a:gd name="T85" fmla="*/ 40444 h 2526"/>
                <a:gd name="T86" fmla="*/ 136322 w 2324"/>
                <a:gd name="T87" fmla="*/ 9010 h 2526"/>
                <a:gd name="T88" fmla="*/ 136322 w 2324"/>
                <a:gd name="T89" fmla="*/ 6741 h 2526"/>
                <a:gd name="T90" fmla="*/ 136322 w 2324"/>
                <a:gd name="T91" fmla="*/ 2269 h 2526"/>
                <a:gd name="T92" fmla="*/ 134066 w 2324"/>
                <a:gd name="T93" fmla="*/ 0 h 2526"/>
                <a:gd name="T94" fmla="*/ 129619 w 2324"/>
                <a:gd name="T95" fmla="*/ 0 h 252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24" h="2526" extrusionOk="0">
                  <a:moveTo>
                    <a:pt x="1953" y="169"/>
                  </a:moveTo>
                  <a:lnTo>
                    <a:pt x="1953" y="640"/>
                  </a:lnTo>
                  <a:lnTo>
                    <a:pt x="1987" y="1111"/>
                  </a:lnTo>
                  <a:lnTo>
                    <a:pt x="2054" y="1583"/>
                  </a:lnTo>
                  <a:lnTo>
                    <a:pt x="2155" y="2020"/>
                  </a:lnTo>
                  <a:lnTo>
                    <a:pt x="1751" y="2054"/>
                  </a:lnTo>
                  <a:lnTo>
                    <a:pt x="1347" y="2121"/>
                  </a:lnTo>
                  <a:lnTo>
                    <a:pt x="943" y="2155"/>
                  </a:lnTo>
                  <a:lnTo>
                    <a:pt x="505" y="2222"/>
                  </a:lnTo>
                  <a:lnTo>
                    <a:pt x="337" y="1313"/>
                  </a:lnTo>
                  <a:lnTo>
                    <a:pt x="169" y="404"/>
                  </a:lnTo>
                  <a:lnTo>
                    <a:pt x="606" y="404"/>
                  </a:lnTo>
                  <a:lnTo>
                    <a:pt x="1078" y="337"/>
                  </a:lnTo>
                  <a:lnTo>
                    <a:pt x="1953" y="169"/>
                  </a:lnTo>
                  <a:close/>
                  <a:moveTo>
                    <a:pt x="1953" y="0"/>
                  </a:moveTo>
                  <a:lnTo>
                    <a:pt x="1044" y="135"/>
                  </a:lnTo>
                  <a:lnTo>
                    <a:pt x="573" y="202"/>
                  </a:lnTo>
                  <a:lnTo>
                    <a:pt x="101" y="270"/>
                  </a:lnTo>
                  <a:lnTo>
                    <a:pt x="68" y="303"/>
                  </a:lnTo>
                  <a:lnTo>
                    <a:pt x="68" y="337"/>
                  </a:lnTo>
                  <a:lnTo>
                    <a:pt x="34" y="371"/>
                  </a:lnTo>
                  <a:lnTo>
                    <a:pt x="0" y="404"/>
                  </a:lnTo>
                  <a:lnTo>
                    <a:pt x="34" y="909"/>
                  </a:lnTo>
                  <a:lnTo>
                    <a:pt x="135" y="1448"/>
                  </a:lnTo>
                  <a:lnTo>
                    <a:pt x="236" y="1953"/>
                  </a:lnTo>
                  <a:lnTo>
                    <a:pt x="371" y="2458"/>
                  </a:lnTo>
                  <a:lnTo>
                    <a:pt x="404" y="2492"/>
                  </a:lnTo>
                  <a:lnTo>
                    <a:pt x="472" y="2525"/>
                  </a:lnTo>
                  <a:lnTo>
                    <a:pt x="539" y="2458"/>
                  </a:lnTo>
                  <a:lnTo>
                    <a:pt x="573" y="2391"/>
                  </a:lnTo>
                  <a:lnTo>
                    <a:pt x="539" y="2323"/>
                  </a:lnTo>
                  <a:lnTo>
                    <a:pt x="943" y="2357"/>
                  </a:lnTo>
                  <a:lnTo>
                    <a:pt x="1381" y="2357"/>
                  </a:lnTo>
                  <a:lnTo>
                    <a:pt x="1785" y="2290"/>
                  </a:lnTo>
                  <a:lnTo>
                    <a:pt x="2189" y="2155"/>
                  </a:lnTo>
                  <a:lnTo>
                    <a:pt x="2222" y="2121"/>
                  </a:lnTo>
                  <a:lnTo>
                    <a:pt x="2222" y="2054"/>
                  </a:lnTo>
                  <a:lnTo>
                    <a:pt x="2290" y="2054"/>
                  </a:lnTo>
                  <a:lnTo>
                    <a:pt x="2290" y="2020"/>
                  </a:lnTo>
                  <a:lnTo>
                    <a:pt x="2323" y="1987"/>
                  </a:lnTo>
                  <a:lnTo>
                    <a:pt x="2290" y="1515"/>
                  </a:lnTo>
                  <a:lnTo>
                    <a:pt x="2222" y="1044"/>
                  </a:lnTo>
                  <a:lnTo>
                    <a:pt x="2121" y="606"/>
                  </a:lnTo>
                  <a:lnTo>
                    <a:pt x="2054" y="135"/>
                  </a:lnTo>
                  <a:lnTo>
                    <a:pt x="2054" y="101"/>
                  </a:lnTo>
                  <a:lnTo>
                    <a:pt x="2054" y="34"/>
                  </a:lnTo>
                  <a:lnTo>
                    <a:pt x="2020" y="0"/>
                  </a:lnTo>
                  <a:lnTo>
                    <a:pt x="195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4" name="Google Shape;81;p2"/>
            <p:cNvSpPr>
              <a:spLocks/>
            </p:cNvSpPr>
            <p:nvPr/>
          </p:nvSpPr>
          <p:spPr bwMode="auto">
            <a:xfrm>
              <a:off x="3326960" y="5604288"/>
              <a:ext cx="33393" cy="46121"/>
            </a:xfrm>
            <a:custGeom>
              <a:avLst/>
              <a:gdLst>
                <a:gd name="T0" fmla="*/ 19996 w 506"/>
                <a:gd name="T1" fmla="*/ 23095 h 675"/>
                <a:gd name="T2" fmla="*/ 19996 w 506"/>
                <a:gd name="T3" fmla="*/ 29996 h 675"/>
                <a:gd name="T4" fmla="*/ 15575 w 506"/>
                <a:gd name="T5" fmla="*/ 32251 h 675"/>
                <a:gd name="T6" fmla="*/ 11087 w 506"/>
                <a:gd name="T7" fmla="*/ 32251 h 675"/>
                <a:gd name="T8" fmla="*/ 13331 w 506"/>
                <a:gd name="T9" fmla="*/ 27673 h 675"/>
                <a:gd name="T10" fmla="*/ 17752 w 506"/>
                <a:gd name="T11" fmla="*/ 23095 h 675"/>
                <a:gd name="T12" fmla="*/ 19996 w 506"/>
                <a:gd name="T13" fmla="*/ 23095 h 675"/>
                <a:gd name="T14" fmla="*/ 24418 w 506"/>
                <a:gd name="T15" fmla="*/ 68 h 675"/>
                <a:gd name="T16" fmla="*/ 17752 w 506"/>
                <a:gd name="T17" fmla="*/ 2391 h 675"/>
                <a:gd name="T18" fmla="*/ 11087 w 506"/>
                <a:gd name="T19" fmla="*/ 4646 h 675"/>
                <a:gd name="T20" fmla="*/ 6665 w 506"/>
                <a:gd name="T21" fmla="*/ 11547 h 675"/>
                <a:gd name="T22" fmla="*/ 6665 w 506"/>
                <a:gd name="T23" fmla="*/ 13870 h 675"/>
                <a:gd name="T24" fmla="*/ 8909 w 506"/>
                <a:gd name="T25" fmla="*/ 16194 h 675"/>
                <a:gd name="T26" fmla="*/ 8909 w 506"/>
                <a:gd name="T27" fmla="*/ 18448 h 675"/>
                <a:gd name="T28" fmla="*/ 6665 w 506"/>
                <a:gd name="T29" fmla="*/ 18448 h 675"/>
                <a:gd name="T30" fmla="*/ 2244 w 506"/>
                <a:gd name="T31" fmla="*/ 25349 h 675"/>
                <a:gd name="T32" fmla="*/ 0 w 506"/>
                <a:gd name="T33" fmla="*/ 32251 h 675"/>
                <a:gd name="T34" fmla="*/ 0 w 506"/>
                <a:gd name="T35" fmla="*/ 36897 h 675"/>
                <a:gd name="T36" fmla="*/ 4422 w 506"/>
                <a:gd name="T37" fmla="*/ 43798 h 675"/>
                <a:gd name="T38" fmla="*/ 11087 w 506"/>
                <a:gd name="T39" fmla="*/ 46053 h 675"/>
                <a:gd name="T40" fmla="*/ 17752 w 506"/>
                <a:gd name="T41" fmla="*/ 46053 h 675"/>
                <a:gd name="T42" fmla="*/ 22240 w 506"/>
                <a:gd name="T43" fmla="*/ 41475 h 675"/>
                <a:gd name="T44" fmla="*/ 28905 w 506"/>
                <a:gd name="T45" fmla="*/ 39152 h 675"/>
                <a:gd name="T46" fmla="*/ 33327 w 506"/>
                <a:gd name="T47" fmla="*/ 32251 h 675"/>
                <a:gd name="T48" fmla="*/ 33327 w 506"/>
                <a:gd name="T49" fmla="*/ 23095 h 675"/>
                <a:gd name="T50" fmla="*/ 33327 w 506"/>
                <a:gd name="T51" fmla="*/ 13870 h 675"/>
                <a:gd name="T52" fmla="*/ 31083 w 506"/>
                <a:gd name="T53" fmla="*/ 6969 h 675"/>
                <a:gd name="T54" fmla="*/ 28905 w 506"/>
                <a:gd name="T55" fmla="*/ 2391 h 675"/>
                <a:gd name="T56" fmla="*/ 24418 w 506"/>
                <a:gd name="T57" fmla="*/ 68 h 67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06" h="675" extrusionOk="0">
                  <a:moveTo>
                    <a:pt x="303" y="338"/>
                  </a:moveTo>
                  <a:lnTo>
                    <a:pt x="303" y="439"/>
                  </a:lnTo>
                  <a:lnTo>
                    <a:pt x="236" y="472"/>
                  </a:lnTo>
                  <a:lnTo>
                    <a:pt x="168" y="472"/>
                  </a:lnTo>
                  <a:lnTo>
                    <a:pt x="202" y="405"/>
                  </a:lnTo>
                  <a:lnTo>
                    <a:pt x="269" y="338"/>
                  </a:lnTo>
                  <a:lnTo>
                    <a:pt x="303" y="338"/>
                  </a:lnTo>
                  <a:close/>
                  <a:moveTo>
                    <a:pt x="370" y="1"/>
                  </a:moveTo>
                  <a:lnTo>
                    <a:pt x="269" y="35"/>
                  </a:lnTo>
                  <a:lnTo>
                    <a:pt x="168" y="68"/>
                  </a:lnTo>
                  <a:lnTo>
                    <a:pt x="101" y="169"/>
                  </a:lnTo>
                  <a:lnTo>
                    <a:pt x="101" y="203"/>
                  </a:lnTo>
                  <a:lnTo>
                    <a:pt x="135" y="237"/>
                  </a:lnTo>
                  <a:lnTo>
                    <a:pt x="135" y="270"/>
                  </a:lnTo>
                  <a:lnTo>
                    <a:pt x="101" y="270"/>
                  </a:lnTo>
                  <a:lnTo>
                    <a:pt x="34" y="371"/>
                  </a:lnTo>
                  <a:lnTo>
                    <a:pt x="0" y="472"/>
                  </a:lnTo>
                  <a:lnTo>
                    <a:pt x="0" y="540"/>
                  </a:lnTo>
                  <a:lnTo>
                    <a:pt x="67" y="641"/>
                  </a:lnTo>
                  <a:lnTo>
                    <a:pt x="168" y="674"/>
                  </a:lnTo>
                  <a:lnTo>
                    <a:pt x="269" y="674"/>
                  </a:lnTo>
                  <a:lnTo>
                    <a:pt x="337" y="607"/>
                  </a:lnTo>
                  <a:lnTo>
                    <a:pt x="438" y="573"/>
                  </a:lnTo>
                  <a:lnTo>
                    <a:pt x="505" y="472"/>
                  </a:lnTo>
                  <a:lnTo>
                    <a:pt x="505" y="338"/>
                  </a:lnTo>
                  <a:lnTo>
                    <a:pt x="505" y="203"/>
                  </a:lnTo>
                  <a:lnTo>
                    <a:pt x="471" y="102"/>
                  </a:lnTo>
                  <a:lnTo>
                    <a:pt x="438" y="35"/>
                  </a:lnTo>
                  <a:lnTo>
                    <a:pt x="37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5" name="Google Shape;82;p2"/>
            <p:cNvSpPr>
              <a:spLocks/>
            </p:cNvSpPr>
            <p:nvPr/>
          </p:nvSpPr>
          <p:spPr bwMode="auto">
            <a:xfrm>
              <a:off x="3258585" y="5518406"/>
              <a:ext cx="152652" cy="166992"/>
            </a:xfrm>
            <a:custGeom>
              <a:avLst/>
              <a:gdLst>
                <a:gd name="T0" fmla="*/ 127921 w 2290"/>
                <a:gd name="T1" fmla="*/ 13420 h 2526"/>
                <a:gd name="T2" fmla="*/ 127921 w 2290"/>
                <a:gd name="T3" fmla="*/ 42376 h 2526"/>
                <a:gd name="T4" fmla="*/ 130187 w 2290"/>
                <a:gd name="T5" fmla="*/ 73514 h 2526"/>
                <a:gd name="T6" fmla="*/ 134654 w 2290"/>
                <a:gd name="T7" fmla="*/ 104651 h 2526"/>
                <a:gd name="T8" fmla="*/ 141386 w 2290"/>
                <a:gd name="T9" fmla="*/ 133607 h 2526"/>
                <a:gd name="T10" fmla="*/ 143653 w 2290"/>
                <a:gd name="T11" fmla="*/ 135855 h 2526"/>
                <a:gd name="T12" fmla="*/ 141386 w 2290"/>
                <a:gd name="T13" fmla="*/ 135855 h 2526"/>
                <a:gd name="T14" fmla="*/ 114456 w 2290"/>
                <a:gd name="T15" fmla="*/ 138036 h 2526"/>
                <a:gd name="T16" fmla="*/ 87525 w 2290"/>
                <a:gd name="T17" fmla="*/ 140284 h 2526"/>
                <a:gd name="T18" fmla="*/ 60594 w 2290"/>
                <a:gd name="T19" fmla="*/ 144713 h 2526"/>
                <a:gd name="T20" fmla="*/ 31397 w 2290"/>
                <a:gd name="T21" fmla="*/ 146961 h 2526"/>
                <a:gd name="T22" fmla="*/ 20198 w 2290"/>
                <a:gd name="T23" fmla="*/ 86868 h 2526"/>
                <a:gd name="T24" fmla="*/ 8999 w 2290"/>
                <a:gd name="T25" fmla="*/ 26774 h 2526"/>
                <a:gd name="T26" fmla="*/ 38130 w 2290"/>
                <a:gd name="T27" fmla="*/ 26774 h 2526"/>
                <a:gd name="T28" fmla="*/ 69593 w 2290"/>
                <a:gd name="T29" fmla="*/ 22345 h 2526"/>
                <a:gd name="T30" fmla="*/ 127921 w 2290"/>
                <a:gd name="T31" fmla="*/ 13420 h 2526"/>
                <a:gd name="T32" fmla="*/ 127921 w 2290"/>
                <a:gd name="T33" fmla="*/ 66 h 2526"/>
                <a:gd name="T34" fmla="*/ 67327 w 2290"/>
                <a:gd name="T35" fmla="*/ 8991 h 2526"/>
                <a:gd name="T36" fmla="*/ 35930 w 2290"/>
                <a:gd name="T37" fmla="*/ 13420 h 2526"/>
                <a:gd name="T38" fmla="*/ 6733 w 2290"/>
                <a:gd name="T39" fmla="*/ 20097 h 2526"/>
                <a:gd name="T40" fmla="*/ 2266 w 2290"/>
                <a:gd name="T41" fmla="*/ 20097 h 2526"/>
                <a:gd name="T42" fmla="*/ 2266 w 2290"/>
                <a:gd name="T43" fmla="*/ 24527 h 2526"/>
                <a:gd name="T44" fmla="*/ 0 w 2290"/>
                <a:gd name="T45" fmla="*/ 24527 h 2526"/>
                <a:gd name="T46" fmla="*/ 0 w 2290"/>
                <a:gd name="T47" fmla="*/ 26774 h 2526"/>
                <a:gd name="T48" fmla="*/ 2266 w 2290"/>
                <a:gd name="T49" fmla="*/ 62407 h 2526"/>
                <a:gd name="T50" fmla="*/ 6733 w 2290"/>
                <a:gd name="T51" fmla="*/ 95792 h 2526"/>
                <a:gd name="T52" fmla="*/ 13465 w 2290"/>
                <a:gd name="T53" fmla="*/ 129178 h 2526"/>
                <a:gd name="T54" fmla="*/ 22465 w 2290"/>
                <a:gd name="T55" fmla="*/ 162563 h 2526"/>
                <a:gd name="T56" fmla="*/ 26931 w 2290"/>
                <a:gd name="T57" fmla="*/ 166992 h 2526"/>
                <a:gd name="T58" fmla="*/ 31397 w 2290"/>
                <a:gd name="T59" fmla="*/ 166992 h 2526"/>
                <a:gd name="T60" fmla="*/ 33663 w 2290"/>
                <a:gd name="T61" fmla="*/ 164744 h 2526"/>
                <a:gd name="T62" fmla="*/ 35930 w 2290"/>
                <a:gd name="T63" fmla="*/ 160315 h 2526"/>
                <a:gd name="T64" fmla="*/ 33663 w 2290"/>
                <a:gd name="T65" fmla="*/ 155886 h 2526"/>
                <a:gd name="T66" fmla="*/ 60594 w 2290"/>
                <a:gd name="T67" fmla="*/ 158067 h 2526"/>
                <a:gd name="T68" fmla="*/ 89791 w 2290"/>
                <a:gd name="T69" fmla="*/ 155886 h 2526"/>
                <a:gd name="T70" fmla="*/ 118922 w 2290"/>
                <a:gd name="T71" fmla="*/ 151390 h 2526"/>
                <a:gd name="T72" fmla="*/ 143653 w 2290"/>
                <a:gd name="T73" fmla="*/ 144713 h 2526"/>
                <a:gd name="T74" fmla="*/ 145853 w 2290"/>
                <a:gd name="T75" fmla="*/ 140284 h 2526"/>
                <a:gd name="T76" fmla="*/ 145853 w 2290"/>
                <a:gd name="T77" fmla="*/ 135855 h 2526"/>
                <a:gd name="T78" fmla="*/ 150386 w 2290"/>
                <a:gd name="T79" fmla="*/ 135855 h 2526"/>
                <a:gd name="T80" fmla="*/ 152585 w 2290"/>
                <a:gd name="T81" fmla="*/ 133607 h 2526"/>
                <a:gd name="T82" fmla="*/ 152585 w 2290"/>
                <a:gd name="T83" fmla="*/ 131359 h 2526"/>
                <a:gd name="T84" fmla="*/ 150386 w 2290"/>
                <a:gd name="T85" fmla="*/ 102469 h 2526"/>
                <a:gd name="T86" fmla="*/ 145853 w 2290"/>
                <a:gd name="T87" fmla="*/ 71266 h 2526"/>
                <a:gd name="T88" fmla="*/ 141386 w 2290"/>
                <a:gd name="T89" fmla="*/ 40128 h 2526"/>
                <a:gd name="T90" fmla="*/ 134654 w 2290"/>
                <a:gd name="T91" fmla="*/ 11172 h 2526"/>
                <a:gd name="T92" fmla="*/ 134654 w 2290"/>
                <a:gd name="T93" fmla="*/ 6743 h 2526"/>
                <a:gd name="T94" fmla="*/ 134654 w 2290"/>
                <a:gd name="T95" fmla="*/ 4495 h 2526"/>
                <a:gd name="T96" fmla="*/ 132387 w 2290"/>
                <a:gd name="T97" fmla="*/ 66 h 2526"/>
                <a:gd name="T98" fmla="*/ 127921 w 2290"/>
                <a:gd name="T99" fmla="*/ 66 h 2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90" h="2526" extrusionOk="0">
                  <a:moveTo>
                    <a:pt x="1919" y="203"/>
                  </a:moveTo>
                  <a:lnTo>
                    <a:pt x="1919" y="641"/>
                  </a:lnTo>
                  <a:lnTo>
                    <a:pt x="1953" y="1112"/>
                  </a:lnTo>
                  <a:lnTo>
                    <a:pt x="2020" y="1583"/>
                  </a:lnTo>
                  <a:lnTo>
                    <a:pt x="2121" y="2021"/>
                  </a:lnTo>
                  <a:lnTo>
                    <a:pt x="2155" y="2055"/>
                  </a:lnTo>
                  <a:lnTo>
                    <a:pt x="2121" y="2055"/>
                  </a:lnTo>
                  <a:lnTo>
                    <a:pt x="1717" y="2088"/>
                  </a:lnTo>
                  <a:lnTo>
                    <a:pt x="1313" y="2122"/>
                  </a:lnTo>
                  <a:lnTo>
                    <a:pt x="909" y="2189"/>
                  </a:lnTo>
                  <a:lnTo>
                    <a:pt x="471" y="2223"/>
                  </a:lnTo>
                  <a:lnTo>
                    <a:pt x="303" y="1314"/>
                  </a:lnTo>
                  <a:lnTo>
                    <a:pt x="135" y="405"/>
                  </a:lnTo>
                  <a:lnTo>
                    <a:pt x="572" y="405"/>
                  </a:lnTo>
                  <a:lnTo>
                    <a:pt x="1044" y="338"/>
                  </a:lnTo>
                  <a:lnTo>
                    <a:pt x="1919" y="203"/>
                  </a:lnTo>
                  <a:close/>
                  <a:moveTo>
                    <a:pt x="1919" y="1"/>
                  </a:moveTo>
                  <a:lnTo>
                    <a:pt x="1010" y="136"/>
                  </a:lnTo>
                  <a:lnTo>
                    <a:pt x="539" y="203"/>
                  </a:lnTo>
                  <a:lnTo>
                    <a:pt x="101" y="304"/>
                  </a:lnTo>
                  <a:lnTo>
                    <a:pt x="34" y="304"/>
                  </a:lnTo>
                  <a:lnTo>
                    <a:pt x="34" y="371"/>
                  </a:lnTo>
                  <a:lnTo>
                    <a:pt x="0" y="371"/>
                  </a:lnTo>
                  <a:lnTo>
                    <a:pt x="0" y="405"/>
                  </a:lnTo>
                  <a:lnTo>
                    <a:pt x="34" y="944"/>
                  </a:lnTo>
                  <a:lnTo>
                    <a:pt x="101" y="1449"/>
                  </a:lnTo>
                  <a:lnTo>
                    <a:pt x="202" y="1954"/>
                  </a:lnTo>
                  <a:lnTo>
                    <a:pt x="337" y="2459"/>
                  </a:lnTo>
                  <a:lnTo>
                    <a:pt x="404" y="2526"/>
                  </a:lnTo>
                  <a:lnTo>
                    <a:pt x="471" y="2526"/>
                  </a:lnTo>
                  <a:lnTo>
                    <a:pt x="505" y="2492"/>
                  </a:lnTo>
                  <a:lnTo>
                    <a:pt x="539" y="2425"/>
                  </a:lnTo>
                  <a:lnTo>
                    <a:pt x="505" y="2358"/>
                  </a:lnTo>
                  <a:lnTo>
                    <a:pt x="909" y="2391"/>
                  </a:lnTo>
                  <a:lnTo>
                    <a:pt x="1347" y="2358"/>
                  </a:lnTo>
                  <a:lnTo>
                    <a:pt x="1784" y="2290"/>
                  </a:lnTo>
                  <a:lnTo>
                    <a:pt x="2155" y="2189"/>
                  </a:lnTo>
                  <a:lnTo>
                    <a:pt x="2188" y="2122"/>
                  </a:lnTo>
                  <a:lnTo>
                    <a:pt x="2188" y="2055"/>
                  </a:lnTo>
                  <a:lnTo>
                    <a:pt x="2256" y="2055"/>
                  </a:lnTo>
                  <a:lnTo>
                    <a:pt x="2289" y="2021"/>
                  </a:lnTo>
                  <a:lnTo>
                    <a:pt x="2289" y="1987"/>
                  </a:lnTo>
                  <a:lnTo>
                    <a:pt x="2256" y="1550"/>
                  </a:lnTo>
                  <a:lnTo>
                    <a:pt x="2188" y="1078"/>
                  </a:lnTo>
                  <a:lnTo>
                    <a:pt x="2121" y="607"/>
                  </a:lnTo>
                  <a:lnTo>
                    <a:pt x="2020" y="169"/>
                  </a:lnTo>
                  <a:lnTo>
                    <a:pt x="2020" y="102"/>
                  </a:lnTo>
                  <a:lnTo>
                    <a:pt x="2020" y="68"/>
                  </a:lnTo>
                  <a:lnTo>
                    <a:pt x="1986" y="1"/>
                  </a:lnTo>
                  <a:lnTo>
                    <a:pt x="191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6" name="Google Shape;83;p2"/>
            <p:cNvSpPr>
              <a:spLocks/>
            </p:cNvSpPr>
            <p:nvPr/>
          </p:nvSpPr>
          <p:spPr bwMode="auto">
            <a:xfrm>
              <a:off x="2622537" y="5935092"/>
              <a:ext cx="138340" cy="152679"/>
            </a:xfrm>
            <a:custGeom>
              <a:avLst/>
              <a:gdLst>
                <a:gd name="T0" fmla="*/ 111520 w 2089"/>
                <a:gd name="T1" fmla="*/ 67 h 2291"/>
                <a:gd name="T2" fmla="*/ 98143 w 2089"/>
                <a:gd name="T3" fmla="*/ 2266 h 2291"/>
                <a:gd name="T4" fmla="*/ 71388 w 2089"/>
                <a:gd name="T5" fmla="*/ 6798 h 2291"/>
                <a:gd name="T6" fmla="*/ 37946 w 2089"/>
                <a:gd name="T7" fmla="*/ 11263 h 2291"/>
                <a:gd name="T8" fmla="*/ 4503 w 2089"/>
                <a:gd name="T9" fmla="*/ 17994 h 2291"/>
                <a:gd name="T10" fmla="*/ 66 w 2089"/>
                <a:gd name="T11" fmla="*/ 20259 h 2291"/>
                <a:gd name="T12" fmla="*/ 66 w 2089"/>
                <a:gd name="T13" fmla="*/ 22459 h 2291"/>
                <a:gd name="T14" fmla="*/ 66 w 2089"/>
                <a:gd name="T15" fmla="*/ 26990 h 2291"/>
                <a:gd name="T16" fmla="*/ 2252 w 2089"/>
                <a:gd name="T17" fmla="*/ 29190 h 2291"/>
                <a:gd name="T18" fmla="*/ 2252 w 2089"/>
                <a:gd name="T19" fmla="*/ 42651 h 2291"/>
                <a:gd name="T20" fmla="*/ 4503 w 2089"/>
                <a:gd name="T21" fmla="*/ 53914 h 2291"/>
                <a:gd name="T22" fmla="*/ 6755 w 2089"/>
                <a:gd name="T23" fmla="*/ 80838 h 2291"/>
                <a:gd name="T24" fmla="*/ 11192 w 2089"/>
                <a:gd name="T25" fmla="*/ 112227 h 2291"/>
                <a:gd name="T26" fmla="*/ 13443 w 2089"/>
                <a:gd name="T27" fmla="*/ 127954 h 2291"/>
                <a:gd name="T28" fmla="*/ 17880 w 2089"/>
                <a:gd name="T29" fmla="*/ 143682 h 2291"/>
                <a:gd name="T30" fmla="*/ 17880 w 2089"/>
                <a:gd name="T31" fmla="*/ 145881 h 2291"/>
                <a:gd name="T32" fmla="*/ 17880 w 2089"/>
                <a:gd name="T33" fmla="*/ 150413 h 2291"/>
                <a:gd name="T34" fmla="*/ 20132 w 2089"/>
                <a:gd name="T35" fmla="*/ 152612 h 2291"/>
                <a:gd name="T36" fmla="*/ 24569 w 2089"/>
                <a:gd name="T37" fmla="*/ 152612 h 2291"/>
                <a:gd name="T38" fmla="*/ 93706 w 2089"/>
                <a:gd name="T39" fmla="*/ 141416 h 2291"/>
                <a:gd name="T40" fmla="*/ 118208 w 2089"/>
                <a:gd name="T41" fmla="*/ 136951 h 2291"/>
                <a:gd name="T42" fmla="*/ 129334 w 2089"/>
                <a:gd name="T43" fmla="*/ 134685 h 2291"/>
                <a:gd name="T44" fmla="*/ 138274 w 2089"/>
                <a:gd name="T45" fmla="*/ 125689 h 2291"/>
                <a:gd name="T46" fmla="*/ 127148 w 2089"/>
                <a:gd name="T47" fmla="*/ 123489 h 2291"/>
                <a:gd name="T48" fmla="*/ 115957 w 2089"/>
                <a:gd name="T49" fmla="*/ 123489 h 2291"/>
                <a:gd name="T50" fmla="*/ 91454 w 2089"/>
                <a:gd name="T51" fmla="*/ 127954 h 2291"/>
                <a:gd name="T52" fmla="*/ 29006 w 2089"/>
                <a:gd name="T53" fmla="*/ 139150 h 2291"/>
                <a:gd name="T54" fmla="*/ 26820 w 2089"/>
                <a:gd name="T55" fmla="*/ 123489 h 2291"/>
                <a:gd name="T56" fmla="*/ 24569 w 2089"/>
                <a:gd name="T57" fmla="*/ 107762 h 2291"/>
                <a:gd name="T58" fmla="*/ 20132 w 2089"/>
                <a:gd name="T59" fmla="*/ 78572 h 2291"/>
                <a:gd name="T60" fmla="*/ 17880 w 2089"/>
                <a:gd name="T61" fmla="*/ 53914 h 2291"/>
                <a:gd name="T62" fmla="*/ 15629 w 2089"/>
                <a:gd name="T63" fmla="*/ 40452 h 2291"/>
                <a:gd name="T64" fmla="*/ 11192 w 2089"/>
                <a:gd name="T65" fmla="*/ 29190 h 2291"/>
                <a:gd name="T66" fmla="*/ 46886 w 2089"/>
                <a:gd name="T67" fmla="*/ 24725 h 2291"/>
                <a:gd name="T68" fmla="*/ 82514 w 2089"/>
                <a:gd name="T69" fmla="*/ 17994 h 2291"/>
                <a:gd name="T70" fmla="*/ 107083 w 2089"/>
                <a:gd name="T71" fmla="*/ 13529 h 2291"/>
                <a:gd name="T72" fmla="*/ 118208 w 2089"/>
                <a:gd name="T73" fmla="*/ 11263 h 2291"/>
                <a:gd name="T74" fmla="*/ 124897 w 2089"/>
                <a:gd name="T75" fmla="*/ 2266 h 2291"/>
                <a:gd name="T76" fmla="*/ 111520 w 2089"/>
                <a:gd name="T77" fmla="*/ 67 h 229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089" h="2291" extrusionOk="0">
                  <a:moveTo>
                    <a:pt x="1684" y="1"/>
                  </a:moveTo>
                  <a:lnTo>
                    <a:pt x="1482" y="34"/>
                  </a:lnTo>
                  <a:lnTo>
                    <a:pt x="1078" y="102"/>
                  </a:lnTo>
                  <a:lnTo>
                    <a:pt x="573" y="169"/>
                  </a:lnTo>
                  <a:lnTo>
                    <a:pt x="68" y="270"/>
                  </a:lnTo>
                  <a:lnTo>
                    <a:pt x="1" y="304"/>
                  </a:lnTo>
                  <a:lnTo>
                    <a:pt x="1" y="337"/>
                  </a:lnTo>
                  <a:lnTo>
                    <a:pt x="1" y="405"/>
                  </a:lnTo>
                  <a:lnTo>
                    <a:pt x="34" y="438"/>
                  </a:lnTo>
                  <a:lnTo>
                    <a:pt x="34" y="640"/>
                  </a:lnTo>
                  <a:lnTo>
                    <a:pt x="68" y="809"/>
                  </a:lnTo>
                  <a:lnTo>
                    <a:pt x="102" y="1213"/>
                  </a:lnTo>
                  <a:lnTo>
                    <a:pt x="169" y="1684"/>
                  </a:lnTo>
                  <a:lnTo>
                    <a:pt x="203" y="1920"/>
                  </a:lnTo>
                  <a:lnTo>
                    <a:pt x="270" y="2156"/>
                  </a:lnTo>
                  <a:lnTo>
                    <a:pt x="270" y="2189"/>
                  </a:lnTo>
                  <a:lnTo>
                    <a:pt x="270" y="2257"/>
                  </a:lnTo>
                  <a:lnTo>
                    <a:pt x="304" y="2290"/>
                  </a:lnTo>
                  <a:lnTo>
                    <a:pt x="371" y="2290"/>
                  </a:lnTo>
                  <a:lnTo>
                    <a:pt x="1415" y="2122"/>
                  </a:lnTo>
                  <a:lnTo>
                    <a:pt x="1785" y="2055"/>
                  </a:lnTo>
                  <a:lnTo>
                    <a:pt x="1953" y="2021"/>
                  </a:lnTo>
                  <a:lnTo>
                    <a:pt x="2088" y="1886"/>
                  </a:lnTo>
                  <a:lnTo>
                    <a:pt x="1920" y="1853"/>
                  </a:lnTo>
                  <a:lnTo>
                    <a:pt x="1751" y="1853"/>
                  </a:lnTo>
                  <a:lnTo>
                    <a:pt x="1381" y="1920"/>
                  </a:lnTo>
                  <a:lnTo>
                    <a:pt x="438" y="2088"/>
                  </a:lnTo>
                  <a:lnTo>
                    <a:pt x="405" y="1853"/>
                  </a:lnTo>
                  <a:lnTo>
                    <a:pt x="371" y="1617"/>
                  </a:lnTo>
                  <a:lnTo>
                    <a:pt x="304" y="1179"/>
                  </a:lnTo>
                  <a:lnTo>
                    <a:pt x="270" y="809"/>
                  </a:lnTo>
                  <a:lnTo>
                    <a:pt x="236" y="607"/>
                  </a:lnTo>
                  <a:lnTo>
                    <a:pt x="169" y="438"/>
                  </a:lnTo>
                  <a:lnTo>
                    <a:pt x="708" y="371"/>
                  </a:lnTo>
                  <a:lnTo>
                    <a:pt x="1246" y="270"/>
                  </a:lnTo>
                  <a:lnTo>
                    <a:pt x="1617" y="203"/>
                  </a:lnTo>
                  <a:lnTo>
                    <a:pt x="1785" y="169"/>
                  </a:lnTo>
                  <a:lnTo>
                    <a:pt x="1886" y="34"/>
                  </a:lnTo>
                  <a:lnTo>
                    <a:pt x="168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7" name="Google Shape;84;p2"/>
            <p:cNvSpPr>
              <a:spLocks/>
            </p:cNvSpPr>
            <p:nvPr/>
          </p:nvSpPr>
          <p:spPr bwMode="auto">
            <a:xfrm>
              <a:off x="2625717" y="6152977"/>
              <a:ext cx="46113" cy="34989"/>
            </a:xfrm>
            <a:custGeom>
              <a:avLst/>
              <a:gdLst>
                <a:gd name="T0" fmla="*/ 9291 w 675"/>
                <a:gd name="T1" fmla="*/ 65 h 540"/>
                <a:gd name="T2" fmla="*/ 4645 w 675"/>
                <a:gd name="T3" fmla="*/ 2203 h 540"/>
                <a:gd name="T4" fmla="*/ 68 w 675"/>
                <a:gd name="T5" fmla="*/ 4406 h 540"/>
                <a:gd name="T6" fmla="*/ 2391 w 675"/>
                <a:gd name="T7" fmla="*/ 8747 h 540"/>
                <a:gd name="T8" fmla="*/ 4645 w 675"/>
                <a:gd name="T9" fmla="*/ 13153 h 540"/>
                <a:gd name="T10" fmla="*/ 6968 w 675"/>
                <a:gd name="T11" fmla="*/ 19698 h 540"/>
                <a:gd name="T12" fmla="*/ 11545 w 675"/>
                <a:gd name="T13" fmla="*/ 26242 h 540"/>
                <a:gd name="T14" fmla="*/ 16191 w 675"/>
                <a:gd name="T15" fmla="*/ 30583 h 540"/>
                <a:gd name="T16" fmla="*/ 23091 w 675"/>
                <a:gd name="T17" fmla="*/ 34924 h 540"/>
                <a:gd name="T18" fmla="*/ 29991 w 675"/>
                <a:gd name="T19" fmla="*/ 34924 h 540"/>
                <a:gd name="T20" fmla="*/ 32245 w 675"/>
                <a:gd name="T21" fmla="*/ 32786 h 540"/>
                <a:gd name="T22" fmla="*/ 39145 w 675"/>
                <a:gd name="T23" fmla="*/ 17495 h 540"/>
                <a:gd name="T24" fmla="*/ 43790 w 675"/>
                <a:gd name="T25" fmla="*/ 10950 h 540"/>
                <a:gd name="T26" fmla="*/ 46045 w 675"/>
                <a:gd name="T27" fmla="*/ 6609 h 540"/>
                <a:gd name="T28" fmla="*/ 46045 w 675"/>
                <a:gd name="T29" fmla="*/ 4406 h 540"/>
                <a:gd name="T30" fmla="*/ 43790 w 675"/>
                <a:gd name="T31" fmla="*/ 2203 h 540"/>
                <a:gd name="T32" fmla="*/ 41468 w 675"/>
                <a:gd name="T33" fmla="*/ 65 h 540"/>
                <a:gd name="T34" fmla="*/ 34568 w 675"/>
                <a:gd name="T35" fmla="*/ 2203 h 540"/>
                <a:gd name="T36" fmla="*/ 29991 w 675"/>
                <a:gd name="T37" fmla="*/ 6609 h 540"/>
                <a:gd name="T38" fmla="*/ 23091 w 675"/>
                <a:gd name="T39" fmla="*/ 21836 h 540"/>
                <a:gd name="T40" fmla="*/ 16191 w 675"/>
                <a:gd name="T41" fmla="*/ 13153 h 540"/>
                <a:gd name="T42" fmla="*/ 13868 w 675"/>
                <a:gd name="T43" fmla="*/ 4406 h 540"/>
                <a:gd name="T44" fmla="*/ 11545 w 675"/>
                <a:gd name="T45" fmla="*/ 2203 h 540"/>
                <a:gd name="T46" fmla="*/ 9291 w 675"/>
                <a:gd name="T47" fmla="*/ 65 h 54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75" h="540" extrusionOk="0">
                  <a:moveTo>
                    <a:pt x="136" y="1"/>
                  </a:moveTo>
                  <a:lnTo>
                    <a:pt x="68" y="34"/>
                  </a:lnTo>
                  <a:lnTo>
                    <a:pt x="1" y="68"/>
                  </a:lnTo>
                  <a:lnTo>
                    <a:pt x="35" y="135"/>
                  </a:lnTo>
                  <a:lnTo>
                    <a:pt x="68" y="203"/>
                  </a:lnTo>
                  <a:lnTo>
                    <a:pt x="102" y="304"/>
                  </a:lnTo>
                  <a:lnTo>
                    <a:pt x="169" y="405"/>
                  </a:lnTo>
                  <a:lnTo>
                    <a:pt x="237" y="472"/>
                  </a:lnTo>
                  <a:lnTo>
                    <a:pt x="338" y="539"/>
                  </a:lnTo>
                  <a:lnTo>
                    <a:pt x="439" y="539"/>
                  </a:lnTo>
                  <a:lnTo>
                    <a:pt x="472" y="506"/>
                  </a:lnTo>
                  <a:lnTo>
                    <a:pt x="573" y="270"/>
                  </a:lnTo>
                  <a:lnTo>
                    <a:pt x="641" y="169"/>
                  </a:lnTo>
                  <a:lnTo>
                    <a:pt x="674" y="102"/>
                  </a:lnTo>
                  <a:lnTo>
                    <a:pt x="674" y="68"/>
                  </a:lnTo>
                  <a:lnTo>
                    <a:pt x="641" y="34"/>
                  </a:lnTo>
                  <a:lnTo>
                    <a:pt x="607" y="1"/>
                  </a:lnTo>
                  <a:lnTo>
                    <a:pt x="506" y="34"/>
                  </a:lnTo>
                  <a:lnTo>
                    <a:pt x="439" y="102"/>
                  </a:lnTo>
                  <a:lnTo>
                    <a:pt x="338" y="337"/>
                  </a:lnTo>
                  <a:lnTo>
                    <a:pt x="237" y="203"/>
                  </a:lnTo>
                  <a:lnTo>
                    <a:pt x="203" y="68"/>
                  </a:lnTo>
                  <a:lnTo>
                    <a:pt x="169" y="34"/>
                  </a:lnTo>
                  <a:lnTo>
                    <a:pt x="13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8" name="Google Shape;85;p2"/>
            <p:cNvSpPr>
              <a:spLocks/>
            </p:cNvSpPr>
            <p:nvPr/>
          </p:nvSpPr>
          <p:spPr bwMode="auto">
            <a:xfrm>
              <a:off x="2469885" y="6176833"/>
              <a:ext cx="34983" cy="36579"/>
            </a:xfrm>
            <a:custGeom>
              <a:avLst/>
              <a:gdLst>
                <a:gd name="T0" fmla="*/ 24079 w 539"/>
                <a:gd name="T1" fmla="*/ 68 h 540"/>
                <a:gd name="T2" fmla="*/ 17524 w 539"/>
                <a:gd name="T3" fmla="*/ 2371 h 540"/>
                <a:gd name="T4" fmla="*/ 10969 w 539"/>
                <a:gd name="T5" fmla="*/ 4606 h 540"/>
                <a:gd name="T6" fmla="*/ 6555 w 539"/>
                <a:gd name="T7" fmla="*/ 6909 h 540"/>
                <a:gd name="T8" fmla="*/ 2207 w 539"/>
                <a:gd name="T9" fmla="*/ 11448 h 540"/>
                <a:gd name="T10" fmla="*/ 0 w 539"/>
                <a:gd name="T11" fmla="*/ 16054 h 540"/>
                <a:gd name="T12" fmla="*/ 0 w 539"/>
                <a:gd name="T13" fmla="*/ 22896 h 540"/>
                <a:gd name="T14" fmla="*/ 2207 w 539"/>
                <a:gd name="T15" fmla="*/ 27434 h 540"/>
                <a:gd name="T16" fmla="*/ 6555 w 539"/>
                <a:gd name="T17" fmla="*/ 31973 h 540"/>
                <a:gd name="T18" fmla="*/ 10969 w 539"/>
                <a:gd name="T19" fmla="*/ 36579 h 540"/>
                <a:gd name="T20" fmla="*/ 24079 w 539"/>
                <a:gd name="T21" fmla="*/ 36579 h 540"/>
                <a:gd name="T22" fmla="*/ 28428 w 539"/>
                <a:gd name="T23" fmla="*/ 34276 h 540"/>
                <a:gd name="T24" fmla="*/ 32776 w 539"/>
                <a:gd name="T25" fmla="*/ 31973 h 540"/>
                <a:gd name="T26" fmla="*/ 32776 w 539"/>
                <a:gd name="T27" fmla="*/ 25131 h 540"/>
                <a:gd name="T28" fmla="*/ 32776 w 539"/>
                <a:gd name="T29" fmla="*/ 22896 h 540"/>
                <a:gd name="T30" fmla="*/ 30634 w 539"/>
                <a:gd name="T31" fmla="*/ 22896 h 540"/>
                <a:gd name="T32" fmla="*/ 26221 w 539"/>
                <a:gd name="T33" fmla="*/ 20593 h 540"/>
                <a:gd name="T34" fmla="*/ 21872 w 539"/>
                <a:gd name="T35" fmla="*/ 25131 h 540"/>
                <a:gd name="T36" fmla="*/ 13111 w 539"/>
                <a:gd name="T37" fmla="*/ 25131 h 540"/>
                <a:gd name="T38" fmla="*/ 10969 w 539"/>
                <a:gd name="T39" fmla="*/ 20593 h 540"/>
                <a:gd name="T40" fmla="*/ 13111 w 539"/>
                <a:gd name="T41" fmla="*/ 16054 h 540"/>
                <a:gd name="T42" fmla="*/ 15317 w 539"/>
                <a:gd name="T43" fmla="*/ 16054 h 540"/>
                <a:gd name="T44" fmla="*/ 19666 w 539"/>
                <a:gd name="T45" fmla="*/ 11448 h 540"/>
                <a:gd name="T46" fmla="*/ 26221 w 539"/>
                <a:gd name="T47" fmla="*/ 9212 h 540"/>
                <a:gd name="T48" fmla="*/ 32776 w 539"/>
                <a:gd name="T49" fmla="*/ 6909 h 540"/>
                <a:gd name="T50" fmla="*/ 34983 w 539"/>
                <a:gd name="T51" fmla="*/ 6909 h 540"/>
                <a:gd name="T52" fmla="*/ 34983 w 539"/>
                <a:gd name="T53" fmla="*/ 4606 h 540"/>
                <a:gd name="T54" fmla="*/ 28428 w 539"/>
                <a:gd name="T55" fmla="*/ 2371 h 540"/>
                <a:gd name="T56" fmla="*/ 24079 w 539"/>
                <a:gd name="T57" fmla="*/ 68 h 54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39" h="540" extrusionOk="0">
                  <a:moveTo>
                    <a:pt x="371" y="1"/>
                  </a:moveTo>
                  <a:lnTo>
                    <a:pt x="270" y="35"/>
                  </a:lnTo>
                  <a:lnTo>
                    <a:pt x="169" y="68"/>
                  </a:lnTo>
                  <a:lnTo>
                    <a:pt x="101" y="102"/>
                  </a:lnTo>
                  <a:lnTo>
                    <a:pt x="34" y="169"/>
                  </a:lnTo>
                  <a:lnTo>
                    <a:pt x="0" y="237"/>
                  </a:lnTo>
                  <a:lnTo>
                    <a:pt x="0" y="338"/>
                  </a:lnTo>
                  <a:lnTo>
                    <a:pt x="34" y="405"/>
                  </a:lnTo>
                  <a:lnTo>
                    <a:pt x="101" y="472"/>
                  </a:lnTo>
                  <a:lnTo>
                    <a:pt x="169" y="540"/>
                  </a:lnTo>
                  <a:lnTo>
                    <a:pt x="371" y="540"/>
                  </a:lnTo>
                  <a:lnTo>
                    <a:pt x="438" y="506"/>
                  </a:lnTo>
                  <a:lnTo>
                    <a:pt x="505" y="472"/>
                  </a:lnTo>
                  <a:lnTo>
                    <a:pt x="505" y="371"/>
                  </a:lnTo>
                  <a:lnTo>
                    <a:pt x="505" y="338"/>
                  </a:lnTo>
                  <a:lnTo>
                    <a:pt x="472" y="338"/>
                  </a:lnTo>
                  <a:lnTo>
                    <a:pt x="404" y="304"/>
                  </a:lnTo>
                  <a:lnTo>
                    <a:pt x="337" y="371"/>
                  </a:lnTo>
                  <a:lnTo>
                    <a:pt x="202" y="371"/>
                  </a:lnTo>
                  <a:lnTo>
                    <a:pt x="169" y="304"/>
                  </a:lnTo>
                  <a:lnTo>
                    <a:pt x="202" y="237"/>
                  </a:lnTo>
                  <a:lnTo>
                    <a:pt x="236" y="237"/>
                  </a:lnTo>
                  <a:lnTo>
                    <a:pt x="303" y="169"/>
                  </a:lnTo>
                  <a:lnTo>
                    <a:pt x="404" y="136"/>
                  </a:lnTo>
                  <a:lnTo>
                    <a:pt x="505" y="102"/>
                  </a:lnTo>
                  <a:lnTo>
                    <a:pt x="539" y="102"/>
                  </a:lnTo>
                  <a:lnTo>
                    <a:pt x="539" y="68"/>
                  </a:lnTo>
                  <a:lnTo>
                    <a:pt x="438" y="35"/>
                  </a:lnTo>
                  <a:lnTo>
                    <a:pt x="37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79" name="Google Shape;86;p2"/>
            <p:cNvSpPr>
              <a:spLocks/>
            </p:cNvSpPr>
            <p:nvPr/>
          </p:nvSpPr>
          <p:spPr bwMode="auto">
            <a:xfrm>
              <a:off x="2568473" y="6102084"/>
              <a:ext cx="159012" cy="146317"/>
            </a:xfrm>
            <a:custGeom>
              <a:avLst/>
              <a:gdLst>
                <a:gd name="T0" fmla="*/ 125375 w 2392"/>
                <a:gd name="T1" fmla="*/ 0 h 2223"/>
                <a:gd name="T2" fmla="*/ 111947 w 2392"/>
                <a:gd name="T3" fmla="*/ 2238 h 2223"/>
                <a:gd name="T4" fmla="*/ 89544 w 2392"/>
                <a:gd name="T5" fmla="*/ 6648 h 2223"/>
                <a:gd name="T6" fmla="*/ 49259 w 2392"/>
                <a:gd name="T7" fmla="*/ 11124 h 2223"/>
                <a:gd name="T8" fmla="*/ 29117 w 2392"/>
                <a:gd name="T9" fmla="*/ 15533 h 2223"/>
                <a:gd name="T10" fmla="*/ 8974 w 2392"/>
                <a:gd name="T11" fmla="*/ 19943 h 2223"/>
                <a:gd name="T12" fmla="*/ 8974 w 2392"/>
                <a:gd name="T13" fmla="*/ 15533 h 2223"/>
                <a:gd name="T14" fmla="*/ 6781 w 2392"/>
                <a:gd name="T15" fmla="*/ 13296 h 2223"/>
                <a:gd name="T16" fmla="*/ 4520 w 2392"/>
                <a:gd name="T17" fmla="*/ 13296 h 2223"/>
                <a:gd name="T18" fmla="*/ 2260 w 2392"/>
                <a:gd name="T19" fmla="*/ 15533 h 2223"/>
                <a:gd name="T20" fmla="*/ 66 w 2392"/>
                <a:gd name="T21" fmla="*/ 31067 h 2223"/>
                <a:gd name="T22" fmla="*/ 66 w 2392"/>
                <a:gd name="T23" fmla="*/ 46534 h 2223"/>
                <a:gd name="T24" fmla="*/ 4520 w 2392"/>
                <a:gd name="T25" fmla="*/ 75363 h 2223"/>
                <a:gd name="T26" fmla="*/ 11235 w 2392"/>
                <a:gd name="T27" fmla="*/ 110840 h 2223"/>
                <a:gd name="T28" fmla="*/ 13495 w 2392"/>
                <a:gd name="T29" fmla="*/ 126308 h 2223"/>
                <a:gd name="T30" fmla="*/ 20209 w 2392"/>
                <a:gd name="T31" fmla="*/ 144079 h 2223"/>
                <a:gd name="T32" fmla="*/ 22403 w 2392"/>
                <a:gd name="T33" fmla="*/ 146251 h 2223"/>
                <a:gd name="T34" fmla="*/ 26923 w 2392"/>
                <a:gd name="T35" fmla="*/ 146251 h 2223"/>
                <a:gd name="T36" fmla="*/ 29117 w 2392"/>
                <a:gd name="T37" fmla="*/ 144079 h 2223"/>
                <a:gd name="T38" fmla="*/ 29117 w 2392"/>
                <a:gd name="T39" fmla="*/ 141841 h 2223"/>
                <a:gd name="T40" fmla="*/ 26923 w 2392"/>
                <a:gd name="T41" fmla="*/ 124136 h 2223"/>
                <a:gd name="T42" fmla="*/ 24663 w 2392"/>
                <a:gd name="T43" fmla="*/ 106364 h 2223"/>
                <a:gd name="T44" fmla="*/ 17949 w 2392"/>
                <a:gd name="T45" fmla="*/ 73126 h 2223"/>
                <a:gd name="T46" fmla="*/ 13495 w 2392"/>
                <a:gd name="T47" fmla="*/ 48772 h 2223"/>
                <a:gd name="T48" fmla="*/ 11235 w 2392"/>
                <a:gd name="T49" fmla="*/ 26591 h 2223"/>
                <a:gd name="T50" fmla="*/ 38091 w 2392"/>
                <a:gd name="T51" fmla="*/ 24419 h 2223"/>
                <a:gd name="T52" fmla="*/ 64948 w 2392"/>
                <a:gd name="T53" fmla="*/ 22181 h 2223"/>
                <a:gd name="T54" fmla="*/ 125375 w 2392"/>
                <a:gd name="T55" fmla="*/ 11124 h 2223"/>
                <a:gd name="T56" fmla="*/ 127635 w 2392"/>
                <a:gd name="T57" fmla="*/ 13296 h 2223"/>
                <a:gd name="T58" fmla="*/ 132089 w 2392"/>
                <a:gd name="T59" fmla="*/ 13296 h 2223"/>
                <a:gd name="T60" fmla="*/ 132089 w 2392"/>
                <a:gd name="T61" fmla="*/ 31067 h 2223"/>
                <a:gd name="T62" fmla="*/ 134349 w 2392"/>
                <a:gd name="T63" fmla="*/ 51010 h 2223"/>
                <a:gd name="T64" fmla="*/ 145517 w 2392"/>
                <a:gd name="T65" fmla="*/ 117488 h 2223"/>
                <a:gd name="T66" fmla="*/ 132089 w 2392"/>
                <a:gd name="T67" fmla="*/ 117488 h 2223"/>
                <a:gd name="T68" fmla="*/ 118661 w 2392"/>
                <a:gd name="T69" fmla="*/ 119660 h 2223"/>
                <a:gd name="T70" fmla="*/ 91804 w 2392"/>
                <a:gd name="T71" fmla="*/ 124136 h 2223"/>
                <a:gd name="T72" fmla="*/ 58233 w 2392"/>
                <a:gd name="T73" fmla="*/ 128546 h 2223"/>
                <a:gd name="T74" fmla="*/ 42545 w 2392"/>
                <a:gd name="T75" fmla="*/ 132956 h 2223"/>
                <a:gd name="T76" fmla="*/ 35831 w 2392"/>
                <a:gd name="T77" fmla="*/ 135193 h 2223"/>
                <a:gd name="T78" fmla="*/ 29117 w 2392"/>
                <a:gd name="T79" fmla="*/ 141841 h 2223"/>
                <a:gd name="T80" fmla="*/ 35831 w 2392"/>
                <a:gd name="T81" fmla="*/ 144079 h 2223"/>
                <a:gd name="T82" fmla="*/ 42545 w 2392"/>
                <a:gd name="T83" fmla="*/ 146251 h 2223"/>
                <a:gd name="T84" fmla="*/ 55973 w 2392"/>
                <a:gd name="T85" fmla="*/ 146251 h 2223"/>
                <a:gd name="T86" fmla="*/ 85090 w 2392"/>
                <a:gd name="T87" fmla="*/ 139603 h 2223"/>
                <a:gd name="T88" fmla="*/ 116401 w 2392"/>
                <a:gd name="T89" fmla="*/ 137431 h 2223"/>
                <a:gd name="T90" fmla="*/ 132089 w 2392"/>
                <a:gd name="T91" fmla="*/ 132956 h 2223"/>
                <a:gd name="T92" fmla="*/ 147777 w 2392"/>
                <a:gd name="T93" fmla="*/ 128546 h 2223"/>
                <a:gd name="T94" fmla="*/ 149971 w 2392"/>
                <a:gd name="T95" fmla="*/ 130784 h 2223"/>
                <a:gd name="T96" fmla="*/ 154492 w 2392"/>
                <a:gd name="T97" fmla="*/ 130784 h 2223"/>
                <a:gd name="T98" fmla="*/ 156685 w 2392"/>
                <a:gd name="T99" fmla="*/ 128546 h 2223"/>
                <a:gd name="T100" fmla="*/ 158946 w 2392"/>
                <a:gd name="T101" fmla="*/ 124136 h 2223"/>
                <a:gd name="T102" fmla="*/ 147777 w 2392"/>
                <a:gd name="T103" fmla="*/ 57658 h 2223"/>
                <a:gd name="T104" fmla="*/ 145517 w 2392"/>
                <a:gd name="T105" fmla="*/ 28829 h 2223"/>
                <a:gd name="T106" fmla="*/ 143257 w 2392"/>
                <a:gd name="T107" fmla="*/ 15533 h 2223"/>
                <a:gd name="T108" fmla="*/ 136543 w 2392"/>
                <a:gd name="T109" fmla="*/ 2238 h 2223"/>
                <a:gd name="T110" fmla="*/ 134349 w 2392"/>
                <a:gd name="T111" fmla="*/ 2238 h 2223"/>
                <a:gd name="T112" fmla="*/ 134349 w 2392"/>
                <a:gd name="T113" fmla="*/ 4476 h 2223"/>
                <a:gd name="T114" fmla="*/ 129829 w 2392"/>
                <a:gd name="T115" fmla="*/ 2238 h 2223"/>
                <a:gd name="T116" fmla="*/ 125375 w 2392"/>
                <a:gd name="T117" fmla="*/ 0 h 222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92" h="2223" extrusionOk="0">
                  <a:moveTo>
                    <a:pt x="1886" y="0"/>
                  </a:moveTo>
                  <a:lnTo>
                    <a:pt x="1684" y="34"/>
                  </a:lnTo>
                  <a:lnTo>
                    <a:pt x="1347" y="101"/>
                  </a:lnTo>
                  <a:lnTo>
                    <a:pt x="741" y="169"/>
                  </a:lnTo>
                  <a:lnTo>
                    <a:pt x="438" y="236"/>
                  </a:lnTo>
                  <a:lnTo>
                    <a:pt x="135" y="303"/>
                  </a:lnTo>
                  <a:lnTo>
                    <a:pt x="135" y="236"/>
                  </a:lnTo>
                  <a:lnTo>
                    <a:pt x="102" y="202"/>
                  </a:lnTo>
                  <a:lnTo>
                    <a:pt x="68" y="202"/>
                  </a:lnTo>
                  <a:lnTo>
                    <a:pt x="34" y="236"/>
                  </a:lnTo>
                  <a:lnTo>
                    <a:pt x="1" y="472"/>
                  </a:lnTo>
                  <a:lnTo>
                    <a:pt x="1" y="707"/>
                  </a:lnTo>
                  <a:lnTo>
                    <a:pt x="68" y="1145"/>
                  </a:lnTo>
                  <a:lnTo>
                    <a:pt x="169" y="1684"/>
                  </a:lnTo>
                  <a:lnTo>
                    <a:pt x="203" y="1919"/>
                  </a:lnTo>
                  <a:lnTo>
                    <a:pt x="304" y="2189"/>
                  </a:lnTo>
                  <a:lnTo>
                    <a:pt x="337" y="2222"/>
                  </a:lnTo>
                  <a:lnTo>
                    <a:pt x="405" y="2222"/>
                  </a:lnTo>
                  <a:lnTo>
                    <a:pt x="438" y="2189"/>
                  </a:lnTo>
                  <a:lnTo>
                    <a:pt x="438" y="2155"/>
                  </a:lnTo>
                  <a:lnTo>
                    <a:pt x="405" y="1886"/>
                  </a:lnTo>
                  <a:lnTo>
                    <a:pt x="371" y="1616"/>
                  </a:lnTo>
                  <a:lnTo>
                    <a:pt x="270" y="1111"/>
                  </a:lnTo>
                  <a:lnTo>
                    <a:pt x="203" y="741"/>
                  </a:lnTo>
                  <a:lnTo>
                    <a:pt x="169" y="404"/>
                  </a:lnTo>
                  <a:lnTo>
                    <a:pt x="573" y="371"/>
                  </a:lnTo>
                  <a:lnTo>
                    <a:pt x="977" y="337"/>
                  </a:lnTo>
                  <a:lnTo>
                    <a:pt x="1886" y="169"/>
                  </a:lnTo>
                  <a:lnTo>
                    <a:pt x="1920" y="202"/>
                  </a:lnTo>
                  <a:lnTo>
                    <a:pt x="1987" y="202"/>
                  </a:lnTo>
                  <a:lnTo>
                    <a:pt x="1987" y="472"/>
                  </a:lnTo>
                  <a:lnTo>
                    <a:pt x="2021" y="775"/>
                  </a:lnTo>
                  <a:lnTo>
                    <a:pt x="2189" y="1785"/>
                  </a:lnTo>
                  <a:lnTo>
                    <a:pt x="1987" y="1785"/>
                  </a:lnTo>
                  <a:lnTo>
                    <a:pt x="1785" y="1818"/>
                  </a:lnTo>
                  <a:lnTo>
                    <a:pt x="1381" y="1886"/>
                  </a:lnTo>
                  <a:lnTo>
                    <a:pt x="876" y="1953"/>
                  </a:lnTo>
                  <a:lnTo>
                    <a:pt x="640" y="2020"/>
                  </a:lnTo>
                  <a:lnTo>
                    <a:pt x="539" y="2054"/>
                  </a:lnTo>
                  <a:lnTo>
                    <a:pt x="438" y="2155"/>
                  </a:lnTo>
                  <a:lnTo>
                    <a:pt x="539" y="2189"/>
                  </a:lnTo>
                  <a:lnTo>
                    <a:pt x="640" y="2222"/>
                  </a:lnTo>
                  <a:lnTo>
                    <a:pt x="842" y="2222"/>
                  </a:lnTo>
                  <a:lnTo>
                    <a:pt x="1280" y="2121"/>
                  </a:lnTo>
                  <a:lnTo>
                    <a:pt x="1751" y="2088"/>
                  </a:lnTo>
                  <a:lnTo>
                    <a:pt x="1987" y="2020"/>
                  </a:lnTo>
                  <a:lnTo>
                    <a:pt x="2223" y="1953"/>
                  </a:lnTo>
                  <a:lnTo>
                    <a:pt x="2256" y="1987"/>
                  </a:lnTo>
                  <a:lnTo>
                    <a:pt x="2324" y="1987"/>
                  </a:lnTo>
                  <a:lnTo>
                    <a:pt x="2357" y="1953"/>
                  </a:lnTo>
                  <a:lnTo>
                    <a:pt x="2391" y="1886"/>
                  </a:lnTo>
                  <a:lnTo>
                    <a:pt x="2223" y="876"/>
                  </a:lnTo>
                  <a:lnTo>
                    <a:pt x="2189" y="438"/>
                  </a:lnTo>
                  <a:lnTo>
                    <a:pt x="2155" y="236"/>
                  </a:lnTo>
                  <a:lnTo>
                    <a:pt x="2054" y="34"/>
                  </a:lnTo>
                  <a:lnTo>
                    <a:pt x="2021" y="34"/>
                  </a:lnTo>
                  <a:lnTo>
                    <a:pt x="2021" y="68"/>
                  </a:lnTo>
                  <a:lnTo>
                    <a:pt x="1953" y="34"/>
                  </a:lnTo>
                  <a:lnTo>
                    <a:pt x="18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0" name="Google Shape;87;p2"/>
            <p:cNvSpPr>
              <a:spLocks/>
            </p:cNvSpPr>
            <p:nvPr/>
          </p:nvSpPr>
          <p:spPr bwMode="auto">
            <a:xfrm>
              <a:off x="2419001" y="6125941"/>
              <a:ext cx="144701" cy="147907"/>
            </a:xfrm>
            <a:custGeom>
              <a:avLst/>
              <a:gdLst>
                <a:gd name="T0" fmla="*/ 120188 w 2190"/>
                <a:gd name="T1" fmla="*/ 67 h 2223"/>
                <a:gd name="T2" fmla="*/ 86821 w 2190"/>
                <a:gd name="T3" fmla="*/ 4524 h 2223"/>
                <a:gd name="T4" fmla="*/ 51207 w 2190"/>
                <a:gd name="T5" fmla="*/ 8982 h 2223"/>
                <a:gd name="T6" fmla="*/ 24513 w 2190"/>
                <a:gd name="T7" fmla="*/ 11244 h 2223"/>
                <a:gd name="T8" fmla="*/ 11166 w 2190"/>
                <a:gd name="T9" fmla="*/ 13507 h 2223"/>
                <a:gd name="T10" fmla="*/ 66 w 2190"/>
                <a:gd name="T11" fmla="*/ 17964 h 2223"/>
                <a:gd name="T12" fmla="*/ 66 w 2190"/>
                <a:gd name="T13" fmla="*/ 20227 h 2223"/>
                <a:gd name="T14" fmla="*/ 8920 w 2190"/>
                <a:gd name="T15" fmla="*/ 24684 h 2223"/>
                <a:gd name="T16" fmla="*/ 22333 w 2190"/>
                <a:gd name="T17" fmla="*/ 26947 h 2223"/>
                <a:gd name="T18" fmla="*/ 44534 w 2190"/>
                <a:gd name="T19" fmla="*/ 22422 h 2223"/>
                <a:gd name="T20" fmla="*/ 80147 w 2190"/>
                <a:gd name="T21" fmla="*/ 17964 h 2223"/>
                <a:gd name="T22" fmla="*/ 115761 w 2190"/>
                <a:gd name="T23" fmla="*/ 13507 h 2223"/>
                <a:gd name="T24" fmla="*/ 115761 w 2190"/>
                <a:gd name="T25" fmla="*/ 24684 h 2223"/>
                <a:gd name="T26" fmla="*/ 117941 w 2190"/>
                <a:gd name="T27" fmla="*/ 35862 h 2223"/>
                <a:gd name="T28" fmla="*/ 122434 w 2190"/>
                <a:gd name="T29" fmla="*/ 60547 h 2223"/>
                <a:gd name="T30" fmla="*/ 126861 w 2190"/>
                <a:gd name="T31" fmla="*/ 91885 h 2223"/>
                <a:gd name="T32" fmla="*/ 129108 w 2190"/>
                <a:gd name="T33" fmla="*/ 107587 h 2223"/>
                <a:gd name="T34" fmla="*/ 131288 w 2190"/>
                <a:gd name="T35" fmla="*/ 121027 h 2223"/>
                <a:gd name="T36" fmla="*/ 66800 w 2190"/>
                <a:gd name="T37" fmla="*/ 129943 h 2223"/>
                <a:gd name="T38" fmla="*/ 44534 w 2190"/>
                <a:gd name="T39" fmla="*/ 132205 h 2223"/>
                <a:gd name="T40" fmla="*/ 33433 w 2190"/>
                <a:gd name="T41" fmla="*/ 134467 h 2223"/>
                <a:gd name="T42" fmla="*/ 24513 w 2190"/>
                <a:gd name="T43" fmla="*/ 141187 h 2223"/>
                <a:gd name="T44" fmla="*/ 35680 w 2190"/>
                <a:gd name="T45" fmla="*/ 145645 h 2223"/>
                <a:gd name="T46" fmla="*/ 46780 w 2190"/>
                <a:gd name="T47" fmla="*/ 147907 h 2223"/>
                <a:gd name="T48" fmla="*/ 69047 w 2190"/>
                <a:gd name="T49" fmla="*/ 143383 h 2223"/>
                <a:gd name="T50" fmla="*/ 140208 w 2190"/>
                <a:gd name="T51" fmla="*/ 134467 h 2223"/>
                <a:gd name="T52" fmla="*/ 144635 w 2190"/>
                <a:gd name="T53" fmla="*/ 132205 h 2223"/>
                <a:gd name="T54" fmla="*/ 144635 w 2190"/>
                <a:gd name="T55" fmla="*/ 129943 h 2223"/>
                <a:gd name="T56" fmla="*/ 144635 w 2190"/>
                <a:gd name="T57" fmla="*/ 125485 h 2223"/>
                <a:gd name="T58" fmla="*/ 142455 w 2190"/>
                <a:gd name="T59" fmla="*/ 123223 h 2223"/>
                <a:gd name="T60" fmla="*/ 142455 w 2190"/>
                <a:gd name="T61" fmla="*/ 107587 h 2223"/>
                <a:gd name="T62" fmla="*/ 140208 w 2190"/>
                <a:gd name="T63" fmla="*/ 89622 h 2223"/>
                <a:gd name="T64" fmla="*/ 133535 w 2190"/>
                <a:gd name="T65" fmla="*/ 58285 h 2223"/>
                <a:gd name="T66" fmla="*/ 131288 w 2190"/>
                <a:gd name="T67" fmla="*/ 33667 h 2223"/>
                <a:gd name="T68" fmla="*/ 129108 w 2190"/>
                <a:gd name="T69" fmla="*/ 22422 h 2223"/>
                <a:gd name="T70" fmla="*/ 124615 w 2190"/>
                <a:gd name="T71" fmla="*/ 8982 h 2223"/>
                <a:gd name="T72" fmla="*/ 126861 w 2190"/>
                <a:gd name="T73" fmla="*/ 6787 h 2223"/>
                <a:gd name="T74" fmla="*/ 126861 w 2190"/>
                <a:gd name="T75" fmla="*/ 2262 h 2223"/>
                <a:gd name="T76" fmla="*/ 124615 w 2190"/>
                <a:gd name="T77" fmla="*/ 67 h 2223"/>
                <a:gd name="T78" fmla="*/ 120188 w 2190"/>
                <a:gd name="T79" fmla="*/ 67 h 222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190" h="2223" extrusionOk="0">
                  <a:moveTo>
                    <a:pt x="1819" y="1"/>
                  </a:moveTo>
                  <a:lnTo>
                    <a:pt x="1314" y="68"/>
                  </a:lnTo>
                  <a:lnTo>
                    <a:pt x="775" y="135"/>
                  </a:lnTo>
                  <a:lnTo>
                    <a:pt x="371" y="169"/>
                  </a:lnTo>
                  <a:lnTo>
                    <a:pt x="169" y="203"/>
                  </a:lnTo>
                  <a:lnTo>
                    <a:pt x="1" y="270"/>
                  </a:lnTo>
                  <a:lnTo>
                    <a:pt x="1" y="304"/>
                  </a:lnTo>
                  <a:lnTo>
                    <a:pt x="135" y="371"/>
                  </a:lnTo>
                  <a:lnTo>
                    <a:pt x="338" y="405"/>
                  </a:lnTo>
                  <a:lnTo>
                    <a:pt x="674" y="337"/>
                  </a:lnTo>
                  <a:lnTo>
                    <a:pt x="1213" y="270"/>
                  </a:lnTo>
                  <a:lnTo>
                    <a:pt x="1752" y="203"/>
                  </a:lnTo>
                  <a:lnTo>
                    <a:pt x="1752" y="371"/>
                  </a:lnTo>
                  <a:lnTo>
                    <a:pt x="1785" y="539"/>
                  </a:lnTo>
                  <a:lnTo>
                    <a:pt x="1853" y="910"/>
                  </a:lnTo>
                  <a:lnTo>
                    <a:pt x="1920" y="1381"/>
                  </a:lnTo>
                  <a:lnTo>
                    <a:pt x="1954" y="1617"/>
                  </a:lnTo>
                  <a:lnTo>
                    <a:pt x="1987" y="1819"/>
                  </a:lnTo>
                  <a:lnTo>
                    <a:pt x="1011" y="1953"/>
                  </a:lnTo>
                  <a:lnTo>
                    <a:pt x="674" y="1987"/>
                  </a:lnTo>
                  <a:lnTo>
                    <a:pt x="506" y="2021"/>
                  </a:lnTo>
                  <a:lnTo>
                    <a:pt x="371" y="2122"/>
                  </a:lnTo>
                  <a:lnTo>
                    <a:pt x="540" y="2189"/>
                  </a:lnTo>
                  <a:lnTo>
                    <a:pt x="708" y="2223"/>
                  </a:lnTo>
                  <a:lnTo>
                    <a:pt x="1045" y="2155"/>
                  </a:lnTo>
                  <a:lnTo>
                    <a:pt x="2122" y="2021"/>
                  </a:lnTo>
                  <a:lnTo>
                    <a:pt x="2189" y="1987"/>
                  </a:lnTo>
                  <a:lnTo>
                    <a:pt x="2189" y="1953"/>
                  </a:lnTo>
                  <a:lnTo>
                    <a:pt x="2189" y="1886"/>
                  </a:lnTo>
                  <a:lnTo>
                    <a:pt x="2156" y="1852"/>
                  </a:lnTo>
                  <a:lnTo>
                    <a:pt x="2156" y="1617"/>
                  </a:lnTo>
                  <a:lnTo>
                    <a:pt x="2122" y="1347"/>
                  </a:lnTo>
                  <a:lnTo>
                    <a:pt x="2021" y="876"/>
                  </a:lnTo>
                  <a:lnTo>
                    <a:pt x="1987" y="506"/>
                  </a:lnTo>
                  <a:lnTo>
                    <a:pt x="1954" y="337"/>
                  </a:lnTo>
                  <a:lnTo>
                    <a:pt x="1886" y="135"/>
                  </a:lnTo>
                  <a:lnTo>
                    <a:pt x="1920" y="102"/>
                  </a:lnTo>
                  <a:lnTo>
                    <a:pt x="1920" y="34"/>
                  </a:lnTo>
                  <a:lnTo>
                    <a:pt x="1886" y="1"/>
                  </a:lnTo>
                  <a:lnTo>
                    <a:pt x="181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1" name="Google Shape;88;p2"/>
            <p:cNvSpPr>
              <a:spLocks/>
            </p:cNvSpPr>
            <p:nvPr/>
          </p:nvSpPr>
          <p:spPr bwMode="auto">
            <a:xfrm>
              <a:off x="2409461" y="6143434"/>
              <a:ext cx="31802" cy="135185"/>
            </a:xfrm>
            <a:custGeom>
              <a:avLst/>
              <a:gdLst>
                <a:gd name="T0" fmla="*/ 4514 w 472"/>
                <a:gd name="T1" fmla="*/ 67 h 2021"/>
                <a:gd name="T2" fmla="*/ 2291 w 472"/>
                <a:gd name="T3" fmla="*/ 2341 h 2021"/>
                <a:gd name="T4" fmla="*/ 0 w 472"/>
                <a:gd name="T5" fmla="*/ 18060 h 2021"/>
                <a:gd name="T6" fmla="*/ 2291 w 472"/>
                <a:gd name="T7" fmla="*/ 33846 h 2021"/>
                <a:gd name="T8" fmla="*/ 6805 w 472"/>
                <a:gd name="T9" fmla="*/ 63144 h 2021"/>
                <a:gd name="T10" fmla="*/ 13610 w 472"/>
                <a:gd name="T11" fmla="*/ 99131 h 2021"/>
                <a:gd name="T12" fmla="*/ 18124 w 472"/>
                <a:gd name="T13" fmla="*/ 114917 h 2021"/>
                <a:gd name="T14" fmla="*/ 22706 w 472"/>
                <a:gd name="T15" fmla="*/ 132911 h 2021"/>
                <a:gd name="T16" fmla="*/ 24930 w 472"/>
                <a:gd name="T17" fmla="*/ 135185 h 2021"/>
                <a:gd name="T18" fmla="*/ 29511 w 472"/>
                <a:gd name="T19" fmla="*/ 135185 h 2021"/>
                <a:gd name="T20" fmla="*/ 31802 w 472"/>
                <a:gd name="T21" fmla="*/ 132911 h 2021"/>
                <a:gd name="T22" fmla="*/ 31802 w 472"/>
                <a:gd name="T23" fmla="*/ 130703 h 2021"/>
                <a:gd name="T24" fmla="*/ 29511 w 472"/>
                <a:gd name="T25" fmla="*/ 112643 h 2021"/>
                <a:gd name="T26" fmla="*/ 27220 w 472"/>
                <a:gd name="T27" fmla="*/ 94650 h 2021"/>
                <a:gd name="T28" fmla="*/ 18124 w 472"/>
                <a:gd name="T29" fmla="*/ 60870 h 2021"/>
                <a:gd name="T30" fmla="*/ 13610 w 472"/>
                <a:gd name="T31" fmla="*/ 31572 h 2021"/>
                <a:gd name="T32" fmla="*/ 11319 w 472"/>
                <a:gd name="T33" fmla="*/ 18060 h 2021"/>
                <a:gd name="T34" fmla="*/ 6805 w 472"/>
                <a:gd name="T35" fmla="*/ 2341 h 2021"/>
                <a:gd name="T36" fmla="*/ 6805 w 472"/>
                <a:gd name="T37" fmla="*/ 67 h 2021"/>
                <a:gd name="T38" fmla="*/ 4514 w 472"/>
                <a:gd name="T39" fmla="*/ 67 h 20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72" h="2021" extrusionOk="0">
                  <a:moveTo>
                    <a:pt x="67" y="1"/>
                  </a:moveTo>
                  <a:lnTo>
                    <a:pt x="34" y="35"/>
                  </a:lnTo>
                  <a:lnTo>
                    <a:pt x="0" y="270"/>
                  </a:lnTo>
                  <a:lnTo>
                    <a:pt x="34" y="506"/>
                  </a:lnTo>
                  <a:lnTo>
                    <a:pt x="101" y="944"/>
                  </a:lnTo>
                  <a:lnTo>
                    <a:pt x="202" y="1482"/>
                  </a:lnTo>
                  <a:lnTo>
                    <a:pt x="269" y="1718"/>
                  </a:lnTo>
                  <a:lnTo>
                    <a:pt x="337" y="1987"/>
                  </a:lnTo>
                  <a:lnTo>
                    <a:pt x="370" y="2021"/>
                  </a:lnTo>
                  <a:lnTo>
                    <a:pt x="438" y="2021"/>
                  </a:lnTo>
                  <a:lnTo>
                    <a:pt x="472" y="1987"/>
                  </a:lnTo>
                  <a:lnTo>
                    <a:pt x="472" y="1954"/>
                  </a:lnTo>
                  <a:lnTo>
                    <a:pt x="438" y="1684"/>
                  </a:lnTo>
                  <a:lnTo>
                    <a:pt x="404" y="1415"/>
                  </a:lnTo>
                  <a:lnTo>
                    <a:pt x="269" y="910"/>
                  </a:lnTo>
                  <a:lnTo>
                    <a:pt x="202" y="472"/>
                  </a:lnTo>
                  <a:lnTo>
                    <a:pt x="168" y="270"/>
                  </a:lnTo>
                  <a:lnTo>
                    <a:pt x="101" y="35"/>
                  </a:lnTo>
                  <a:lnTo>
                    <a:pt x="101" y="1"/>
                  </a:lnTo>
                  <a:lnTo>
                    <a:pt x="6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2" name="Google Shape;89;p2"/>
            <p:cNvSpPr>
              <a:spLocks/>
            </p:cNvSpPr>
            <p:nvPr/>
          </p:nvSpPr>
          <p:spPr bwMode="auto">
            <a:xfrm>
              <a:off x="2519178" y="6011431"/>
              <a:ext cx="42934" cy="63616"/>
            </a:xfrm>
            <a:custGeom>
              <a:avLst/>
              <a:gdLst>
                <a:gd name="T0" fmla="*/ 29404 w 641"/>
                <a:gd name="T1" fmla="*/ 0 h 944"/>
                <a:gd name="T2" fmla="*/ 20362 w 641"/>
                <a:gd name="T3" fmla="*/ 2291 h 944"/>
                <a:gd name="T4" fmla="*/ 11320 w 641"/>
                <a:gd name="T5" fmla="*/ 4583 h 944"/>
                <a:gd name="T6" fmla="*/ 9109 w 641"/>
                <a:gd name="T7" fmla="*/ 6806 h 944"/>
                <a:gd name="T8" fmla="*/ 6832 w 641"/>
                <a:gd name="T9" fmla="*/ 6806 h 944"/>
                <a:gd name="T10" fmla="*/ 2344 w 641"/>
                <a:gd name="T11" fmla="*/ 9098 h 944"/>
                <a:gd name="T12" fmla="*/ 67 w 641"/>
                <a:gd name="T13" fmla="*/ 11389 h 944"/>
                <a:gd name="T14" fmla="*/ 2344 w 641"/>
                <a:gd name="T15" fmla="*/ 13613 h 944"/>
                <a:gd name="T16" fmla="*/ 2344 w 641"/>
                <a:gd name="T17" fmla="*/ 15904 h 944"/>
                <a:gd name="T18" fmla="*/ 4555 w 641"/>
                <a:gd name="T19" fmla="*/ 15904 h 944"/>
                <a:gd name="T20" fmla="*/ 9109 w 641"/>
                <a:gd name="T21" fmla="*/ 38614 h 944"/>
                <a:gd name="T22" fmla="*/ 15874 w 641"/>
                <a:gd name="T23" fmla="*/ 59033 h 944"/>
                <a:gd name="T24" fmla="*/ 18085 w 641"/>
                <a:gd name="T25" fmla="*/ 63549 h 944"/>
                <a:gd name="T26" fmla="*/ 22639 w 641"/>
                <a:gd name="T27" fmla="*/ 63549 h 944"/>
                <a:gd name="T28" fmla="*/ 24849 w 641"/>
                <a:gd name="T29" fmla="*/ 61325 h 944"/>
                <a:gd name="T30" fmla="*/ 27127 w 641"/>
                <a:gd name="T31" fmla="*/ 56742 h 944"/>
                <a:gd name="T32" fmla="*/ 20362 w 641"/>
                <a:gd name="T33" fmla="*/ 36323 h 944"/>
                <a:gd name="T34" fmla="*/ 27127 w 641"/>
                <a:gd name="T35" fmla="*/ 36323 h 944"/>
                <a:gd name="T36" fmla="*/ 31614 w 641"/>
                <a:gd name="T37" fmla="*/ 34032 h 944"/>
                <a:gd name="T38" fmla="*/ 36169 w 641"/>
                <a:gd name="T39" fmla="*/ 31808 h 944"/>
                <a:gd name="T40" fmla="*/ 38379 w 641"/>
                <a:gd name="T41" fmla="*/ 29517 h 944"/>
                <a:gd name="T42" fmla="*/ 38379 w 641"/>
                <a:gd name="T43" fmla="*/ 27225 h 944"/>
                <a:gd name="T44" fmla="*/ 36169 w 641"/>
                <a:gd name="T45" fmla="*/ 25002 h 944"/>
                <a:gd name="T46" fmla="*/ 31614 w 641"/>
                <a:gd name="T47" fmla="*/ 25002 h 944"/>
                <a:gd name="T48" fmla="*/ 22639 w 641"/>
                <a:gd name="T49" fmla="*/ 27225 h 944"/>
                <a:gd name="T50" fmla="*/ 20362 w 641"/>
                <a:gd name="T51" fmla="*/ 29517 h 944"/>
                <a:gd name="T52" fmla="*/ 15874 w 641"/>
                <a:gd name="T53" fmla="*/ 15904 h 944"/>
                <a:gd name="T54" fmla="*/ 22639 w 641"/>
                <a:gd name="T55" fmla="*/ 15904 h 944"/>
                <a:gd name="T56" fmla="*/ 31614 w 641"/>
                <a:gd name="T57" fmla="*/ 11389 h 944"/>
                <a:gd name="T58" fmla="*/ 36169 w 641"/>
                <a:gd name="T59" fmla="*/ 11389 h 944"/>
                <a:gd name="T60" fmla="*/ 40657 w 641"/>
                <a:gd name="T61" fmla="*/ 6806 h 944"/>
                <a:gd name="T62" fmla="*/ 42934 w 641"/>
                <a:gd name="T63" fmla="*/ 4583 h 944"/>
                <a:gd name="T64" fmla="*/ 40657 w 641"/>
                <a:gd name="T65" fmla="*/ 2291 h 944"/>
                <a:gd name="T66" fmla="*/ 38379 w 641"/>
                <a:gd name="T67" fmla="*/ 0 h 944"/>
                <a:gd name="T68" fmla="*/ 29404 w 641"/>
                <a:gd name="T69" fmla="*/ 0 h 94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41" h="944" extrusionOk="0">
                  <a:moveTo>
                    <a:pt x="439" y="0"/>
                  </a:moveTo>
                  <a:lnTo>
                    <a:pt x="304" y="34"/>
                  </a:lnTo>
                  <a:lnTo>
                    <a:pt x="169" y="68"/>
                  </a:lnTo>
                  <a:lnTo>
                    <a:pt x="136" y="101"/>
                  </a:lnTo>
                  <a:lnTo>
                    <a:pt x="102" y="101"/>
                  </a:lnTo>
                  <a:lnTo>
                    <a:pt x="35" y="135"/>
                  </a:lnTo>
                  <a:lnTo>
                    <a:pt x="1" y="169"/>
                  </a:lnTo>
                  <a:lnTo>
                    <a:pt x="35" y="202"/>
                  </a:lnTo>
                  <a:lnTo>
                    <a:pt x="35" y="236"/>
                  </a:lnTo>
                  <a:lnTo>
                    <a:pt x="68" y="236"/>
                  </a:lnTo>
                  <a:lnTo>
                    <a:pt x="136" y="573"/>
                  </a:lnTo>
                  <a:lnTo>
                    <a:pt x="237" y="876"/>
                  </a:lnTo>
                  <a:lnTo>
                    <a:pt x="270" y="943"/>
                  </a:lnTo>
                  <a:lnTo>
                    <a:pt x="338" y="943"/>
                  </a:lnTo>
                  <a:lnTo>
                    <a:pt x="371" y="910"/>
                  </a:lnTo>
                  <a:lnTo>
                    <a:pt x="405" y="842"/>
                  </a:lnTo>
                  <a:lnTo>
                    <a:pt x="304" y="539"/>
                  </a:lnTo>
                  <a:lnTo>
                    <a:pt x="405" y="539"/>
                  </a:lnTo>
                  <a:lnTo>
                    <a:pt x="472" y="505"/>
                  </a:lnTo>
                  <a:lnTo>
                    <a:pt x="540" y="472"/>
                  </a:lnTo>
                  <a:lnTo>
                    <a:pt x="573" y="438"/>
                  </a:lnTo>
                  <a:lnTo>
                    <a:pt x="573" y="404"/>
                  </a:lnTo>
                  <a:lnTo>
                    <a:pt x="540" y="371"/>
                  </a:lnTo>
                  <a:lnTo>
                    <a:pt x="472" y="371"/>
                  </a:lnTo>
                  <a:lnTo>
                    <a:pt x="338" y="404"/>
                  </a:lnTo>
                  <a:lnTo>
                    <a:pt x="304" y="438"/>
                  </a:lnTo>
                  <a:lnTo>
                    <a:pt x="237" y="236"/>
                  </a:lnTo>
                  <a:lnTo>
                    <a:pt x="338" y="236"/>
                  </a:lnTo>
                  <a:lnTo>
                    <a:pt x="472" y="169"/>
                  </a:lnTo>
                  <a:lnTo>
                    <a:pt x="540" y="169"/>
                  </a:lnTo>
                  <a:lnTo>
                    <a:pt x="607" y="101"/>
                  </a:lnTo>
                  <a:lnTo>
                    <a:pt x="641" y="68"/>
                  </a:lnTo>
                  <a:lnTo>
                    <a:pt x="607" y="34"/>
                  </a:lnTo>
                  <a:lnTo>
                    <a:pt x="573" y="0"/>
                  </a:lnTo>
                  <a:lnTo>
                    <a:pt x="43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3" name="Google Shape;90;p2"/>
            <p:cNvSpPr>
              <a:spLocks/>
            </p:cNvSpPr>
            <p:nvPr/>
          </p:nvSpPr>
          <p:spPr bwMode="auto">
            <a:xfrm>
              <a:off x="2458754" y="5954177"/>
              <a:ext cx="155832" cy="155860"/>
            </a:xfrm>
            <a:custGeom>
              <a:avLst/>
              <a:gdLst>
                <a:gd name="T0" fmla="*/ 131314 w 2358"/>
                <a:gd name="T1" fmla="*/ 0 h 2357"/>
                <a:gd name="T2" fmla="*/ 129133 w 2358"/>
                <a:gd name="T3" fmla="*/ 2248 h 2357"/>
                <a:gd name="T4" fmla="*/ 129133 w 2358"/>
                <a:gd name="T5" fmla="*/ 8927 h 2357"/>
                <a:gd name="T6" fmla="*/ 109109 w 2358"/>
                <a:gd name="T7" fmla="*/ 8927 h 2357"/>
                <a:gd name="T8" fmla="*/ 89085 w 2358"/>
                <a:gd name="T9" fmla="*/ 11109 h 2357"/>
                <a:gd name="T10" fmla="*/ 49036 w 2358"/>
                <a:gd name="T11" fmla="*/ 17788 h 2357"/>
                <a:gd name="T12" fmla="*/ 26765 w 2358"/>
                <a:gd name="T13" fmla="*/ 20036 h 2357"/>
                <a:gd name="T14" fmla="*/ 13416 w 2358"/>
                <a:gd name="T15" fmla="*/ 22285 h 2357"/>
                <a:gd name="T16" fmla="*/ 8988 w 2358"/>
                <a:gd name="T17" fmla="*/ 24467 h 2357"/>
                <a:gd name="T18" fmla="*/ 6741 w 2358"/>
                <a:gd name="T19" fmla="*/ 28963 h 2357"/>
                <a:gd name="T20" fmla="*/ 4494 w 2358"/>
                <a:gd name="T21" fmla="*/ 28963 h 2357"/>
                <a:gd name="T22" fmla="*/ 4494 w 2358"/>
                <a:gd name="T23" fmla="*/ 26715 h 2357"/>
                <a:gd name="T24" fmla="*/ 2313 w 2358"/>
                <a:gd name="T25" fmla="*/ 28963 h 2357"/>
                <a:gd name="T26" fmla="*/ 66 w 2358"/>
                <a:gd name="T27" fmla="*/ 42321 h 2357"/>
                <a:gd name="T28" fmla="*/ 2313 w 2358"/>
                <a:gd name="T29" fmla="*/ 55678 h 2357"/>
                <a:gd name="T30" fmla="*/ 8988 w 2358"/>
                <a:gd name="T31" fmla="*/ 84576 h 2357"/>
                <a:gd name="T32" fmla="*/ 17843 w 2358"/>
                <a:gd name="T33" fmla="*/ 151430 h 2357"/>
                <a:gd name="T34" fmla="*/ 20090 w 2358"/>
                <a:gd name="T35" fmla="*/ 155860 h 2357"/>
                <a:gd name="T36" fmla="*/ 26765 w 2358"/>
                <a:gd name="T37" fmla="*/ 155860 h 2357"/>
                <a:gd name="T38" fmla="*/ 29012 w 2358"/>
                <a:gd name="T39" fmla="*/ 153612 h 2357"/>
                <a:gd name="T40" fmla="*/ 44542 w 2358"/>
                <a:gd name="T41" fmla="*/ 153612 h 2357"/>
                <a:gd name="T42" fmla="*/ 62386 w 2358"/>
                <a:gd name="T43" fmla="*/ 151430 h 2357"/>
                <a:gd name="T44" fmla="*/ 93512 w 2358"/>
                <a:gd name="T45" fmla="*/ 144751 h 2357"/>
                <a:gd name="T46" fmla="*/ 120211 w 2358"/>
                <a:gd name="T47" fmla="*/ 142502 h 2357"/>
                <a:gd name="T48" fmla="*/ 135808 w 2358"/>
                <a:gd name="T49" fmla="*/ 138072 h 2357"/>
                <a:gd name="T50" fmla="*/ 140236 w 2358"/>
                <a:gd name="T51" fmla="*/ 135824 h 2357"/>
                <a:gd name="T52" fmla="*/ 144663 w 2358"/>
                <a:gd name="T53" fmla="*/ 131393 h 2357"/>
                <a:gd name="T54" fmla="*/ 144663 w 2358"/>
                <a:gd name="T55" fmla="*/ 129145 h 2357"/>
                <a:gd name="T56" fmla="*/ 137989 w 2358"/>
                <a:gd name="T57" fmla="*/ 126897 h 2357"/>
                <a:gd name="T58" fmla="*/ 131314 w 2358"/>
                <a:gd name="T59" fmla="*/ 124714 h 2357"/>
                <a:gd name="T60" fmla="*/ 113537 w 2358"/>
                <a:gd name="T61" fmla="*/ 124714 h 2357"/>
                <a:gd name="T62" fmla="*/ 82410 w 2358"/>
                <a:gd name="T63" fmla="*/ 131393 h 2357"/>
                <a:gd name="T64" fmla="*/ 55711 w 2358"/>
                <a:gd name="T65" fmla="*/ 135824 h 2357"/>
                <a:gd name="T66" fmla="*/ 42361 w 2358"/>
                <a:gd name="T67" fmla="*/ 138072 h 2357"/>
                <a:gd name="T68" fmla="*/ 29012 w 2358"/>
                <a:gd name="T69" fmla="*/ 140254 h 2357"/>
                <a:gd name="T70" fmla="*/ 17843 w 2358"/>
                <a:gd name="T71" fmla="*/ 73466 h 2357"/>
                <a:gd name="T72" fmla="*/ 15663 w 2358"/>
                <a:gd name="T73" fmla="*/ 55678 h 2357"/>
                <a:gd name="T74" fmla="*/ 8988 w 2358"/>
                <a:gd name="T75" fmla="*/ 37824 h 2357"/>
                <a:gd name="T76" fmla="*/ 13416 w 2358"/>
                <a:gd name="T77" fmla="*/ 37824 h 2357"/>
                <a:gd name="T78" fmla="*/ 15663 w 2358"/>
                <a:gd name="T79" fmla="*/ 35642 h 2357"/>
                <a:gd name="T80" fmla="*/ 15663 w 2358"/>
                <a:gd name="T81" fmla="*/ 33394 h 2357"/>
                <a:gd name="T82" fmla="*/ 77916 w 2358"/>
                <a:gd name="T83" fmla="*/ 24467 h 2357"/>
                <a:gd name="T84" fmla="*/ 102434 w 2358"/>
                <a:gd name="T85" fmla="*/ 20036 h 2357"/>
                <a:gd name="T86" fmla="*/ 129133 w 2358"/>
                <a:gd name="T87" fmla="*/ 13358 h 2357"/>
                <a:gd name="T88" fmla="*/ 133561 w 2358"/>
                <a:gd name="T89" fmla="*/ 37824 h 2357"/>
                <a:gd name="T90" fmla="*/ 135808 w 2358"/>
                <a:gd name="T91" fmla="*/ 62357 h 2357"/>
                <a:gd name="T92" fmla="*/ 140236 w 2358"/>
                <a:gd name="T93" fmla="*/ 95751 h 2357"/>
                <a:gd name="T94" fmla="*/ 142483 w 2358"/>
                <a:gd name="T95" fmla="*/ 113539 h 2357"/>
                <a:gd name="T96" fmla="*/ 144663 w 2358"/>
                <a:gd name="T97" fmla="*/ 129145 h 2357"/>
                <a:gd name="T98" fmla="*/ 146910 w 2358"/>
                <a:gd name="T99" fmla="*/ 133575 h 2357"/>
                <a:gd name="T100" fmla="*/ 153585 w 2358"/>
                <a:gd name="T101" fmla="*/ 133575 h 2357"/>
                <a:gd name="T102" fmla="*/ 153585 w 2358"/>
                <a:gd name="T103" fmla="*/ 129145 h 2357"/>
                <a:gd name="T104" fmla="*/ 155832 w 2358"/>
                <a:gd name="T105" fmla="*/ 113539 h 2357"/>
                <a:gd name="T106" fmla="*/ 153585 w 2358"/>
                <a:gd name="T107" fmla="*/ 95751 h 2357"/>
                <a:gd name="T108" fmla="*/ 149157 w 2358"/>
                <a:gd name="T109" fmla="*/ 60109 h 2357"/>
                <a:gd name="T110" fmla="*/ 144663 w 2358"/>
                <a:gd name="T111" fmla="*/ 31146 h 2357"/>
                <a:gd name="T112" fmla="*/ 140236 w 2358"/>
                <a:gd name="T113" fmla="*/ 15606 h 2357"/>
                <a:gd name="T114" fmla="*/ 135808 w 2358"/>
                <a:gd name="T115" fmla="*/ 2248 h 2357"/>
                <a:gd name="T116" fmla="*/ 131314 w 2358"/>
                <a:gd name="T117" fmla="*/ 0 h 23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58" h="2357" extrusionOk="0">
                  <a:moveTo>
                    <a:pt x="1987" y="0"/>
                  </a:moveTo>
                  <a:lnTo>
                    <a:pt x="1954" y="34"/>
                  </a:lnTo>
                  <a:lnTo>
                    <a:pt x="1954" y="135"/>
                  </a:lnTo>
                  <a:lnTo>
                    <a:pt x="1651" y="135"/>
                  </a:lnTo>
                  <a:lnTo>
                    <a:pt x="1348" y="168"/>
                  </a:lnTo>
                  <a:lnTo>
                    <a:pt x="742" y="269"/>
                  </a:lnTo>
                  <a:lnTo>
                    <a:pt x="405" y="303"/>
                  </a:lnTo>
                  <a:lnTo>
                    <a:pt x="203" y="337"/>
                  </a:lnTo>
                  <a:lnTo>
                    <a:pt x="136" y="370"/>
                  </a:lnTo>
                  <a:lnTo>
                    <a:pt x="102" y="438"/>
                  </a:lnTo>
                  <a:lnTo>
                    <a:pt x="68" y="438"/>
                  </a:lnTo>
                  <a:lnTo>
                    <a:pt x="68" y="404"/>
                  </a:lnTo>
                  <a:lnTo>
                    <a:pt x="35" y="438"/>
                  </a:lnTo>
                  <a:lnTo>
                    <a:pt x="1" y="640"/>
                  </a:lnTo>
                  <a:lnTo>
                    <a:pt x="35" y="842"/>
                  </a:lnTo>
                  <a:lnTo>
                    <a:pt x="136" y="1279"/>
                  </a:lnTo>
                  <a:lnTo>
                    <a:pt x="270" y="2290"/>
                  </a:lnTo>
                  <a:lnTo>
                    <a:pt x="304" y="2357"/>
                  </a:lnTo>
                  <a:lnTo>
                    <a:pt x="405" y="2357"/>
                  </a:lnTo>
                  <a:lnTo>
                    <a:pt x="439" y="2323"/>
                  </a:lnTo>
                  <a:lnTo>
                    <a:pt x="674" y="2323"/>
                  </a:lnTo>
                  <a:lnTo>
                    <a:pt x="944" y="2290"/>
                  </a:lnTo>
                  <a:lnTo>
                    <a:pt x="1415" y="2189"/>
                  </a:lnTo>
                  <a:lnTo>
                    <a:pt x="1819" y="2155"/>
                  </a:lnTo>
                  <a:lnTo>
                    <a:pt x="2055" y="2088"/>
                  </a:lnTo>
                  <a:lnTo>
                    <a:pt x="2122" y="2054"/>
                  </a:lnTo>
                  <a:lnTo>
                    <a:pt x="2189" y="1987"/>
                  </a:lnTo>
                  <a:lnTo>
                    <a:pt x="2189" y="1953"/>
                  </a:lnTo>
                  <a:lnTo>
                    <a:pt x="2088" y="1919"/>
                  </a:lnTo>
                  <a:lnTo>
                    <a:pt x="1987" y="1886"/>
                  </a:lnTo>
                  <a:lnTo>
                    <a:pt x="1718" y="1886"/>
                  </a:lnTo>
                  <a:lnTo>
                    <a:pt x="1247" y="1987"/>
                  </a:lnTo>
                  <a:lnTo>
                    <a:pt x="843" y="2054"/>
                  </a:lnTo>
                  <a:lnTo>
                    <a:pt x="641" y="2088"/>
                  </a:lnTo>
                  <a:lnTo>
                    <a:pt x="439" y="2121"/>
                  </a:lnTo>
                  <a:lnTo>
                    <a:pt x="270" y="1111"/>
                  </a:lnTo>
                  <a:lnTo>
                    <a:pt x="237" y="842"/>
                  </a:lnTo>
                  <a:lnTo>
                    <a:pt x="136" y="572"/>
                  </a:lnTo>
                  <a:lnTo>
                    <a:pt x="203" y="572"/>
                  </a:lnTo>
                  <a:lnTo>
                    <a:pt x="237" y="539"/>
                  </a:lnTo>
                  <a:lnTo>
                    <a:pt x="237" y="505"/>
                  </a:lnTo>
                  <a:lnTo>
                    <a:pt x="1179" y="370"/>
                  </a:lnTo>
                  <a:lnTo>
                    <a:pt x="1550" y="303"/>
                  </a:lnTo>
                  <a:lnTo>
                    <a:pt x="1954" y="202"/>
                  </a:lnTo>
                  <a:lnTo>
                    <a:pt x="2021" y="572"/>
                  </a:lnTo>
                  <a:lnTo>
                    <a:pt x="2055" y="943"/>
                  </a:lnTo>
                  <a:lnTo>
                    <a:pt x="2122" y="1448"/>
                  </a:lnTo>
                  <a:lnTo>
                    <a:pt x="2156" y="1717"/>
                  </a:lnTo>
                  <a:lnTo>
                    <a:pt x="2189" y="1953"/>
                  </a:lnTo>
                  <a:lnTo>
                    <a:pt x="2223" y="2020"/>
                  </a:lnTo>
                  <a:lnTo>
                    <a:pt x="2324" y="2020"/>
                  </a:lnTo>
                  <a:lnTo>
                    <a:pt x="2324" y="1953"/>
                  </a:lnTo>
                  <a:lnTo>
                    <a:pt x="2358" y="1717"/>
                  </a:lnTo>
                  <a:lnTo>
                    <a:pt x="2324" y="1448"/>
                  </a:lnTo>
                  <a:lnTo>
                    <a:pt x="2257" y="909"/>
                  </a:lnTo>
                  <a:lnTo>
                    <a:pt x="2189" y="471"/>
                  </a:lnTo>
                  <a:lnTo>
                    <a:pt x="2122" y="236"/>
                  </a:lnTo>
                  <a:lnTo>
                    <a:pt x="2055" y="34"/>
                  </a:lnTo>
                  <a:lnTo>
                    <a:pt x="198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4" name="Google Shape;91;p2"/>
            <p:cNvSpPr>
              <a:spLocks/>
            </p:cNvSpPr>
            <p:nvPr/>
          </p:nvSpPr>
          <p:spPr bwMode="auto">
            <a:xfrm>
              <a:off x="3051870" y="6025745"/>
              <a:ext cx="155832" cy="154270"/>
            </a:xfrm>
            <a:custGeom>
              <a:avLst/>
              <a:gdLst>
                <a:gd name="T0" fmla="*/ 129133 w 2358"/>
                <a:gd name="T1" fmla="*/ 20114 h 2324"/>
                <a:gd name="T2" fmla="*/ 131314 w 2358"/>
                <a:gd name="T3" fmla="*/ 42484 h 2324"/>
                <a:gd name="T4" fmla="*/ 135808 w 2358"/>
                <a:gd name="T5" fmla="*/ 62598 h 2324"/>
                <a:gd name="T6" fmla="*/ 137989 w 2358"/>
                <a:gd name="T7" fmla="*/ 91672 h 2324"/>
                <a:gd name="T8" fmla="*/ 140236 w 2358"/>
                <a:gd name="T9" fmla="*/ 107338 h 2324"/>
                <a:gd name="T10" fmla="*/ 144663 w 2358"/>
                <a:gd name="T11" fmla="*/ 120747 h 2324"/>
                <a:gd name="T12" fmla="*/ 84591 w 2358"/>
                <a:gd name="T13" fmla="*/ 127452 h 2324"/>
                <a:gd name="T14" fmla="*/ 55711 w 2358"/>
                <a:gd name="T15" fmla="*/ 134156 h 2324"/>
                <a:gd name="T16" fmla="*/ 26765 w 2358"/>
                <a:gd name="T17" fmla="*/ 143052 h 2324"/>
                <a:gd name="T18" fmla="*/ 22337 w 2358"/>
                <a:gd name="T19" fmla="*/ 114043 h 2324"/>
                <a:gd name="T20" fmla="*/ 17843 w 2358"/>
                <a:gd name="T21" fmla="*/ 84968 h 2324"/>
                <a:gd name="T22" fmla="*/ 15663 w 2358"/>
                <a:gd name="T23" fmla="*/ 53702 h 2324"/>
                <a:gd name="T24" fmla="*/ 13416 w 2358"/>
                <a:gd name="T25" fmla="*/ 38036 h 2324"/>
                <a:gd name="T26" fmla="*/ 6741 w 2358"/>
                <a:gd name="T27" fmla="*/ 24627 h 2324"/>
                <a:gd name="T28" fmla="*/ 6741 w 2358"/>
                <a:gd name="T29" fmla="*/ 24627 h 2324"/>
                <a:gd name="T30" fmla="*/ 20090 w 2358"/>
                <a:gd name="T31" fmla="*/ 29075 h 2324"/>
                <a:gd name="T32" fmla="*/ 31193 w 2358"/>
                <a:gd name="T33" fmla="*/ 29075 h 2324"/>
                <a:gd name="T34" fmla="*/ 55711 w 2358"/>
                <a:gd name="T35" fmla="*/ 24627 h 2324"/>
                <a:gd name="T36" fmla="*/ 93512 w 2358"/>
                <a:gd name="T37" fmla="*/ 22370 h 2324"/>
                <a:gd name="T38" fmla="*/ 129133 w 2358"/>
                <a:gd name="T39" fmla="*/ 20114 h 2324"/>
                <a:gd name="T40" fmla="*/ 133561 w 2358"/>
                <a:gd name="T41" fmla="*/ 0 h 2324"/>
                <a:gd name="T42" fmla="*/ 131314 w 2358"/>
                <a:gd name="T43" fmla="*/ 2257 h 2324"/>
                <a:gd name="T44" fmla="*/ 129133 w 2358"/>
                <a:gd name="T45" fmla="*/ 4514 h 2324"/>
                <a:gd name="T46" fmla="*/ 129133 w 2358"/>
                <a:gd name="T47" fmla="*/ 8961 h 2324"/>
                <a:gd name="T48" fmla="*/ 95759 w 2358"/>
                <a:gd name="T49" fmla="*/ 8961 h 2324"/>
                <a:gd name="T50" fmla="*/ 62386 w 2358"/>
                <a:gd name="T51" fmla="*/ 11218 h 2324"/>
                <a:gd name="T52" fmla="*/ 33440 w 2358"/>
                <a:gd name="T53" fmla="*/ 13409 h 2324"/>
                <a:gd name="T54" fmla="*/ 20090 w 2358"/>
                <a:gd name="T55" fmla="*/ 17923 h 2324"/>
                <a:gd name="T56" fmla="*/ 13416 w 2358"/>
                <a:gd name="T57" fmla="*/ 20114 h 2324"/>
                <a:gd name="T58" fmla="*/ 6741 w 2358"/>
                <a:gd name="T59" fmla="*/ 24627 h 2324"/>
                <a:gd name="T60" fmla="*/ 4494 w 2358"/>
                <a:gd name="T61" fmla="*/ 24627 h 2324"/>
                <a:gd name="T62" fmla="*/ 2313 w 2358"/>
                <a:gd name="T63" fmla="*/ 33589 h 2324"/>
                <a:gd name="T64" fmla="*/ 66 w 2358"/>
                <a:gd name="T65" fmla="*/ 44741 h 2324"/>
                <a:gd name="T66" fmla="*/ 2313 w 2358"/>
                <a:gd name="T67" fmla="*/ 64854 h 2324"/>
                <a:gd name="T68" fmla="*/ 6741 w 2358"/>
                <a:gd name="T69" fmla="*/ 107338 h 2324"/>
                <a:gd name="T70" fmla="*/ 8988 w 2358"/>
                <a:gd name="T71" fmla="*/ 118491 h 2324"/>
                <a:gd name="T72" fmla="*/ 11169 w 2358"/>
                <a:gd name="T73" fmla="*/ 134156 h 2324"/>
                <a:gd name="T74" fmla="*/ 13416 w 2358"/>
                <a:gd name="T75" fmla="*/ 140861 h 2324"/>
                <a:gd name="T76" fmla="*/ 15663 w 2358"/>
                <a:gd name="T77" fmla="*/ 145309 h 2324"/>
                <a:gd name="T78" fmla="*/ 20090 w 2358"/>
                <a:gd name="T79" fmla="*/ 149756 h 2324"/>
                <a:gd name="T80" fmla="*/ 24518 w 2358"/>
                <a:gd name="T81" fmla="*/ 154270 h 2324"/>
                <a:gd name="T82" fmla="*/ 29012 w 2358"/>
                <a:gd name="T83" fmla="*/ 152013 h 2324"/>
                <a:gd name="T84" fmla="*/ 29012 w 2358"/>
                <a:gd name="T85" fmla="*/ 149756 h 2324"/>
                <a:gd name="T86" fmla="*/ 57892 w 2358"/>
                <a:gd name="T87" fmla="*/ 149756 h 2324"/>
                <a:gd name="T88" fmla="*/ 86838 w 2358"/>
                <a:gd name="T89" fmla="*/ 145309 h 2324"/>
                <a:gd name="T90" fmla="*/ 146910 w 2358"/>
                <a:gd name="T91" fmla="*/ 134156 h 2324"/>
                <a:gd name="T92" fmla="*/ 149157 w 2358"/>
                <a:gd name="T93" fmla="*/ 131900 h 2324"/>
                <a:gd name="T94" fmla="*/ 153585 w 2358"/>
                <a:gd name="T95" fmla="*/ 134156 h 2324"/>
                <a:gd name="T96" fmla="*/ 155832 w 2358"/>
                <a:gd name="T97" fmla="*/ 129643 h 2324"/>
                <a:gd name="T98" fmla="*/ 155832 w 2358"/>
                <a:gd name="T99" fmla="*/ 116234 h 2324"/>
                <a:gd name="T100" fmla="*/ 153585 w 2358"/>
                <a:gd name="T101" fmla="*/ 100634 h 2324"/>
                <a:gd name="T102" fmla="*/ 146910 w 2358"/>
                <a:gd name="T103" fmla="*/ 71559 h 2324"/>
                <a:gd name="T104" fmla="*/ 142483 w 2358"/>
                <a:gd name="T105" fmla="*/ 35779 h 2324"/>
                <a:gd name="T106" fmla="*/ 140236 w 2358"/>
                <a:gd name="T107" fmla="*/ 20114 h 2324"/>
                <a:gd name="T108" fmla="*/ 135808 w 2358"/>
                <a:gd name="T109" fmla="*/ 2257 h 2324"/>
                <a:gd name="T110" fmla="*/ 133561 w 2358"/>
                <a:gd name="T111" fmla="*/ 2257 h 2324"/>
                <a:gd name="T112" fmla="*/ 133561 w 2358"/>
                <a:gd name="T113" fmla="*/ 0 h 23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358" h="2324" extrusionOk="0">
                  <a:moveTo>
                    <a:pt x="1954" y="303"/>
                  </a:moveTo>
                  <a:lnTo>
                    <a:pt x="1987" y="640"/>
                  </a:lnTo>
                  <a:lnTo>
                    <a:pt x="2055" y="943"/>
                  </a:lnTo>
                  <a:lnTo>
                    <a:pt x="2088" y="1381"/>
                  </a:lnTo>
                  <a:lnTo>
                    <a:pt x="2122" y="1617"/>
                  </a:lnTo>
                  <a:lnTo>
                    <a:pt x="2189" y="1819"/>
                  </a:lnTo>
                  <a:lnTo>
                    <a:pt x="1280" y="1920"/>
                  </a:lnTo>
                  <a:lnTo>
                    <a:pt x="843" y="2021"/>
                  </a:lnTo>
                  <a:lnTo>
                    <a:pt x="405" y="2155"/>
                  </a:lnTo>
                  <a:lnTo>
                    <a:pt x="338" y="1718"/>
                  </a:lnTo>
                  <a:lnTo>
                    <a:pt x="270" y="1280"/>
                  </a:lnTo>
                  <a:lnTo>
                    <a:pt x="237" y="809"/>
                  </a:lnTo>
                  <a:lnTo>
                    <a:pt x="203" y="573"/>
                  </a:lnTo>
                  <a:lnTo>
                    <a:pt x="102" y="371"/>
                  </a:lnTo>
                  <a:lnTo>
                    <a:pt x="304" y="438"/>
                  </a:lnTo>
                  <a:lnTo>
                    <a:pt x="472" y="438"/>
                  </a:lnTo>
                  <a:lnTo>
                    <a:pt x="843" y="371"/>
                  </a:lnTo>
                  <a:lnTo>
                    <a:pt x="1415" y="337"/>
                  </a:lnTo>
                  <a:lnTo>
                    <a:pt x="1954" y="303"/>
                  </a:lnTo>
                  <a:close/>
                  <a:moveTo>
                    <a:pt x="2021" y="0"/>
                  </a:moveTo>
                  <a:lnTo>
                    <a:pt x="1987" y="34"/>
                  </a:lnTo>
                  <a:lnTo>
                    <a:pt x="1954" y="68"/>
                  </a:lnTo>
                  <a:lnTo>
                    <a:pt x="1954" y="135"/>
                  </a:lnTo>
                  <a:lnTo>
                    <a:pt x="1449" y="135"/>
                  </a:lnTo>
                  <a:lnTo>
                    <a:pt x="944" y="169"/>
                  </a:lnTo>
                  <a:lnTo>
                    <a:pt x="506" y="202"/>
                  </a:lnTo>
                  <a:lnTo>
                    <a:pt x="304" y="270"/>
                  </a:lnTo>
                  <a:lnTo>
                    <a:pt x="203" y="303"/>
                  </a:lnTo>
                  <a:lnTo>
                    <a:pt x="102" y="371"/>
                  </a:lnTo>
                  <a:lnTo>
                    <a:pt x="68" y="371"/>
                  </a:lnTo>
                  <a:lnTo>
                    <a:pt x="35" y="506"/>
                  </a:lnTo>
                  <a:lnTo>
                    <a:pt x="1" y="674"/>
                  </a:lnTo>
                  <a:lnTo>
                    <a:pt x="35" y="977"/>
                  </a:lnTo>
                  <a:lnTo>
                    <a:pt x="102" y="1617"/>
                  </a:lnTo>
                  <a:lnTo>
                    <a:pt x="136" y="1785"/>
                  </a:lnTo>
                  <a:lnTo>
                    <a:pt x="169" y="2021"/>
                  </a:lnTo>
                  <a:lnTo>
                    <a:pt x="203" y="2122"/>
                  </a:lnTo>
                  <a:lnTo>
                    <a:pt x="237" y="2189"/>
                  </a:lnTo>
                  <a:lnTo>
                    <a:pt x="304" y="2256"/>
                  </a:lnTo>
                  <a:lnTo>
                    <a:pt x="371" y="2324"/>
                  </a:lnTo>
                  <a:lnTo>
                    <a:pt x="439" y="2290"/>
                  </a:lnTo>
                  <a:lnTo>
                    <a:pt x="439" y="2256"/>
                  </a:lnTo>
                  <a:lnTo>
                    <a:pt x="876" y="2256"/>
                  </a:lnTo>
                  <a:lnTo>
                    <a:pt x="1314" y="2189"/>
                  </a:lnTo>
                  <a:lnTo>
                    <a:pt x="2223" y="2021"/>
                  </a:lnTo>
                  <a:lnTo>
                    <a:pt x="2257" y="1987"/>
                  </a:lnTo>
                  <a:lnTo>
                    <a:pt x="2324" y="2021"/>
                  </a:lnTo>
                  <a:lnTo>
                    <a:pt x="2358" y="1953"/>
                  </a:lnTo>
                  <a:lnTo>
                    <a:pt x="2358" y="1751"/>
                  </a:lnTo>
                  <a:lnTo>
                    <a:pt x="2324" y="1516"/>
                  </a:lnTo>
                  <a:lnTo>
                    <a:pt x="2223" y="1078"/>
                  </a:lnTo>
                  <a:lnTo>
                    <a:pt x="2156" y="539"/>
                  </a:lnTo>
                  <a:lnTo>
                    <a:pt x="2122" y="303"/>
                  </a:lnTo>
                  <a:lnTo>
                    <a:pt x="2055" y="34"/>
                  </a:lnTo>
                  <a:lnTo>
                    <a:pt x="2021" y="34"/>
                  </a:lnTo>
                  <a:lnTo>
                    <a:pt x="202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5" name="Google Shape;92;p2"/>
            <p:cNvSpPr>
              <a:spLocks/>
            </p:cNvSpPr>
            <p:nvPr/>
          </p:nvSpPr>
          <p:spPr bwMode="auto">
            <a:xfrm>
              <a:off x="3368303" y="5982804"/>
              <a:ext cx="159012" cy="144726"/>
            </a:xfrm>
            <a:custGeom>
              <a:avLst/>
              <a:gdLst>
                <a:gd name="T0" fmla="*/ 111947 w 2392"/>
                <a:gd name="T1" fmla="*/ 66 h 2190"/>
                <a:gd name="T2" fmla="*/ 89544 w 2392"/>
                <a:gd name="T3" fmla="*/ 4494 h 2190"/>
                <a:gd name="T4" fmla="*/ 49259 w 2392"/>
                <a:gd name="T5" fmla="*/ 11168 h 2190"/>
                <a:gd name="T6" fmla="*/ 29117 w 2392"/>
                <a:gd name="T7" fmla="*/ 13415 h 2190"/>
                <a:gd name="T8" fmla="*/ 8974 w 2392"/>
                <a:gd name="T9" fmla="*/ 20090 h 2190"/>
                <a:gd name="T10" fmla="*/ 8974 w 2392"/>
                <a:gd name="T11" fmla="*/ 13415 h 2190"/>
                <a:gd name="T12" fmla="*/ 4520 w 2392"/>
                <a:gd name="T13" fmla="*/ 13415 h 2190"/>
                <a:gd name="T14" fmla="*/ 2260 w 2392"/>
                <a:gd name="T15" fmla="*/ 15596 h 2190"/>
                <a:gd name="T16" fmla="*/ 66 w 2392"/>
                <a:gd name="T17" fmla="*/ 28945 h 2190"/>
                <a:gd name="T18" fmla="*/ 2260 w 2392"/>
                <a:gd name="T19" fmla="*/ 44541 h 2190"/>
                <a:gd name="T20" fmla="*/ 4520 w 2392"/>
                <a:gd name="T21" fmla="*/ 75733 h 2190"/>
                <a:gd name="T22" fmla="*/ 11235 w 2392"/>
                <a:gd name="T23" fmla="*/ 109106 h 2190"/>
                <a:gd name="T24" fmla="*/ 15688 w 2392"/>
                <a:gd name="T25" fmla="*/ 126883 h 2190"/>
                <a:gd name="T26" fmla="*/ 20209 w 2392"/>
                <a:gd name="T27" fmla="*/ 142479 h 2190"/>
                <a:gd name="T28" fmla="*/ 22403 w 2392"/>
                <a:gd name="T29" fmla="*/ 144660 h 2190"/>
                <a:gd name="T30" fmla="*/ 29117 w 2392"/>
                <a:gd name="T31" fmla="*/ 144660 h 2190"/>
                <a:gd name="T32" fmla="*/ 29117 w 2392"/>
                <a:gd name="T33" fmla="*/ 140232 h 2190"/>
                <a:gd name="T34" fmla="*/ 26923 w 2392"/>
                <a:gd name="T35" fmla="*/ 122455 h 2190"/>
                <a:gd name="T36" fmla="*/ 24663 w 2392"/>
                <a:gd name="T37" fmla="*/ 106859 h 2190"/>
                <a:gd name="T38" fmla="*/ 17949 w 2392"/>
                <a:gd name="T39" fmla="*/ 73486 h 2190"/>
                <a:gd name="T40" fmla="*/ 15688 w 2392"/>
                <a:gd name="T41" fmla="*/ 48969 h 2190"/>
                <a:gd name="T42" fmla="*/ 11235 w 2392"/>
                <a:gd name="T43" fmla="*/ 24518 h 2190"/>
                <a:gd name="T44" fmla="*/ 38091 w 2392"/>
                <a:gd name="T45" fmla="*/ 24518 h 2190"/>
                <a:gd name="T46" fmla="*/ 64948 w 2392"/>
                <a:gd name="T47" fmla="*/ 20090 h 2190"/>
                <a:gd name="T48" fmla="*/ 125375 w 2392"/>
                <a:gd name="T49" fmla="*/ 11168 h 2190"/>
                <a:gd name="T50" fmla="*/ 127635 w 2392"/>
                <a:gd name="T51" fmla="*/ 11168 h 2190"/>
                <a:gd name="T52" fmla="*/ 129829 w 2392"/>
                <a:gd name="T53" fmla="*/ 13415 h 2190"/>
                <a:gd name="T54" fmla="*/ 132089 w 2392"/>
                <a:gd name="T55" fmla="*/ 13415 h 2190"/>
                <a:gd name="T56" fmla="*/ 134349 w 2392"/>
                <a:gd name="T57" fmla="*/ 31192 h 2190"/>
                <a:gd name="T58" fmla="*/ 136543 w 2392"/>
                <a:gd name="T59" fmla="*/ 48969 h 2190"/>
                <a:gd name="T60" fmla="*/ 145517 w 2392"/>
                <a:gd name="T61" fmla="*/ 115781 h 2190"/>
                <a:gd name="T62" fmla="*/ 132089 w 2392"/>
                <a:gd name="T63" fmla="*/ 115781 h 2190"/>
                <a:gd name="T64" fmla="*/ 118661 w 2392"/>
                <a:gd name="T65" fmla="*/ 117962 h 2190"/>
                <a:gd name="T66" fmla="*/ 91804 w 2392"/>
                <a:gd name="T67" fmla="*/ 124636 h 2190"/>
                <a:gd name="T68" fmla="*/ 58233 w 2392"/>
                <a:gd name="T69" fmla="*/ 126883 h 2190"/>
                <a:gd name="T70" fmla="*/ 42545 w 2392"/>
                <a:gd name="T71" fmla="*/ 131311 h 2190"/>
                <a:gd name="T72" fmla="*/ 35831 w 2392"/>
                <a:gd name="T73" fmla="*/ 135805 h 2190"/>
                <a:gd name="T74" fmla="*/ 31377 w 2392"/>
                <a:gd name="T75" fmla="*/ 140232 h 2190"/>
                <a:gd name="T76" fmla="*/ 35831 w 2392"/>
                <a:gd name="T77" fmla="*/ 144660 h 2190"/>
                <a:gd name="T78" fmla="*/ 55973 w 2392"/>
                <a:gd name="T79" fmla="*/ 144660 h 2190"/>
                <a:gd name="T80" fmla="*/ 85090 w 2392"/>
                <a:gd name="T81" fmla="*/ 140232 h 2190"/>
                <a:gd name="T82" fmla="*/ 116401 w 2392"/>
                <a:gd name="T83" fmla="*/ 135805 h 2190"/>
                <a:gd name="T84" fmla="*/ 132089 w 2392"/>
                <a:gd name="T85" fmla="*/ 133558 h 2190"/>
                <a:gd name="T86" fmla="*/ 147777 w 2392"/>
                <a:gd name="T87" fmla="*/ 129130 h 2190"/>
                <a:gd name="T88" fmla="*/ 149971 w 2392"/>
                <a:gd name="T89" fmla="*/ 131311 h 2190"/>
                <a:gd name="T90" fmla="*/ 154492 w 2392"/>
                <a:gd name="T91" fmla="*/ 129130 h 2190"/>
                <a:gd name="T92" fmla="*/ 156752 w 2392"/>
                <a:gd name="T93" fmla="*/ 126883 h 2190"/>
                <a:gd name="T94" fmla="*/ 158946 w 2392"/>
                <a:gd name="T95" fmla="*/ 124636 h 2190"/>
                <a:gd name="T96" fmla="*/ 147777 w 2392"/>
                <a:gd name="T97" fmla="*/ 57890 h 2190"/>
                <a:gd name="T98" fmla="*/ 145517 w 2392"/>
                <a:gd name="T99" fmla="*/ 28945 h 2190"/>
                <a:gd name="T100" fmla="*/ 143257 w 2392"/>
                <a:gd name="T101" fmla="*/ 13415 h 2190"/>
                <a:gd name="T102" fmla="*/ 136543 w 2392"/>
                <a:gd name="T103" fmla="*/ 66 h 2190"/>
                <a:gd name="T104" fmla="*/ 134349 w 2392"/>
                <a:gd name="T105" fmla="*/ 4494 h 2190"/>
                <a:gd name="T106" fmla="*/ 134349 w 2392"/>
                <a:gd name="T107" fmla="*/ 2247 h 2190"/>
                <a:gd name="T108" fmla="*/ 129829 w 2392"/>
                <a:gd name="T109" fmla="*/ 66 h 2190"/>
                <a:gd name="T110" fmla="*/ 111947 w 2392"/>
                <a:gd name="T111" fmla="*/ 66 h 219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92" h="2190" extrusionOk="0">
                  <a:moveTo>
                    <a:pt x="1684" y="1"/>
                  </a:moveTo>
                  <a:lnTo>
                    <a:pt x="1347" y="68"/>
                  </a:lnTo>
                  <a:lnTo>
                    <a:pt x="741" y="169"/>
                  </a:lnTo>
                  <a:lnTo>
                    <a:pt x="438" y="203"/>
                  </a:lnTo>
                  <a:lnTo>
                    <a:pt x="135" y="304"/>
                  </a:lnTo>
                  <a:lnTo>
                    <a:pt x="135" y="203"/>
                  </a:lnTo>
                  <a:lnTo>
                    <a:pt x="68" y="203"/>
                  </a:lnTo>
                  <a:lnTo>
                    <a:pt x="34" y="236"/>
                  </a:lnTo>
                  <a:lnTo>
                    <a:pt x="1" y="438"/>
                  </a:lnTo>
                  <a:lnTo>
                    <a:pt x="34" y="674"/>
                  </a:lnTo>
                  <a:lnTo>
                    <a:pt x="68" y="1146"/>
                  </a:lnTo>
                  <a:lnTo>
                    <a:pt x="169" y="1651"/>
                  </a:lnTo>
                  <a:lnTo>
                    <a:pt x="236" y="1920"/>
                  </a:lnTo>
                  <a:lnTo>
                    <a:pt x="304" y="2156"/>
                  </a:lnTo>
                  <a:lnTo>
                    <a:pt x="337" y="2189"/>
                  </a:lnTo>
                  <a:lnTo>
                    <a:pt x="438" y="2189"/>
                  </a:lnTo>
                  <a:lnTo>
                    <a:pt x="438" y="2122"/>
                  </a:lnTo>
                  <a:lnTo>
                    <a:pt x="405" y="1853"/>
                  </a:lnTo>
                  <a:lnTo>
                    <a:pt x="371" y="1617"/>
                  </a:lnTo>
                  <a:lnTo>
                    <a:pt x="270" y="1112"/>
                  </a:lnTo>
                  <a:lnTo>
                    <a:pt x="236" y="741"/>
                  </a:lnTo>
                  <a:lnTo>
                    <a:pt x="169" y="371"/>
                  </a:lnTo>
                  <a:lnTo>
                    <a:pt x="573" y="371"/>
                  </a:lnTo>
                  <a:lnTo>
                    <a:pt x="977" y="304"/>
                  </a:lnTo>
                  <a:lnTo>
                    <a:pt x="1886" y="169"/>
                  </a:lnTo>
                  <a:lnTo>
                    <a:pt x="1920" y="169"/>
                  </a:lnTo>
                  <a:lnTo>
                    <a:pt x="1953" y="203"/>
                  </a:lnTo>
                  <a:lnTo>
                    <a:pt x="1987" y="203"/>
                  </a:lnTo>
                  <a:lnTo>
                    <a:pt x="2021" y="472"/>
                  </a:lnTo>
                  <a:lnTo>
                    <a:pt x="2054" y="741"/>
                  </a:lnTo>
                  <a:lnTo>
                    <a:pt x="2189" y="1752"/>
                  </a:lnTo>
                  <a:lnTo>
                    <a:pt x="1987" y="1752"/>
                  </a:lnTo>
                  <a:lnTo>
                    <a:pt x="1785" y="1785"/>
                  </a:lnTo>
                  <a:lnTo>
                    <a:pt x="1381" y="1886"/>
                  </a:lnTo>
                  <a:lnTo>
                    <a:pt x="876" y="1920"/>
                  </a:lnTo>
                  <a:lnTo>
                    <a:pt x="640" y="1987"/>
                  </a:lnTo>
                  <a:lnTo>
                    <a:pt x="539" y="2055"/>
                  </a:lnTo>
                  <a:lnTo>
                    <a:pt x="472" y="2122"/>
                  </a:lnTo>
                  <a:lnTo>
                    <a:pt x="539" y="2189"/>
                  </a:lnTo>
                  <a:lnTo>
                    <a:pt x="842" y="2189"/>
                  </a:lnTo>
                  <a:lnTo>
                    <a:pt x="1280" y="2122"/>
                  </a:lnTo>
                  <a:lnTo>
                    <a:pt x="1751" y="2055"/>
                  </a:lnTo>
                  <a:lnTo>
                    <a:pt x="1987" y="2021"/>
                  </a:lnTo>
                  <a:lnTo>
                    <a:pt x="2223" y="1954"/>
                  </a:lnTo>
                  <a:lnTo>
                    <a:pt x="2256" y="1987"/>
                  </a:lnTo>
                  <a:lnTo>
                    <a:pt x="2324" y="1954"/>
                  </a:lnTo>
                  <a:lnTo>
                    <a:pt x="2358" y="1920"/>
                  </a:lnTo>
                  <a:lnTo>
                    <a:pt x="2391" y="1886"/>
                  </a:lnTo>
                  <a:lnTo>
                    <a:pt x="2223" y="876"/>
                  </a:lnTo>
                  <a:lnTo>
                    <a:pt x="2189" y="438"/>
                  </a:lnTo>
                  <a:lnTo>
                    <a:pt x="2155" y="203"/>
                  </a:lnTo>
                  <a:lnTo>
                    <a:pt x="2054" y="1"/>
                  </a:lnTo>
                  <a:lnTo>
                    <a:pt x="2021" y="68"/>
                  </a:lnTo>
                  <a:lnTo>
                    <a:pt x="2021" y="34"/>
                  </a:lnTo>
                  <a:lnTo>
                    <a:pt x="1953" y="1"/>
                  </a:lnTo>
                  <a:lnTo>
                    <a:pt x="168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6" name="Google Shape;93;p2"/>
            <p:cNvSpPr>
              <a:spLocks/>
            </p:cNvSpPr>
            <p:nvPr/>
          </p:nvSpPr>
          <p:spPr bwMode="auto">
            <a:xfrm>
              <a:off x="2729074" y="6071867"/>
              <a:ext cx="152652" cy="168583"/>
            </a:xfrm>
            <a:custGeom>
              <a:avLst/>
              <a:gdLst>
                <a:gd name="T0" fmla="*/ 130131 w 2291"/>
                <a:gd name="T1" fmla="*/ 11279 h 2526"/>
                <a:gd name="T2" fmla="*/ 130131 w 2291"/>
                <a:gd name="T3" fmla="*/ 42713 h 2526"/>
                <a:gd name="T4" fmla="*/ 132396 w 2291"/>
                <a:gd name="T5" fmla="*/ 74214 h 2526"/>
                <a:gd name="T6" fmla="*/ 136860 w 2291"/>
                <a:gd name="T7" fmla="*/ 105648 h 2526"/>
                <a:gd name="T8" fmla="*/ 143590 w 2291"/>
                <a:gd name="T9" fmla="*/ 134880 h 2526"/>
                <a:gd name="T10" fmla="*/ 116671 w 2291"/>
                <a:gd name="T11" fmla="*/ 137082 h 2526"/>
                <a:gd name="T12" fmla="*/ 89752 w 2291"/>
                <a:gd name="T13" fmla="*/ 141620 h 2526"/>
                <a:gd name="T14" fmla="*/ 60634 w 2291"/>
                <a:gd name="T15" fmla="*/ 143823 h 2526"/>
                <a:gd name="T16" fmla="*/ 33715 w 2291"/>
                <a:gd name="T17" fmla="*/ 148361 h 2526"/>
                <a:gd name="T18" fmla="*/ 20256 w 2291"/>
                <a:gd name="T19" fmla="*/ 87695 h 2526"/>
                <a:gd name="T20" fmla="*/ 8995 w 2291"/>
                <a:gd name="T21" fmla="*/ 27029 h 2526"/>
                <a:gd name="T22" fmla="*/ 40445 w 2291"/>
                <a:gd name="T23" fmla="*/ 27029 h 2526"/>
                <a:gd name="T24" fmla="*/ 69563 w 2291"/>
                <a:gd name="T25" fmla="*/ 22491 h 2526"/>
                <a:gd name="T26" fmla="*/ 130131 w 2291"/>
                <a:gd name="T27" fmla="*/ 11279 h 2526"/>
                <a:gd name="T28" fmla="*/ 130131 w 2291"/>
                <a:gd name="T29" fmla="*/ 67 h 2526"/>
                <a:gd name="T30" fmla="*/ 67364 w 2291"/>
                <a:gd name="T31" fmla="*/ 9010 h 2526"/>
                <a:gd name="T32" fmla="*/ 38180 w 2291"/>
                <a:gd name="T33" fmla="*/ 13548 h 2526"/>
                <a:gd name="T34" fmla="*/ 6796 w 2291"/>
                <a:gd name="T35" fmla="*/ 18020 h 2526"/>
                <a:gd name="T36" fmla="*/ 4531 w 2291"/>
                <a:gd name="T37" fmla="*/ 20289 h 2526"/>
                <a:gd name="T38" fmla="*/ 2265 w 2291"/>
                <a:gd name="T39" fmla="*/ 22491 h 2526"/>
                <a:gd name="T40" fmla="*/ 67 w 2291"/>
                <a:gd name="T41" fmla="*/ 24760 h 2526"/>
                <a:gd name="T42" fmla="*/ 67 w 2291"/>
                <a:gd name="T43" fmla="*/ 27029 h 2526"/>
                <a:gd name="T44" fmla="*/ 2265 w 2291"/>
                <a:gd name="T45" fmla="*/ 60733 h 2526"/>
                <a:gd name="T46" fmla="*/ 6796 w 2291"/>
                <a:gd name="T47" fmla="*/ 96638 h 2526"/>
                <a:gd name="T48" fmla="*/ 13526 w 2291"/>
                <a:gd name="T49" fmla="*/ 130341 h 2526"/>
                <a:gd name="T50" fmla="*/ 24720 w 2291"/>
                <a:gd name="T51" fmla="*/ 164045 h 2526"/>
                <a:gd name="T52" fmla="*/ 26986 w 2291"/>
                <a:gd name="T53" fmla="*/ 166314 h 2526"/>
                <a:gd name="T54" fmla="*/ 31450 w 2291"/>
                <a:gd name="T55" fmla="*/ 168583 h 2526"/>
                <a:gd name="T56" fmla="*/ 35914 w 2291"/>
                <a:gd name="T57" fmla="*/ 164045 h 2526"/>
                <a:gd name="T58" fmla="*/ 35914 w 2291"/>
                <a:gd name="T59" fmla="*/ 159573 h 2526"/>
                <a:gd name="T60" fmla="*/ 35914 w 2291"/>
                <a:gd name="T61" fmla="*/ 157304 h 2526"/>
                <a:gd name="T62" fmla="*/ 89752 w 2291"/>
                <a:gd name="T63" fmla="*/ 157304 h 2526"/>
                <a:gd name="T64" fmla="*/ 118937 w 2291"/>
                <a:gd name="T65" fmla="*/ 152833 h 2526"/>
                <a:gd name="T66" fmla="*/ 143590 w 2291"/>
                <a:gd name="T67" fmla="*/ 143823 h 2526"/>
                <a:gd name="T68" fmla="*/ 145856 w 2291"/>
                <a:gd name="T69" fmla="*/ 141620 h 2526"/>
                <a:gd name="T70" fmla="*/ 145856 w 2291"/>
                <a:gd name="T71" fmla="*/ 137082 h 2526"/>
                <a:gd name="T72" fmla="*/ 150320 w 2291"/>
                <a:gd name="T73" fmla="*/ 137082 h 2526"/>
                <a:gd name="T74" fmla="*/ 152585 w 2291"/>
                <a:gd name="T75" fmla="*/ 134880 h 2526"/>
                <a:gd name="T76" fmla="*/ 152585 w 2291"/>
                <a:gd name="T77" fmla="*/ 132611 h 2526"/>
                <a:gd name="T78" fmla="*/ 150320 w 2291"/>
                <a:gd name="T79" fmla="*/ 101176 h 2526"/>
                <a:gd name="T80" fmla="*/ 145856 w 2291"/>
                <a:gd name="T81" fmla="*/ 69676 h 2526"/>
                <a:gd name="T82" fmla="*/ 141391 w 2291"/>
                <a:gd name="T83" fmla="*/ 40511 h 2526"/>
                <a:gd name="T84" fmla="*/ 134662 w 2291"/>
                <a:gd name="T85" fmla="*/ 9010 h 2526"/>
                <a:gd name="T86" fmla="*/ 136860 w 2291"/>
                <a:gd name="T87" fmla="*/ 6807 h 2526"/>
                <a:gd name="T88" fmla="*/ 136860 w 2291"/>
                <a:gd name="T89" fmla="*/ 2269 h 2526"/>
                <a:gd name="T90" fmla="*/ 134662 w 2291"/>
                <a:gd name="T91" fmla="*/ 67 h 2526"/>
                <a:gd name="T92" fmla="*/ 130131 w 2291"/>
                <a:gd name="T93" fmla="*/ 67 h 25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291" h="2526" extrusionOk="0">
                  <a:moveTo>
                    <a:pt x="1953" y="169"/>
                  </a:moveTo>
                  <a:lnTo>
                    <a:pt x="1953" y="640"/>
                  </a:lnTo>
                  <a:lnTo>
                    <a:pt x="1987" y="1112"/>
                  </a:lnTo>
                  <a:lnTo>
                    <a:pt x="2054" y="1583"/>
                  </a:lnTo>
                  <a:lnTo>
                    <a:pt x="2155" y="2021"/>
                  </a:lnTo>
                  <a:lnTo>
                    <a:pt x="1751" y="2054"/>
                  </a:lnTo>
                  <a:lnTo>
                    <a:pt x="1347" y="2122"/>
                  </a:lnTo>
                  <a:lnTo>
                    <a:pt x="910" y="2155"/>
                  </a:lnTo>
                  <a:lnTo>
                    <a:pt x="506" y="2223"/>
                  </a:lnTo>
                  <a:lnTo>
                    <a:pt x="304" y="1314"/>
                  </a:lnTo>
                  <a:lnTo>
                    <a:pt x="135" y="405"/>
                  </a:lnTo>
                  <a:lnTo>
                    <a:pt x="607" y="405"/>
                  </a:lnTo>
                  <a:lnTo>
                    <a:pt x="1044" y="337"/>
                  </a:lnTo>
                  <a:lnTo>
                    <a:pt x="1953" y="169"/>
                  </a:lnTo>
                  <a:close/>
                  <a:moveTo>
                    <a:pt x="1953" y="1"/>
                  </a:moveTo>
                  <a:lnTo>
                    <a:pt x="1011" y="135"/>
                  </a:lnTo>
                  <a:lnTo>
                    <a:pt x="573" y="203"/>
                  </a:lnTo>
                  <a:lnTo>
                    <a:pt x="102" y="270"/>
                  </a:lnTo>
                  <a:lnTo>
                    <a:pt x="68" y="304"/>
                  </a:lnTo>
                  <a:lnTo>
                    <a:pt x="34" y="337"/>
                  </a:lnTo>
                  <a:lnTo>
                    <a:pt x="1" y="371"/>
                  </a:lnTo>
                  <a:lnTo>
                    <a:pt x="1" y="405"/>
                  </a:lnTo>
                  <a:lnTo>
                    <a:pt x="34" y="910"/>
                  </a:lnTo>
                  <a:lnTo>
                    <a:pt x="102" y="1448"/>
                  </a:lnTo>
                  <a:lnTo>
                    <a:pt x="203" y="1953"/>
                  </a:lnTo>
                  <a:lnTo>
                    <a:pt x="371" y="2458"/>
                  </a:lnTo>
                  <a:lnTo>
                    <a:pt x="405" y="2492"/>
                  </a:lnTo>
                  <a:lnTo>
                    <a:pt x="472" y="2526"/>
                  </a:lnTo>
                  <a:lnTo>
                    <a:pt x="539" y="2458"/>
                  </a:lnTo>
                  <a:lnTo>
                    <a:pt x="539" y="2391"/>
                  </a:lnTo>
                  <a:lnTo>
                    <a:pt x="539" y="2357"/>
                  </a:lnTo>
                  <a:lnTo>
                    <a:pt x="1347" y="2357"/>
                  </a:lnTo>
                  <a:lnTo>
                    <a:pt x="1785" y="2290"/>
                  </a:lnTo>
                  <a:lnTo>
                    <a:pt x="2155" y="2155"/>
                  </a:lnTo>
                  <a:lnTo>
                    <a:pt x="2189" y="2122"/>
                  </a:lnTo>
                  <a:lnTo>
                    <a:pt x="2189" y="2054"/>
                  </a:lnTo>
                  <a:lnTo>
                    <a:pt x="2256" y="2054"/>
                  </a:lnTo>
                  <a:lnTo>
                    <a:pt x="2290" y="2021"/>
                  </a:lnTo>
                  <a:lnTo>
                    <a:pt x="2290" y="1987"/>
                  </a:lnTo>
                  <a:lnTo>
                    <a:pt x="2256" y="1516"/>
                  </a:lnTo>
                  <a:lnTo>
                    <a:pt x="2189" y="1044"/>
                  </a:lnTo>
                  <a:lnTo>
                    <a:pt x="2122" y="607"/>
                  </a:lnTo>
                  <a:lnTo>
                    <a:pt x="2021" y="135"/>
                  </a:lnTo>
                  <a:lnTo>
                    <a:pt x="2054" y="102"/>
                  </a:lnTo>
                  <a:lnTo>
                    <a:pt x="2054" y="34"/>
                  </a:lnTo>
                  <a:lnTo>
                    <a:pt x="2021" y="1"/>
                  </a:lnTo>
                  <a:lnTo>
                    <a:pt x="1953"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7" name="Google Shape;94;p2"/>
            <p:cNvSpPr>
              <a:spLocks/>
            </p:cNvSpPr>
            <p:nvPr/>
          </p:nvSpPr>
          <p:spPr bwMode="auto">
            <a:xfrm>
              <a:off x="2783139" y="6125941"/>
              <a:ext cx="42934" cy="50893"/>
            </a:xfrm>
            <a:custGeom>
              <a:avLst/>
              <a:gdLst>
                <a:gd name="T0" fmla="*/ 29337 w 641"/>
                <a:gd name="T1" fmla="*/ 8865 h 775"/>
                <a:gd name="T2" fmla="*/ 29337 w 641"/>
                <a:gd name="T3" fmla="*/ 11098 h 775"/>
                <a:gd name="T4" fmla="*/ 27127 w 641"/>
                <a:gd name="T5" fmla="*/ 17730 h 775"/>
                <a:gd name="T6" fmla="*/ 20362 w 641"/>
                <a:gd name="T7" fmla="*/ 19963 h 775"/>
                <a:gd name="T8" fmla="*/ 13597 w 641"/>
                <a:gd name="T9" fmla="*/ 22130 h 775"/>
                <a:gd name="T10" fmla="*/ 9042 w 641"/>
                <a:gd name="T11" fmla="*/ 11098 h 775"/>
                <a:gd name="T12" fmla="*/ 27127 w 641"/>
                <a:gd name="T13" fmla="*/ 8865 h 775"/>
                <a:gd name="T14" fmla="*/ 29337 w 641"/>
                <a:gd name="T15" fmla="*/ 8865 h 775"/>
                <a:gd name="T16" fmla="*/ 27127 w 641"/>
                <a:gd name="T17" fmla="*/ 26596 h 775"/>
                <a:gd name="T18" fmla="*/ 31614 w 641"/>
                <a:gd name="T19" fmla="*/ 28763 h 775"/>
                <a:gd name="T20" fmla="*/ 31614 w 641"/>
                <a:gd name="T21" fmla="*/ 30995 h 775"/>
                <a:gd name="T22" fmla="*/ 29337 w 641"/>
                <a:gd name="T23" fmla="*/ 35395 h 775"/>
                <a:gd name="T24" fmla="*/ 27127 w 641"/>
                <a:gd name="T25" fmla="*/ 39861 h 775"/>
                <a:gd name="T26" fmla="*/ 18085 w 641"/>
                <a:gd name="T27" fmla="*/ 39861 h 775"/>
                <a:gd name="T28" fmla="*/ 15807 w 641"/>
                <a:gd name="T29" fmla="*/ 30995 h 775"/>
                <a:gd name="T30" fmla="*/ 18085 w 641"/>
                <a:gd name="T31" fmla="*/ 30995 h 775"/>
                <a:gd name="T32" fmla="*/ 27127 w 641"/>
                <a:gd name="T33" fmla="*/ 28763 h 775"/>
                <a:gd name="T34" fmla="*/ 27127 w 641"/>
                <a:gd name="T35" fmla="*/ 26596 h 775"/>
                <a:gd name="T36" fmla="*/ 22572 w 641"/>
                <a:gd name="T37" fmla="*/ 66 h 775"/>
                <a:gd name="T38" fmla="*/ 11320 w 641"/>
                <a:gd name="T39" fmla="*/ 4465 h 775"/>
                <a:gd name="T40" fmla="*/ 2277 w 641"/>
                <a:gd name="T41" fmla="*/ 11098 h 775"/>
                <a:gd name="T42" fmla="*/ 2277 w 641"/>
                <a:gd name="T43" fmla="*/ 13331 h 775"/>
                <a:gd name="T44" fmla="*/ 6832 w 641"/>
                <a:gd name="T45" fmla="*/ 30995 h 775"/>
                <a:gd name="T46" fmla="*/ 6832 w 641"/>
                <a:gd name="T47" fmla="*/ 39861 h 775"/>
                <a:gd name="T48" fmla="*/ 2277 w 641"/>
                <a:gd name="T49" fmla="*/ 39861 h 775"/>
                <a:gd name="T50" fmla="*/ 67 w 641"/>
                <a:gd name="T51" fmla="*/ 44260 h 775"/>
                <a:gd name="T52" fmla="*/ 2277 w 641"/>
                <a:gd name="T53" fmla="*/ 48660 h 775"/>
                <a:gd name="T54" fmla="*/ 4555 w 641"/>
                <a:gd name="T55" fmla="*/ 50893 h 775"/>
                <a:gd name="T56" fmla="*/ 29337 w 641"/>
                <a:gd name="T57" fmla="*/ 50893 h 775"/>
                <a:gd name="T58" fmla="*/ 33892 w 641"/>
                <a:gd name="T59" fmla="*/ 46493 h 775"/>
                <a:gd name="T60" fmla="*/ 38379 w 641"/>
                <a:gd name="T61" fmla="*/ 44260 h 775"/>
                <a:gd name="T62" fmla="*/ 40657 w 641"/>
                <a:gd name="T63" fmla="*/ 39861 h 775"/>
                <a:gd name="T64" fmla="*/ 42867 w 641"/>
                <a:gd name="T65" fmla="*/ 33228 h 775"/>
                <a:gd name="T66" fmla="*/ 42867 w 641"/>
                <a:gd name="T67" fmla="*/ 26596 h 775"/>
                <a:gd name="T68" fmla="*/ 36102 w 641"/>
                <a:gd name="T69" fmla="*/ 19963 h 775"/>
                <a:gd name="T70" fmla="*/ 38379 w 641"/>
                <a:gd name="T71" fmla="*/ 13331 h 775"/>
                <a:gd name="T72" fmla="*/ 38379 w 641"/>
                <a:gd name="T73" fmla="*/ 6698 h 775"/>
                <a:gd name="T74" fmla="*/ 36102 w 641"/>
                <a:gd name="T75" fmla="*/ 2233 h 775"/>
                <a:gd name="T76" fmla="*/ 33892 w 641"/>
                <a:gd name="T77" fmla="*/ 66 h 775"/>
                <a:gd name="T78" fmla="*/ 22572 w 641"/>
                <a:gd name="T79" fmla="*/ 66 h 7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41" h="775" extrusionOk="0">
                  <a:moveTo>
                    <a:pt x="438" y="135"/>
                  </a:moveTo>
                  <a:lnTo>
                    <a:pt x="438" y="169"/>
                  </a:lnTo>
                  <a:lnTo>
                    <a:pt x="405" y="270"/>
                  </a:lnTo>
                  <a:lnTo>
                    <a:pt x="304" y="304"/>
                  </a:lnTo>
                  <a:lnTo>
                    <a:pt x="203" y="337"/>
                  </a:lnTo>
                  <a:lnTo>
                    <a:pt x="135" y="169"/>
                  </a:lnTo>
                  <a:lnTo>
                    <a:pt x="405" y="135"/>
                  </a:lnTo>
                  <a:lnTo>
                    <a:pt x="438" y="135"/>
                  </a:lnTo>
                  <a:close/>
                  <a:moveTo>
                    <a:pt x="405" y="405"/>
                  </a:moveTo>
                  <a:lnTo>
                    <a:pt x="472" y="438"/>
                  </a:lnTo>
                  <a:lnTo>
                    <a:pt x="472" y="472"/>
                  </a:lnTo>
                  <a:lnTo>
                    <a:pt x="438" y="539"/>
                  </a:lnTo>
                  <a:lnTo>
                    <a:pt x="405" y="607"/>
                  </a:lnTo>
                  <a:lnTo>
                    <a:pt x="270" y="607"/>
                  </a:lnTo>
                  <a:lnTo>
                    <a:pt x="236" y="472"/>
                  </a:lnTo>
                  <a:lnTo>
                    <a:pt x="270" y="472"/>
                  </a:lnTo>
                  <a:lnTo>
                    <a:pt x="405" y="438"/>
                  </a:lnTo>
                  <a:lnTo>
                    <a:pt x="405" y="405"/>
                  </a:lnTo>
                  <a:close/>
                  <a:moveTo>
                    <a:pt x="337" y="1"/>
                  </a:moveTo>
                  <a:lnTo>
                    <a:pt x="169" y="68"/>
                  </a:lnTo>
                  <a:lnTo>
                    <a:pt x="34" y="169"/>
                  </a:lnTo>
                  <a:lnTo>
                    <a:pt x="34" y="203"/>
                  </a:lnTo>
                  <a:lnTo>
                    <a:pt x="102" y="472"/>
                  </a:lnTo>
                  <a:lnTo>
                    <a:pt x="102" y="607"/>
                  </a:lnTo>
                  <a:lnTo>
                    <a:pt x="34" y="607"/>
                  </a:lnTo>
                  <a:lnTo>
                    <a:pt x="1" y="674"/>
                  </a:lnTo>
                  <a:lnTo>
                    <a:pt x="34" y="741"/>
                  </a:lnTo>
                  <a:lnTo>
                    <a:pt x="68" y="775"/>
                  </a:lnTo>
                  <a:lnTo>
                    <a:pt x="438" y="775"/>
                  </a:lnTo>
                  <a:lnTo>
                    <a:pt x="506" y="708"/>
                  </a:lnTo>
                  <a:lnTo>
                    <a:pt x="573" y="674"/>
                  </a:lnTo>
                  <a:lnTo>
                    <a:pt x="607" y="607"/>
                  </a:lnTo>
                  <a:lnTo>
                    <a:pt x="640" y="506"/>
                  </a:lnTo>
                  <a:lnTo>
                    <a:pt x="640" y="405"/>
                  </a:lnTo>
                  <a:lnTo>
                    <a:pt x="539" y="304"/>
                  </a:lnTo>
                  <a:lnTo>
                    <a:pt x="573" y="203"/>
                  </a:lnTo>
                  <a:lnTo>
                    <a:pt x="573" y="102"/>
                  </a:lnTo>
                  <a:lnTo>
                    <a:pt x="539" y="34"/>
                  </a:lnTo>
                  <a:lnTo>
                    <a:pt x="506" y="1"/>
                  </a:lnTo>
                  <a:lnTo>
                    <a:pt x="33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8" name="Google Shape;95;p2"/>
            <p:cNvSpPr>
              <a:spLocks/>
            </p:cNvSpPr>
            <p:nvPr/>
          </p:nvSpPr>
          <p:spPr bwMode="auto">
            <a:xfrm>
              <a:off x="3417597" y="5499321"/>
              <a:ext cx="154241" cy="146317"/>
            </a:xfrm>
            <a:custGeom>
              <a:avLst/>
              <a:gdLst>
                <a:gd name="T0" fmla="*/ 127428 w 2324"/>
                <a:gd name="T1" fmla="*/ 11296 h 2189"/>
                <a:gd name="T2" fmla="*/ 129618 w 2324"/>
                <a:gd name="T3" fmla="*/ 36028 h 2189"/>
                <a:gd name="T4" fmla="*/ 134131 w 2324"/>
                <a:gd name="T5" fmla="*/ 60826 h 2189"/>
                <a:gd name="T6" fmla="*/ 138578 w 2324"/>
                <a:gd name="T7" fmla="*/ 92309 h 2189"/>
                <a:gd name="T8" fmla="*/ 143025 w 2324"/>
                <a:gd name="T9" fmla="*/ 121585 h 2189"/>
                <a:gd name="T10" fmla="*/ 118468 w 2324"/>
                <a:gd name="T11" fmla="*/ 121585 h 2189"/>
                <a:gd name="T12" fmla="*/ 93845 w 2324"/>
                <a:gd name="T13" fmla="*/ 126064 h 2189"/>
                <a:gd name="T14" fmla="*/ 62586 w 2324"/>
                <a:gd name="T15" fmla="*/ 130542 h 2189"/>
                <a:gd name="T16" fmla="*/ 46923 w 2324"/>
                <a:gd name="T17" fmla="*/ 132815 h 2189"/>
                <a:gd name="T18" fmla="*/ 33516 w 2324"/>
                <a:gd name="T19" fmla="*/ 139566 h 2189"/>
                <a:gd name="T20" fmla="*/ 26813 w 2324"/>
                <a:gd name="T21" fmla="*/ 108083 h 2189"/>
                <a:gd name="T22" fmla="*/ 17920 w 2324"/>
                <a:gd name="T23" fmla="*/ 76534 h 2189"/>
                <a:gd name="T24" fmla="*/ 13406 w 2324"/>
                <a:gd name="T25" fmla="*/ 51803 h 2189"/>
                <a:gd name="T26" fmla="*/ 8960 w 2324"/>
                <a:gd name="T27" fmla="*/ 27071 h 2189"/>
                <a:gd name="T28" fmla="*/ 67032 w 2324"/>
                <a:gd name="T29" fmla="*/ 20320 h 2189"/>
                <a:gd name="T30" fmla="*/ 127428 w 2324"/>
                <a:gd name="T31" fmla="*/ 11296 h 2189"/>
                <a:gd name="T32" fmla="*/ 125171 w 2324"/>
                <a:gd name="T33" fmla="*/ 0 h 2189"/>
                <a:gd name="T34" fmla="*/ 64842 w 2324"/>
                <a:gd name="T35" fmla="*/ 6751 h 2189"/>
                <a:gd name="T36" fmla="*/ 6703 w 2324"/>
                <a:gd name="T37" fmla="*/ 18047 h 2189"/>
                <a:gd name="T38" fmla="*/ 2257 w 2324"/>
                <a:gd name="T39" fmla="*/ 20320 h 2189"/>
                <a:gd name="T40" fmla="*/ 2257 w 2324"/>
                <a:gd name="T41" fmla="*/ 24798 h 2189"/>
                <a:gd name="T42" fmla="*/ 0 w 2324"/>
                <a:gd name="T43" fmla="*/ 38300 h 2189"/>
                <a:gd name="T44" fmla="*/ 2257 w 2324"/>
                <a:gd name="T45" fmla="*/ 51803 h 2189"/>
                <a:gd name="T46" fmla="*/ 6703 w 2324"/>
                <a:gd name="T47" fmla="*/ 78807 h 2189"/>
                <a:gd name="T48" fmla="*/ 13406 w 2324"/>
                <a:gd name="T49" fmla="*/ 112562 h 2189"/>
                <a:gd name="T50" fmla="*/ 17920 w 2324"/>
                <a:gd name="T51" fmla="*/ 128337 h 2189"/>
                <a:gd name="T52" fmla="*/ 24623 w 2324"/>
                <a:gd name="T53" fmla="*/ 144044 h 2189"/>
                <a:gd name="T54" fmla="*/ 26813 w 2324"/>
                <a:gd name="T55" fmla="*/ 146317 h 2189"/>
                <a:gd name="T56" fmla="*/ 46923 w 2324"/>
                <a:gd name="T57" fmla="*/ 146317 h 2189"/>
                <a:gd name="T58" fmla="*/ 60329 w 2324"/>
                <a:gd name="T59" fmla="*/ 144044 h 2189"/>
                <a:gd name="T60" fmla="*/ 87142 w 2324"/>
                <a:gd name="T61" fmla="*/ 139566 h 2189"/>
                <a:gd name="T62" fmla="*/ 116212 w 2324"/>
                <a:gd name="T63" fmla="*/ 137293 h 2189"/>
                <a:gd name="T64" fmla="*/ 131875 w 2324"/>
                <a:gd name="T65" fmla="*/ 135088 h 2189"/>
                <a:gd name="T66" fmla="*/ 145281 w 2324"/>
                <a:gd name="T67" fmla="*/ 130542 h 2189"/>
                <a:gd name="T68" fmla="*/ 147538 w 2324"/>
                <a:gd name="T69" fmla="*/ 132815 h 2189"/>
                <a:gd name="T70" fmla="*/ 149728 w 2324"/>
                <a:gd name="T71" fmla="*/ 132815 h 2189"/>
                <a:gd name="T72" fmla="*/ 151984 w 2324"/>
                <a:gd name="T73" fmla="*/ 130542 h 2189"/>
                <a:gd name="T74" fmla="*/ 154241 w 2324"/>
                <a:gd name="T75" fmla="*/ 128337 h 2189"/>
                <a:gd name="T76" fmla="*/ 154241 w 2324"/>
                <a:gd name="T77" fmla="*/ 112562 h 2189"/>
                <a:gd name="T78" fmla="*/ 151984 w 2324"/>
                <a:gd name="T79" fmla="*/ 99060 h 2189"/>
                <a:gd name="T80" fmla="*/ 147538 w 2324"/>
                <a:gd name="T81" fmla="*/ 69783 h 2189"/>
                <a:gd name="T82" fmla="*/ 143025 w 2324"/>
                <a:gd name="T83" fmla="*/ 36028 h 2189"/>
                <a:gd name="T84" fmla="*/ 138578 w 2324"/>
                <a:gd name="T85" fmla="*/ 18047 h 2189"/>
                <a:gd name="T86" fmla="*/ 134131 w 2324"/>
                <a:gd name="T87" fmla="*/ 2273 h 2189"/>
                <a:gd name="T88" fmla="*/ 131875 w 2324"/>
                <a:gd name="T89" fmla="*/ 0 h 2189"/>
                <a:gd name="T90" fmla="*/ 125171 w 2324"/>
                <a:gd name="T91" fmla="*/ 0 h 21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24" h="2189" extrusionOk="0">
                  <a:moveTo>
                    <a:pt x="1920" y="169"/>
                  </a:moveTo>
                  <a:lnTo>
                    <a:pt x="1953" y="539"/>
                  </a:lnTo>
                  <a:lnTo>
                    <a:pt x="2021" y="910"/>
                  </a:lnTo>
                  <a:lnTo>
                    <a:pt x="2088" y="1381"/>
                  </a:lnTo>
                  <a:lnTo>
                    <a:pt x="2155" y="1819"/>
                  </a:lnTo>
                  <a:lnTo>
                    <a:pt x="1785" y="1819"/>
                  </a:lnTo>
                  <a:lnTo>
                    <a:pt x="1414" y="1886"/>
                  </a:lnTo>
                  <a:lnTo>
                    <a:pt x="943" y="1953"/>
                  </a:lnTo>
                  <a:lnTo>
                    <a:pt x="707" y="1987"/>
                  </a:lnTo>
                  <a:lnTo>
                    <a:pt x="505" y="2088"/>
                  </a:lnTo>
                  <a:lnTo>
                    <a:pt x="404" y="1617"/>
                  </a:lnTo>
                  <a:lnTo>
                    <a:pt x="270" y="1145"/>
                  </a:lnTo>
                  <a:lnTo>
                    <a:pt x="202" y="775"/>
                  </a:lnTo>
                  <a:lnTo>
                    <a:pt x="135" y="405"/>
                  </a:lnTo>
                  <a:lnTo>
                    <a:pt x="1010" y="304"/>
                  </a:lnTo>
                  <a:lnTo>
                    <a:pt x="1920" y="169"/>
                  </a:lnTo>
                  <a:close/>
                  <a:moveTo>
                    <a:pt x="1886" y="0"/>
                  </a:moveTo>
                  <a:lnTo>
                    <a:pt x="977" y="101"/>
                  </a:lnTo>
                  <a:lnTo>
                    <a:pt x="101" y="270"/>
                  </a:lnTo>
                  <a:lnTo>
                    <a:pt x="34" y="304"/>
                  </a:lnTo>
                  <a:lnTo>
                    <a:pt x="34" y="371"/>
                  </a:lnTo>
                  <a:lnTo>
                    <a:pt x="0" y="573"/>
                  </a:lnTo>
                  <a:lnTo>
                    <a:pt x="34" y="775"/>
                  </a:lnTo>
                  <a:lnTo>
                    <a:pt x="101" y="1179"/>
                  </a:lnTo>
                  <a:lnTo>
                    <a:pt x="202" y="1684"/>
                  </a:lnTo>
                  <a:lnTo>
                    <a:pt x="270" y="1920"/>
                  </a:lnTo>
                  <a:lnTo>
                    <a:pt x="371" y="2155"/>
                  </a:lnTo>
                  <a:lnTo>
                    <a:pt x="404" y="2189"/>
                  </a:lnTo>
                  <a:lnTo>
                    <a:pt x="707" y="2189"/>
                  </a:lnTo>
                  <a:lnTo>
                    <a:pt x="909" y="2155"/>
                  </a:lnTo>
                  <a:lnTo>
                    <a:pt x="1313" y="2088"/>
                  </a:lnTo>
                  <a:lnTo>
                    <a:pt x="1751" y="2054"/>
                  </a:lnTo>
                  <a:lnTo>
                    <a:pt x="1987" y="2021"/>
                  </a:lnTo>
                  <a:lnTo>
                    <a:pt x="2189" y="1953"/>
                  </a:lnTo>
                  <a:lnTo>
                    <a:pt x="2223" y="1987"/>
                  </a:lnTo>
                  <a:lnTo>
                    <a:pt x="2256" y="1987"/>
                  </a:lnTo>
                  <a:lnTo>
                    <a:pt x="2290" y="1953"/>
                  </a:lnTo>
                  <a:lnTo>
                    <a:pt x="2324" y="1920"/>
                  </a:lnTo>
                  <a:lnTo>
                    <a:pt x="2324" y="1684"/>
                  </a:lnTo>
                  <a:lnTo>
                    <a:pt x="2290" y="1482"/>
                  </a:lnTo>
                  <a:lnTo>
                    <a:pt x="2223" y="1044"/>
                  </a:lnTo>
                  <a:lnTo>
                    <a:pt x="2155" y="539"/>
                  </a:lnTo>
                  <a:lnTo>
                    <a:pt x="2088" y="270"/>
                  </a:lnTo>
                  <a:lnTo>
                    <a:pt x="2021" y="34"/>
                  </a:lnTo>
                  <a:lnTo>
                    <a:pt x="1987" y="0"/>
                  </a:lnTo>
                  <a:lnTo>
                    <a:pt x="18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89" name="Google Shape;96;p2"/>
            <p:cNvSpPr>
              <a:spLocks/>
            </p:cNvSpPr>
            <p:nvPr/>
          </p:nvSpPr>
          <p:spPr bwMode="auto">
            <a:xfrm>
              <a:off x="1981718" y="5928730"/>
              <a:ext cx="49294" cy="55664"/>
            </a:xfrm>
            <a:custGeom>
              <a:avLst/>
              <a:gdLst>
                <a:gd name="T0" fmla="*/ 24647 w 742"/>
                <a:gd name="T1" fmla="*/ 13404 h 843"/>
                <a:gd name="T2" fmla="*/ 26906 w 742"/>
                <a:gd name="T3" fmla="*/ 15583 h 843"/>
                <a:gd name="T4" fmla="*/ 26906 w 742"/>
                <a:gd name="T5" fmla="*/ 20073 h 843"/>
                <a:gd name="T6" fmla="*/ 26906 w 742"/>
                <a:gd name="T7" fmla="*/ 24497 h 843"/>
                <a:gd name="T8" fmla="*/ 20196 w 742"/>
                <a:gd name="T9" fmla="*/ 31167 h 843"/>
                <a:gd name="T10" fmla="*/ 13486 w 742"/>
                <a:gd name="T11" fmla="*/ 33412 h 843"/>
                <a:gd name="T12" fmla="*/ 13486 w 742"/>
                <a:gd name="T13" fmla="*/ 26742 h 843"/>
                <a:gd name="T14" fmla="*/ 15678 w 742"/>
                <a:gd name="T15" fmla="*/ 20073 h 843"/>
                <a:gd name="T16" fmla="*/ 17937 w 742"/>
                <a:gd name="T17" fmla="*/ 15583 h 843"/>
                <a:gd name="T18" fmla="*/ 20196 w 742"/>
                <a:gd name="T19" fmla="*/ 15583 h 843"/>
                <a:gd name="T20" fmla="*/ 24647 w 742"/>
                <a:gd name="T21" fmla="*/ 13404 h 843"/>
                <a:gd name="T22" fmla="*/ 20196 w 742"/>
                <a:gd name="T23" fmla="*/ 66 h 843"/>
                <a:gd name="T24" fmla="*/ 15678 w 742"/>
                <a:gd name="T25" fmla="*/ 4490 h 843"/>
                <a:gd name="T26" fmla="*/ 6776 w 742"/>
                <a:gd name="T27" fmla="*/ 11159 h 843"/>
                <a:gd name="T28" fmla="*/ 2259 w 742"/>
                <a:gd name="T29" fmla="*/ 22252 h 843"/>
                <a:gd name="T30" fmla="*/ 66 w 742"/>
                <a:gd name="T31" fmla="*/ 31167 h 843"/>
                <a:gd name="T32" fmla="*/ 2259 w 742"/>
                <a:gd name="T33" fmla="*/ 40081 h 843"/>
                <a:gd name="T34" fmla="*/ 4518 w 742"/>
                <a:gd name="T35" fmla="*/ 44505 h 843"/>
                <a:gd name="T36" fmla="*/ 8969 w 742"/>
                <a:gd name="T37" fmla="*/ 46750 h 843"/>
                <a:gd name="T38" fmla="*/ 20196 w 742"/>
                <a:gd name="T39" fmla="*/ 44505 h 843"/>
                <a:gd name="T40" fmla="*/ 26906 w 742"/>
                <a:gd name="T41" fmla="*/ 42260 h 843"/>
                <a:gd name="T42" fmla="*/ 29098 w 742"/>
                <a:gd name="T43" fmla="*/ 44505 h 843"/>
                <a:gd name="T44" fmla="*/ 35808 w 742"/>
                <a:gd name="T45" fmla="*/ 51174 h 843"/>
                <a:gd name="T46" fmla="*/ 44776 w 742"/>
                <a:gd name="T47" fmla="*/ 55598 h 843"/>
                <a:gd name="T48" fmla="*/ 49228 w 742"/>
                <a:gd name="T49" fmla="*/ 53419 h 843"/>
                <a:gd name="T50" fmla="*/ 49228 w 742"/>
                <a:gd name="T51" fmla="*/ 51174 h 843"/>
                <a:gd name="T52" fmla="*/ 47035 w 742"/>
                <a:gd name="T53" fmla="*/ 48929 h 843"/>
                <a:gd name="T54" fmla="*/ 40325 w 742"/>
                <a:gd name="T55" fmla="*/ 44505 h 843"/>
                <a:gd name="T56" fmla="*/ 33616 w 742"/>
                <a:gd name="T57" fmla="*/ 37836 h 843"/>
                <a:gd name="T58" fmla="*/ 38067 w 742"/>
                <a:gd name="T59" fmla="*/ 26742 h 843"/>
                <a:gd name="T60" fmla="*/ 40325 w 742"/>
                <a:gd name="T61" fmla="*/ 20073 h 843"/>
                <a:gd name="T62" fmla="*/ 40325 w 742"/>
                <a:gd name="T63" fmla="*/ 13404 h 843"/>
                <a:gd name="T64" fmla="*/ 38067 w 742"/>
                <a:gd name="T65" fmla="*/ 8914 h 843"/>
                <a:gd name="T66" fmla="*/ 35808 w 742"/>
                <a:gd name="T67" fmla="*/ 4490 h 843"/>
                <a:gd name="T68" fmla="*/ 31357 w 742"/>
                <a:gd name="T69" fmla="*/ 2245 h 843"/>
                <a:gd name="T70" fmla="*/ 26906 w 742"/>
                <a:gd name="T71" fmla="*/ 66 h 843"/>
                <a:gd name="T72" fmla="*/ 20196 w 742"/>
                <a:gd name="T73" fmla="*/ 66 h 84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742" h="843" extrusionOk="0">
                  <a:moveTo>
                    <a:pt x="371" y="203"/>
                  </a:moveTo>
                  <a:lnTo>
                    <a:pt x="405" y="236"/>
                  </a:lnTo>
                  <a:lnTo>
                    <a:pt x="405" y="304"/>
                  </a:lnTo>
                  <a:lnTo>
                    <a:pt x="405" y="371"/>
                  </a:lnTo>
                  <a:lnTo>
                    <a:pt x="304" y="472"/>
                  </a:lnTo>
                  <a:lnTo>
                    <a:pt x="203" y="506"/>
                  </a:lnTo>
                  <a:lnTo>
                    <a:pt x="203" y="405"/>
                  </a:lnTo>
                  <a:lnTo>
                    <a:pt x="236" y="304"/>
                  </a:lnTo>
                  <a:lnTo>
                    <a:pt x="270" y="236"/>
                  </a:lnTo>
                  <a:lnTo>
                    <a:pt x="304" y="236"/>
                  </a:lnTo>
                  <a:lnTo>
                    <a:pt x="371" y="203"/>
                  </a:lnTo>
                  <a:close/>
                  <a:moveTo>
                    <a:pt x="304" y="1"/>
                  </a:moveTo>
                  <a:lnTo>
                    <a:pt x="236" y="68"/>
                  </a:lnTo>
                  <a:lnTo>
                    <a:pt x="102" y="169"/>
                  </a:lnTo>
                  <a:lnTo>
                    <a:pt x="34" y="337"/>
                  </a:lnTo>
                  <a:lnTo>
                    <a:pt x="1" y="472"/>
                  </a:lnTo>
                  <a:lnTo>
                    <a:pt x="34" y="607"/>
                  </a:lnTo>
                  <a:lnTo>
                    <a:pt x="68" y="674"/>
                  </a:lnTo>
                  <a:lnTo>
                    <a:pt x="135" y="708"/>
                  </a:lnTo>
                  <a:lnTo>
                    <a:pt x="304" y="674"/>
                  </a:lnTo>
                  <a:lnTo>
                    <a:pt x="405" y="640"/>
                  </a:lnTo>
                  <a:lnTo>
                    <a:pt x="438" y="674"/>
                  </a:lnTo>
                  <a:lnTo>
                    <a:pt x="539" y="775"/>
                  </a:lnTo>
                  <a:lnTo>
                    <a:pt x="674" y="842"/>
                  </a:lnTo>
                  <a:lnTo>
                    <a:pt x="741" y="809"/>
                  </a:lnTo>
                  <a:lnTo>
                    <a:pt x="741" y="775"/>
                  </a:lnTo>
                  <a:lnTo>
                    <a:pt x="708" y="741"/>
                  </a:lnTo>
                  <a:lnTo>
                    <a:pt x="607" y="674"/>
                  </a:lnTo>
                  <a:lnTo>
                    <a:pt x="506" y="573"/>
                  </a:lnTo>
                  <a:lnTo>
                    <a:pt x="573" y="405"/>
                  </a:lnTo>
                  <a:lnTo>
                    <a:pt x="607" y="304"/>
                  </a:lnTo>
                  <a:lnTo>
                    <a:pt x="607" y="203"/>
                  </a:lnTo>
                  <a:lnTo>
                    <a:pt x="573" y="135"/>
                  </a:lnTo>
                  <a:lnTo>
                    <a:pt x="539" y="68"/>
                  </a:lnTo>
                  <a:lnTo>
                    <a:pt x="472" y="34"/>
                  </a:lnTo>
                  <a:lnTo>
                    <a:pt x="405" y="1"/>
                  </a:lnTo>
                  <a:lnTo>
                    <a:pt x="30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0" name="Google Shape;97;p2"/>
            <p:cNvSpPr>
              <a:spLocks/>
            </p:cNvSpPr>
            <p:nvPr/>
          </p:nvSpPr>
          <p:spPr bwMode="auto">
            <a:xfrm>
              <a:off x="1906982" y="6353368"/>
              <a:ext cx="155832" cy="189259"/>
            </a:xfrm>
            <a:custGeom>
              <a:avLst/>
              <a:gdLst>
                <a:gd name="T0" fmla="*/ 129133 w 2358"/>
                <a:gd name="T1" fmla="*/ 11306 h 2829"/>
                <a:gd name="T2" fmla="*/ 129133 w 2358"/>
                <a:gd name="T3" fmla="*/ 45090 h 2829"/>
                <a:gd name="T4" fmla="*/ 133561 w 2358"/>
                <a:gd name="T5" fmla="*/ 85632 h 2829"/>
                <a:gd name="T6" fmla="*/ 137989 w 2358"/>
                <a:gd name="T7" fmla="*/ 123898 h 2829"/>
                <a:gd name="T8" fmla="*/ 144663 w 2358"/>
                <a:gd name="T9" fmla="*/ 155475 h 2829"/>
                <a:gd name="T10" fmla="*/ 146910 w 2358"/>
                <a:gd name="T11" fmla="*/ 157682 h 2829"/>
                <a:gd name="T12" fmla="*/ 144663 w 2358"/>
                <a:gd name="T13" fmla="*/ 157682 h 2829"/>
                <a:gd name="T14" fmla="*/ 117964 w 2358"/>
                <a:gd name="T15" fmla="*/ 159957 h 2829"/>
                <a:gd name="T16" fmla="*/ 91265 w 2358"/>
                <a:gd name="T17" fmla="*/ 164439 h 2829"/>
                <a:gd name="T18" fmla="*/ 64567 w 2358"/>
                <a:gd name="T19" fmla="*/ 166714 h 2829"/>
                <a:gd name="T20" fmla="*/ 35687 w 2358"/>
                <a:gd name="T21" fmla="*/ 171196 h 2829"/>
                <a:gd name="T22" fmla="*/ 22337 w 2358"/>
                <a:gd name="T23" fmla="*/ 99145 h 2829"/>
                <a:gd name="T24" fmla="*/ 8988 w 2358"/>
                <a:gd name="T25" fmla="*/ 27094 h 2829"/>
                <a:gd name="T26" fmla="*/ 40115 w 2358"/>
                <a:gd name="T27" fmla="*/ 24820 h 2829"/>
                <a:gd name="T28" fmla="*/ 69060 w 2358"/>
                <a:gd name="T29" fmla="*/ 22545 h 2829"/>
                <a:gd name="T30" fmla="*/ 129133 w 2358"/>
                <a:gd name="T31" fmla="*/ 11306 h 2829"/>
                <a:gd name="T32" fmla="*/ 129133 w 2358"/>
                <a:gd name="T33" fmla="*/ 67 h 2829"/>
                <a:gd name="T34" fmla="*/ 66813 w 2358"/>
                <a:gd name="T35" fmla="*/ 9031 h 2829"/>
                <a:gd name="T36" fmla="*/ 37868 w 2358"/>
                <a:gd name="T37" fmla="*/ 13581 h 2829"/>
                <a:gd name="T38" fmla="*/ 6741 w 2358"/>
                <a:gd name="T39" fmla="*/ 18063 h 2829"/>
                <a:gd name="T40" fmla="*/ 4494 w 2358"/>
                <a:gd name="T41" fmla="*/ 20337 h 2829"/>
                <a:gd name="T42" fmla="*/ 2313 w 2358"/>
                <a:gd name="T43" fmla="*/ 22545 h 2829"/>
                <a:gd name="T44" fmla="*/ 2313 w 2358"/>
                <a:gd name="T45" fmla="*/ 24820 h 2829"/>
                <a:gd name="T46" fmla="*/ 66 w 2358"/>
                <a:gd name="T47" fmla="*/ 27094 h 2829"/>
                <a:gd name="T48" fmla="*/ 2313 w 2358"/>
                <a:gd name="T49" fmla="*/ 65361 h 2829"/>
                <a:gd name="T50" fmla="*/ 8988 w 2358"/>
                <a:gd name="T51" fmla="*/ 108177 h 2829"/>
                <a:gd name="T52" fmla="*/ 17843 w 2358"/>
                <a:gd name="T53" fmla="*/ 148718 h 2829"/>
                <a:gd name="T54" fmla="*/ 26765 w 2358"/>
                <a:gd name="T55" fmla="*/ 186984 h 2829"/>
                <a:gd name="T56" fmla="*/ 31193 w 2358"/>
                <a:gd name="T57" fmla="*/ 189259 h 2829"/>
                <a:gd name="T58" fmla="*/ 35687 w 2358"/>
                <a:gd name="T59" fmla="*/ 189259 h 2829"/>
                <a:gd name="T60" fmla="*/ 37868 w 2358"/>
                <a:gd name="T61" fmla="*/ 186984 h 2829"/>
                <a:gd name="T62" fmla="*/ 40115 w 2358"/>
                <a:gd name="T63" fmla="*/ 182502 h 2829"/>
                <a:gd name="T64" fmla="*/ 37868 w 2358"/>
                <a:gd name="T65" fmla="*/ 177953 h 2829"/>
                <a:gd name="T66" fmla="*/ 64567 w 2358"/>
                <a:gd name="T67" fmla="*/ 180228 h 2829"/>
                <a:gd name="T68" fmla="*/ 93512 w 2358"/>
                <a:gd name="T69" fmla="*/ 177953 h 2829"/>
                <a:gd name="T70" fmla="*/ 122458 w 2358"/>
                <a:gd name="T71" fmla="*/ 173471 h 2829"/>
                <a:gd name="T72" fmla="*/ 146910 w 2358"/>
                <a:gd name="T73" fmla="*/ 166714 h 2829"/>
                <a:gd name="T74" fmla="*/ 149157 w 2358"/>
                <a:gd name="T75" fmla="*/ 164439 h 2829"/>
                <a:gd name="T76" fmla="*/ 149157 w 2358"/>
                <a:gd name="T77" fmla="*/ 159957 h 2829"/>
                <a:gd name="T78" fmla="*/ 153585 w 2358"/>
                <a:gd name="T79" fmla="*/ 159957 h 2829"/>
                <a:gd name="T80" fmla="*/ 155832 w 2358"/>
                <a:gd name="T81" fmla="*/ 157682 h 2829"/>
                <a:gd name="T82" fmla="*/ 155832 w 2358"/>
                <a:gd name="T83" fmla="*/ 155475 h 2829"/>
                <a:gd name="T84" fmla="*/ 153585 w 2358"/>
                <a:gd name="T85" fmla="*/ 119416 h 2829"/>
                <a:gd name="T86" fmla="*/ 146910 w 2358"/>
                <a:gd name="T87" fmla="*/ 81149 h 2829"/>
                <a:gd name="T88" fmla="*/ 140236 w 2358"/>
                <a:gd name="T89" fmla="*/ 42816 h 2829"/>
                <a:gd name="T90" fmla="*/ 133561 w 2358"/>
                <a:gd name="T91" fmla="*/ 9031 h 2829"/>
                <a:gd name="T92" fmla="*/ 135808 w 2358"/>
                <a:gd name="T93" fmla="*/ 6824 h 2829"/>
                <a:gd name="T94" fmla="*/ 135808 w 2358"/>
                <a:gd name="T95" fmla="*/ 2275 h 2829"/>
                <a:gd name="T96" fmla="*/ 133561 w 2358"/>
                <a:gd name="T97" fmla="*/ 67 h 2829"/>
                <a:gd name="T98" fmla="*/ 129133 w 2358"/>
                <a:gd name="T99" fmla="*/ 67 h 282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358" h="2829" extrusionOk="0">
                  <a:moveTo>
                    <a:pt x="1954" y="169"/>
                  </a:moveTo>
                  <a:lnTo>
                    <a:pt x="1954" y="674"/>
                  </a:lnTo>
                  <a:lnTo>
                    <a:pt x="2021" y="1280"/>
                  </a:lnTo>
                  <a:lnTo>
                    <a:pt x="2088" y="1852"/>
                  </a:lnTo>
                  <a:lnTo>
                    <a:pt x="2189" y="2324"/>
                  </a:lnTo>
                  <a:lnTo>
                    <a:pt x="2223" y="2357"/>
                  </a:lnTo>
                  <a:lnTo>
                    <a:pt x="2189" y="2357"/>
                  </a:lnTo>
                  <a:lnTo>
                    <a:pt x="1785" y="2391"/>
                  </a:lnTo>
                  <a:lnTo>
                    <a:pt x="1381" y="2458"/>
                  </a:lnTo>
                  <a:lnTo>
                    <a:pt x="977" y="2492"/>
                  </a:lnTo>
                  <a:lnTo>
                    <a:pt x="540" y="2559"/>
                  </a:lnTo>
                  <a:lnTo>
                    <a:pt x="338" y="1482"/>
                  </a:lnTo>
                  <a:lnTo>
                    <a:pt x="136" y="405"/>
                  </a:lnTo>
                  <a:lnTo>
                    <a:pt x="607" y="371"/>
                  </a:lnTo>
                  <a:lnTo>
                    <a:pt x="1045" y="337"/>
                  </a:lnTo>
                  <a:lnTo>
                    <a:pt x="1954" y="169"/>
                  </a:lnTo>
                  <a:close/>
                  <a:moveTo>
                    <a:pt x="1954" y="1"/>
                  </a:moveTo>
                  <a:lnTo>
                    <a:pt x="1011" y="135"/>
                  </a:lnTo>
                  <a:lnTo>
                    <a:pt x="573" y="203"/>
                  </a:lnTo>
                  <a:lnTo>
                    <a:pt x="102" y="270"/>
                  </a:lnTo>
                  <a:lnTo>
                    <a:pt x="68" y="304"/>
                  </a:lnTo>
                  <a:lnTo>
                    <a:pt x="35" y="337"/>
                  </a:lnTo>
                  <a:lnTo>
                    <a:pt x="35" y="371"/>
                  </a:lnTo>
                  <a:lnTo>
                    <a:pt x="1" y="405"/>
                  </a:lnTo>
                  <a:lnTo>
                    <a:pt x="35" y="977"/>
                  </a:lnTo>
                  <a:lnTo>
                    <a:pt x="136" y="1617"/>
                  </a:lnTo>
                  <a:lnTo>
                    <a:pt x="270" y="2223"/>
                  </a:lnTo>
                  <a:lnTo>
                    <a:pt x="405" y="2795"/>
                  </a:lnTo>
                  <a:lnTo>
                    <a:pt x="472" y="2829"/>
                  </a:lnTo>
                  <a:lnTo>
                    <a:pt x="540" y="2829"/>
                  </a:lnTo>
                  <a:lnTo>
                    <a:pt x="573" y="2795"/>
                  </a:lnTo>
                  <a:lnTo>
                    <a:pt x="607" y="2728"/>
                  </a:lnTo>
                  <a:lnTo>
                    <a:pt x="573" y="2660"/>
                  </a:lnTo>
                  <a:lnTo>
                    <a:pt x="977" y="2694"/>
                  </a:lnTo>
                  <a:lnTo>
                    <a:pt x="1415" y="2660"/>
                  </a:lnTo>
                  <a:lnTo>
                    <a:pt x="1853" y="2593"/>
                  </a:lnTo>
                  <a:lnTo>
                    <a:pt x="2223" y="2492"/>
                  </a:lnTo>
                  <a:lnTo>
                    <a:pt x="2257" y="2458"/>
                  </a:lnTo>
                  <a:lnTo>
                    <a:pt x="2257" y="2391"/>
                  </a:lnTo>
                  <a:lnTo>
                    <a:pt x="2324" y="2391"/>
                  </a:lnTo>
                  <a:lnTo>
                    <a:pt x="2358" y="2357"/>
                  </a:lnTo>
                  <a:lnTo>
                    <a:pt x="2358" y="2324"/>
                  </a:lnTo>
                  <a:lnTo>
                    <a:pt x="2324" y="1785"/>
                  </a:lnTo>
                  <a:lnTo>
                    <a:pt x="2223" y="1213"/>
                  </a:lnTo>
                  <a:lnTo>
                    <a:pt x="2122" y="640"/>
                  </a:lnTo>
                  <a:lnTo>
                    <a:pt x="2021" y="135"/>
                  </a:lnTo>
                  <a:lnTo>
                    <a:pt x="2055" y="102"/>
                  </a:lnTo>
                  <a:lnTo>
                    <a:pt x="2055" y="34"/>
                  </a:lnTo>
                  <a:lnTo>
                    <a:pt x="2021" y="1"/>
                  </a:lnTo>
                  <a:lnTo>
                    <a:pt x="195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1" name="Google Shape;98;p2"/>
            <p:cNvSpPr>
              <a:spLocks/>
            </p:cNvSpPr>
            <p:nvPr/>
          </p:nvSpPr>
          <p:spPr bwMode="auto">
            <a:xfrm>
              <a:off x="1978537" y="6030516"/>
              <a:ext cx="157422" cy="149498"/>
            </a:xfrm>
            <a:custGeom>
              <a:avLst/>
              <a:gdLst>
                <a:gd name="T0" fmla="*/ 115285 w 2391"/>
                <a:gd name="T1" fmla="*/ 66 h 2257"/>
                <a:gd name="T2" fmla="*/ 99747 w 2391"/>
                <a:gd name="T3" fmla="*/ 2252 h 2257"/>
                <a:gd name="T4" fmla="*/ 70975 w 2391"/>
                <a:gd name="T5" fmla="*/ 8942 h 2257"/>
                <a:gd name="T6" fmla="*/ 37726 w 2391"/>
                <a:gd name="T7" fmla="*/ 15632 h 2257"/>
                <a:gd name="T8" fmla="*/ 6650 w 2391"/>
                <a:gd name="T9" fmla="*/ 24574 h 2257"/>
                <a:gd name="T10" fmla="*/ 4477 w 2391"/>
                <a:gd name="T11" fmla="*/ 20136 h 2257"/>
                <a:gd name="T12" fmla="*/ 4477 w 2391"/>
                <a:gd name="T13" fmla="*/ 17884 h 2257"/>
                <a:gd name="T14" fmla="*/ 2239 w 2391"/>
                <a:gd name="T15" fmla="*/ 17884 h 2257"/>
                <a:gd name="T16" fmla="*/ 0 w 2391"/>
                <a:gd name="T17" fmla="*/ 20136 h 2257"/>
                <a:gd name="T18" fmla="*/ 0 w 2391"/>
                <a:gd name="T19" fmla="*/ 37954 h 2257"/>
                <a:gd name="T20" fmla="*/ 2239 w 2391"/>
                <a:gd name="T21" fmla="*/ 55838 h 2257"/>
                <a:gd name="T22" fmla="*/ 8888 w 2391"/>
                <a:gd name="T23" fmla="*/ 89288 h 2257"/>
                <a:gd name="T24" fmla="*/ 11127 w 2391"/>
                <a:gd name="T25" fmla="*/ 120486 h 2257"/>
                <a:gd name="T26" fmla="*/ 13300 w 2391"/>
                <a:gd name="T27" fmla="*/ 133866 h 2257"/>
                <a:gd name="T28" fmla="*/ 17777 w 2391"/>
                <a:gd name="T29" fmla="*/ 149498 h 2257"/>
                <a:gd name="T30" fmla="*/ 22188 w 2391"/>
                <a:gd name="T31" fmla="*/ 149498 h 2257"/>
                <a:gd name="T32" fmla="*/ 24426 w 2391"/>
                <a:gd name="T33" fmla="*/ 147246 h 2257"/>
                <a:gd name="T34" fmla="*/ 28838 w 2391"/>
                <a:gd name="T35" fmla="*/ 149498 h 2257"/>
                <a:gd name="T36" fmla="*/ 86447 w 2391"/>
                <a:gd name="T37" fmla="*/ 142808 h 2257"/>
                <a:gd name="T38" fmla="*/ 115285 w 2391"/>
                <a:gd name="T39" fmla="*/ 138304 h 2257"/>
                <a:gd name="T40" fmla="*/ 144122 w 2391"/>
                <a:gd name="T41" fmla="*/ 129428 h 2257"/>
                <a:gd name="T42" fmla="*/ 146295 w 2391"/>
                <a:gd name="T43" fmla="*/ 131614 h 2257"/>
                <a:gd name="T44" fmla="*/ 148534 w 2391"/>
                <a:gd name="T45" fmla="*/ 131614 h 2257"/>
                <a:gd name="T46" fmla="*/ 152945 w 2391"/>
                <a:gd name="T47" fmla="*/ 127176 h 2257"/>
                <a:gd name="T48" fmla="*/ 155183 w 2391"/>
                <a:gd name="T49" fmla="*/ 122738 h 2257"/>
                <a:gd name="T50" fmla="*/ 157422 w 2391"/>
                <a:gd name="T51" fmla="*/ 116048 h 2257"/>
                <a:gd name="T52" fmla="*/ 157422 w 2391"/>
                <a:gd name="T53" fmla="*/ 109358 h 2257"/>
                <a:gd name="T54" fmla="*/ 155183 w 2391"/>
                <a:gd name="T55" fmla="*/ 95978 h 2257"/>
                <a:gd name="T56" fmla="*/ 150772 w 2391"/>
                <a:gd name="T57" fmla="*/ 82598 h 2257"/>
                <a:gd name="T58" fmla="*/ 146295 w 2391"/>
                <a:gd name="T59" fmla="*/ 42458 h 2257"/>
                <a:gd name="T60" fmla="*/ 139645 w 2391"/>
                <a:gd name="T61" fmla="*/ 20136 h 2257"/>
                <a:gd name="T62" fmla="*/ 135234 w 2391"/>
                <a:gd name="T63" fmla="*/ 11194 h 2257"/>
                <a:gd name="T64" fmla="*/ 130823 w 2391"/>
                <a:gd name="T65" fmla="*/ 4504 h 2257"/>
                <a:gd name="T66" fmla="*/ 128584 w 2391"/>
                <a:gd name="T67" fmla="*/ 4504 h 2257"/>
                <a:gd name="T68" fmla="*/ 126346 w 2391"/>
                <a:gd name="T69" fmla="*/ 20136 h 2257"/>
                <a:gd name="T70" fmla="*/ 128584 w 2391"/>
                <a:gd name="T71" fmla="*/ 33516 h 2257"/>
                <a:gd name="T72" fmla="*/ 135234 w 2391"/>
                <a:gd name="T73" fmla="*/ 64714 h 2257"/>
                <a:gd name="T74" fmla="*/ 139645 w 2391"/>
                <a:gd name="T75" fmla="*/ 93726 h 2257"/>
                <a:gd name="T76" fmla="*/ 144122 w 2391"/>
                <a:gd name="T77" fmla="*/ 122738 h 2257"/>
                <a:gd name="T78" fmla="*/ 115285 w 2391"/>
                <a:gd name="T79" fmla="*/ 122738 h 2257"/>
                <a:gd name="T80" fmla="*/ 84274 w 2391"/>
                <a:gd name="T81" fmla="*/ 124924 h 2257"/>
                <a:gd name="T82" fmla="*/ 26599 w 2391"/>
                <a:gd name="T83" fmla="*/ 136118 h 2257"/>
                <a:gd name="T84" fmla="*/ 24426 w 2391"/>
                <a:gd name="T85" fmla="*/ 136118 h 2257"/>
                <a:gd name="T86" fmla="*/ 24426 w 2391"/>
                <a:gd name="T87" fmla="*/ 122738 h 2257"/>
                <a:gd name="T88" fmla="*/ 22188 w 2391"/>
                <a:gd name="T89" fmla="*/ 107106 h 2257"/>
                <a:gd name="T90" fmla="*/ 17777 w 2391"/>
                <a:gd name="T91" fmla="*/ 78094 h 2257"/>
                <a:gd name="T92" fmla="*/ 15538 w 2391"/>
                <a:gd name="T93" fmla="*/ 58024 h 2257"/>
                <a:gd name="T94" fmla="*/ 11127 w 2391"/>
                <a:gd name="T95" fmla="*/ 35768 h 2257"/>
                <a:gd name="T96" fmla="*/ 46548 w 2391"/>
                <a:gd name="T97" fmla="*/ 26826 h 2257"/>
                <a:gd name="T98" fmla="*/ 82036 w 2391"/>
                <a:gd name="T99" fmla="*/ 20136 h 2257"/>
                <a:gd name="T100" fmla="*/ 106396 w 2391"/>
                <a:gd name="T101" fmla="*/ 15632 h 2257"/>
                <a:gd name="T102" fmla="*/ 117523 w 2391"/>
                <a:gd name="T103" fmla="*/ 11194 h 2257"/>
                <a:gd name="T104" fmla="*/ 128584 w 2391"/>
                <a:gd name="T105" fmla="*/ 4504 h 2257"/>
                <a:gd name="T106" fmla="*/ 121935 w 2391"/>
                <a:gd name="T107" fmla="*/ 2252 h 2257"/>
                <a:gd name="T108" fmla="*/ 115285 w 2391"/>
                <a:gd name="T109" fmla="*/ 66 h 225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91" h="2257" extrusionOk="0">
                  <a:moveTo>
                    <a:pt x="1751" y="1"/>
                  </a:moveTo>
                  <a:lnTo>
                    <a:pt x="1515" y="34"/>
                  </a:lnTo>
                  <a:lnTo>
                    <a:pt x="1078" y="135"/>
                  </a:lnTo>
                  <a:lnTo>
                    <a:pt x="573" y="236"/>
                  </a:lnTo>
                  <a:lnTo>
                    <a:pt x="101" y="371"/>
                  </a:lnTo>
                  <a:lnTo>
                    <a:pt x="68" y="304"/>
                  </a:lnTo>
                  <a:lnTo>
                    <a:pt x="68" y="270"/>
                  </a:lnTo>
                  <a:lnTo>
                    <a:pt x="34" y="270"/>
                  </a:lnTo>
                  <a:lnTo>
                    <a:pt x="0" y="304"/>
                  </a:lnTo>
                  <a:lnTo>
                    <a:pt x="0" y="573"/>
                  </a:lnTo>
                  <a:lnTo>
                    <a:pt x="34" y="843"/>
                  </a:lnTo>
                  <a:lnTo>
                    <a:pt x="135" y="1348"/>
                  </a:lnTo>
                  <a:lnTo>
                    <a:pt x="169" y="1819"/>
                  </a:lnTo>
                  <a:lnTo>
                    <a:pt x="202" y="2021"/>
                  </a:lnTo>
                  <a:lnTo>
                    <a:pt x="270" y="2257"/>
                  </a:lnTo>
                  <a:lnTo>
                    <a:pt x="337" y="2257"/>
                  </a:lnTo>
                  <a:lnTo>
                    <a:pt x="371" y="2223"/>
                  </a:lnTo>
                  <a:lnTo>
                    <a:pt x="438" y="2257"/>
                  </a:lnTo>
                  <a:lnTo>
                    <a:pt x="1313" y="2156"/>
                  </a:lnTo>
                  <a:lnTo>
                    <a:pt x="1751" y="2088"/>
                  </a:lnTo>
                  <a:lnTo>
                    <a:pt x="2189" y="1954"/>
                  </a:lnTo>
                  <a:lnTo>
                    <a:pt x="2222" y="1987"/>
                  </a:lnTo>
                  <a:lnTo>
                    <a:pt x="2256" y="1987"/>
                  </a:lnTo>
                  <a:lnTo>
                    <a:pt x="2323" y="1920"/>
                  </a:lnTo>
                  <a:lnTo>
                    <a:pt x="2357" y="1853"/>
                  </a:lnTo>
                  <a:lnTo>
                    <a:pt x="2391" y="1752"/>
                  </a:lnTo>
                  <a:lnTo>
                    <a:pt x="2391" y="1651"/>
                  </a:lnTo>
                  <a:lnTo>
                    <a:pt x="2357" y="1449"/>
                  </a:lnTo>
                  <a:lnTo>
                    <a:pt x="2290" y="1247"/>
                  </a:lnTo>
                  <a:lnTo>
                    <a:pt x="2222" y="641"/>
                  </a:lnTo>
                  <a:lnTo>
                    <a:pt x="2121" y="304"/>
                  </a:lnTo>
                  <a:lnTo>
                    <a:pt x="2054" y="169"/>
                  </a:lnTo>
                  <a:lnTo>
                    <a:pt x="1987" y="68"/>
                  </a:lnTo>
                  <a:lnTo>
                    <a:pt x="1953" y="68"/>
                  </a:lnTo>
                  <a:lnTo>
                    <a:pt x="1919" y="304"/>
                  </a:lnTo>
                  <a:lnTo>
                    <a:pt x="1953" y="506"/>
                  </a:lnTo>
                  <a:lnTo>
                    <a:pt x="2054" y="977"/>
                  </a:lnTo>
                  <a:lnTo>
                    <a:pt x="2121" y="1415"/>
                  </a:lnTo>
                  <a:lnTo>
                    <a:pt x="2189" y="1853"/>
                  </a:lnTo>
                  <a:lnTo>
                    <a:pt x="1751" y="1853"/>
                  </a:lnTo>
                  <a:lnTo>
                    <a:pt x="1280" y="1886"/>
                  </a:lnTo>
                  <a:lnTo>
                    <a:pt x="404" y="2055"/>
                  </a:lnTo>
                  <a:lnTo>
                    <a:pt x="371" y="2055"/>
                  </a:lnTo>
                  <a:lnTo>
                    <a:pt x="371" y="1853"/>
                  </a:lnTo>
                  <a:lnTo>
                    <a:pt x="337" y="1617"/>
                  </a:lnTo>
                  <a:lnTo>
                    <a:pt x="270" y="1179"/>
                  </a:lnTo>
                  <a:lnTo>
                    <a:pt x="236" y="876"/>
                  </a:lnTo>
                  <a:lnTo>
                    <a:pt x="169" y="540"/>
                  </a:lnTo>
                  <a:lnTo>
                    <a:pt x="707" y="405"/>
                  </a:lnTo>
                  <a:lnTo>
                    <a:pt x="1246" y="304"/>
                  </a:lnTo>
                  <a:lnTo>
                    <a:pt x="1616" y="236"/>
                  </a:lnTo>
                  <a:lnTo>
                    <a:pt x="1785" y="169"/>
                  </a:lnTo>
                  <a:lnTo>
                    <a:pt x="1953" y="68"/>
                  </a:lnTo>
                  <a:lnTo>
                    <a:pt x="1852" y="34"/>
                  </a:lnTo>
                  <a:lnTo>
                    <a:pt x="175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2" name="Google Shape;99;p2"/>
            <p:cNvSpPr>
              <a:spLocks/>
            </p:cNvSpPr>
            <p:nvPr/>
          </p:nvSpPr>
          <p:spPr bwMode="auto">
            <a:xfrm>
              <a:off x="1926064" y="5876247"/>
              <a:ext cx="152652" cy="166993"/>
            </a:xfrm>
            <a:custGeom>
              <a:avLst/>
              <a:gdLst>
                <a:gd name="T0" fmla="*/ 130197 w 2291"/>
                <a:gd name="T1" fmla="*/ 11173 h 2526"/>
                <a:gd name="T2" fmla="*/ 130197 w 2291"/>
                <a:gd name="T3" fmla="*/ 42310 h 2526"/>
                <a:gd name="T4" fmla="*/ 132396 w 2291"/>
                <a:gd name="T5" fmla="*/ 73514 h 2526"/>
                <a:gd name="T6" fmla="*/ 136927 w 2291"/>
                <a:gd name="T7" fmla="*/ 104652 h 2526"/>
                <a:gd name="T8" fmla="*/ 143657 w 2291"/>
                <a:gd name="T9" fmla="*/ 133608 h 2526"/>
                <a:gd name="T10" fmla="*/ 116738 w 2291"/>
                <a:gd name="T11" fmla="*/ 135789 h 2526"/>
                <a:gd name="T12" fmla="*/ 89819 w 2291"/>
                <a:gd name="T13" fmla="*/ 140285 h 2526"/>
                <a:gd name="T14" fmla="*/ 62900 w 2291"/>
                <a:gd name="T15" fmla="*/ 144714 h 2526"/>
                <a:gd name="T16" fmla="*/ 33715 w 2291"/>
                <a:gd name="T17" fmla="*/ 146962 h 2526"/>
                <a:gd name="T18" fmla="*/ 20256 w 2291"/>
                <a:gd name="T19" fmla="*/ 86868 h 2526"/>
                <a:gd name="T20" fmla="*/ 9062 w 2291"/>
                <a:gd name="T21" fmla="*/ 26774 h 2526"/>
                <a:gd name="T22" fmla="*/ 40445 w 2291"/>
                <a:gd name="T23" fmla="*/ 26774 h 2526"/>
                <a:gd name="T24" fmla="*/ 69630 w 2291"/>
                <a:gd name="T25" fmla="*/ 22279 h 2526"/>
                <a:gd name="T26" fmla="*/ 130197 w 2291"/>
                <a:gd name="T27" fmla="*/ 11173 h 2526"/>
                <a:gd name="T28" fmla="*/ 130197 w 2291"/>
                <a:gd name="T29" fmla="*/ 66 h 2526"/>
                <a:gd name="T30" fmla="*/ 69630 w 2291"/>
                <a:gd name="T31" fmla="*/ 8925 h 2526"/>
                <a:gd name="T32" fmla="*/ 38180 w 2291"/>
                <a:gd name="T33" fmla="*/ 13420 h 2526"/>
                <a:gd name="T34" fmla="*/ 6796 w 2291"/>
                <a:gd name="T35" fmla="*/ 17850 h 2526"/>
                <a:gd name="T36" fmla="*/ 4531 w 2291"/>
                <a:gd name="T37" fmla="*/ 20097 h 2526"/>
                <a:gd name="T38" fmla="*/ 4531 w 2291"/>
                <a:gd name="T39" fmla="*/ 22279 h 2526"/>
                <a:gd name="T40" fmla="*/ 2332 w 2291"/>
                <a:gd name="T41" fmla="*/ 24527 h 2526"/>
                <a:gd name="T42" fmla="*/ 67 w 2291"/>
                <a:gd name="T43" fmla="*/ 26774 h 2526"/>
                <a:gd name="T44" fmla="*/ 2332 w 2291"/>
                <a:gd name="T45" fmla="*/ 62341 h 2526"/>
                <a:gd name="T46" fmla="*/ 6796 w 2291"/>
                <a:gd name="T47" fmla="*/ 95727 h 2526"/>
                <a:gd name="T48" fmla="*/ 15792 w 2291"/>
                <a:gd name="T49" fmla="*/ 129112 h 2526"/>
                <a:gd name="T50" fmla="*/ 24720 w 2291"/>
                <a:gd name="T51" fmla="*/ 162498 h 2526"/>
                <a:gd name="T52" fmla="*/ 26986 w 2291"/>
                <a:gd name="T53" fmla="*/ 166993 h 2526"/>
                <a:gd name="T54" fmla="*/ 31450 w 2291"/>
                <a:gd name="T55" fmla="*/ 166993 h 2526"/>
                <a:gd name="T56" fmla="*/ 35981 w 2291"/>
                <a:gd name="T57" fmla="*/ 164745 h 2526"/>
                <a:gd name="T58" fmla="*/ 35981 w 2291"/>
                <a:gd name="T59" fmla="*/ 160316 h 2526"/>
                <a:gd name="T60" fmla="*/ 35981 w 2291"/>
                <a:gd name="T61" fmla="*/ 155820 h 2526"/>
                <a:gd name="T62" fmla="*/ 92018 w 2291"/>
                <a:gd name="T63" fmla="*/ 155820 h 2526"/>
                <a:gd name="T64" fmla="*/ 118937 w 2291"/>
                <a:gd name="T65" fmla="*/ 151391 h 2526"/>
                <a:gd name="T66" fmla="*/ 143657 w 2291"/>
                <a:gd name="T67" fmla="*/ 142466 h 2526"/>
                <a:gd name="T68" fmla="*/ 148121 w 2291"/>
                <a:gd name="T69" fmla="*/ 140285 h 2526"/>
                <a:gd name="T70" fmla="*/ 145856 w 2291"/>
                <a:gd name="T71" fmla="*/ 135789 h 2526"/>
                <a:gd name="T72" fmla="*/ 150387 w 2291"/>
                <a:gd name="T73" fmla="*/ 135789 h 2526"/>
                <a:gd name="T74" fmla="*/ 152585 w 2291"/>
                <a:gd name="T75" fmla="*/ 133608 h 2526"/>
                <a:gd name="T76" fmla="*/ 152585 w 2291"/>
                <a:gd name="T77" fmla="*/ 131360 h 2526"/>
                <a:gd name="T78" fmla="*/ 150387 w 2291"/>
                <a:gd name="T79" fmla="*/ 100222 h 2526"/>
                <a:gd name="T80" fmla="*/ 148121 w 2291"/>
                <a:gd name="T81" fmla="*/ 71266 h 2526"/>
                <a:gd name="T82" fmla="*/ 141391 w 2291"/>
                <a:gd name="T83" fmla="*/ 40129 h 2526"/>
                <a:gd name="T84" fmla="*/ 134662 w 2291"/>
                <a:gd name="T85" fmla="*/ 8925 h 2526"/>
                <a:gd name="T86" fmla="*/ 136927 w 2291"/>
                <a:gd name="T87" fmla="*/ 6743 h 2526"/>
                <a:gd name="T88" fmla="*/ 136927 w 2291"/>
                <a:gd name="T89" fmla="*/ 2248 h 2526"/>
                <a:gd name="T90" fmla="*/ 134662 w 2291"/>
                <a:gd name="T91" fmla="*/ 66 h 2526"/>
                <a:gd name="T92" fmla="*/ 130197 w 2291"/>
                <a:gd name="T93" fmla="*/ 66 h 252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291" h="2526" extrusionOk="0">
                  <a:moveTo>
                    <a:pt x="1954" y="169"/>
                  </a:moveTo>
                  <a:lnTo>
                    <a:pt x="1954" y="640"/>
                  </a:lnTo>
                  <a:lnTo>
                    <a:pt x="1987" y="1112"/>
                  </a:lnTo>
                  <a:lnTo>
                    <a:pt x="2055" y="1583"/>
                  </a:lnTo>
                  <a:lnTo>
                    <a:pt x="2156" y="2021"/>
                  </a:lnTo>
                  <a:lnTo>
                    <a:pt x="1752" y="2054"/>
                  </a:lnTo>
                  <a:lnTo>
                    <a:pt x="1348" y="2122"/>
                  </a:lnTo>
                  <a:lnTo>
                    <a:pt x="944" y="2189"/>
                  </a:lnTo>
                  <a:lnTo>
                    <a:pt x="506" y="2223"/>
                  </a:lnTo>
                  <a:lnTo>
                    <a:pt x="304" y="1314"/>
                  </a:lnTo>
                  <a:lnTo>
                    <a:pt x="136" y="405"/>
                  </a:lnTo>
                  <a:lnTo>
                    <a:pt x="607" y="405"/>
                  </a:lnTo>
                  <a:lnTo>
                    <a:pt x="1045" y="337"/>
                  </a:lnTo>
                  <a:lnTo>
                    <a:pt x="1954" y="169"/>
                  </a:lnTo>
                  <a:close/>
                  <a:moveTo>
                    <a:pt x="1954" y="1"/>
                  </a:moveTo>
                  <a:lnTo>
                    <a:pt x="1045" y="135"/>
                  </a:lnTo>
                  <a:lnTo>
                    <a:pt x="573" y="203"/>
                  </a:lnTo>
                  <a:lnTo>
                    <a:pt x="102" y="270"/>
                  </a:lnTo>
                  <a:lnTo>
                    <a:pt x="68" y="304"/>
                  </a:lnTo>
                  <a:lnTo>
                    <a:pt x="68" y="337"/>
                  </a:lnTo>
                  <a:lnTo>
                    <a:pt x="35" y="371"/>
                  </a:lnTo>
                  <a:lnTo>
                    <a:pt x="1" y="405"/>
                  </a:lnTo>
                  <a:lnTo>
                    <a:pt x="35" y="943"/>
                  </a:lnTo>
                  <a:lnTo>
                    <a:pt x="102" y="1448"/>
                  </a:lnTo>
                  <a:lnTo>
                    <a:pt x="237" y="1953"/>
                  </a:lnTo>
                  <a:lnTo>
                    <a:pt x="371" y="2458"/>
                  </a:lnTo>
                  <a:lnTo>
                    <a:pt x="405" y="2526"/>
                  </a:lnTo>
                  <a:lnTo>
                    <a:pt x="472" y="2526"/>
                  </a:lnTo>
                  <a:lnTo>
                    <a:pt x="540" y="2492"/>
                  </a:lnTo>
                  <a:lnTo>
                    <a:pt x="540" y="2425"/>
                  </a:lnTo>
                  <a:lnTo>
                    <a:pt x="540" y="2357"/>
                  </a:lnTo>
                  <a:lnTo>
                    <a:pt x="1381" y="2357"/>
                  </a:lnTo>
                  <a:lnTo>
                    <a:pt x="1785" y="2290"/>
                  </a:lnTo>
                  <a:lnTo>
                    <a:pt x="2156" y="2155"/>
                  </a:lnTo>
                  <a:lnTo>
                    <a:pt x="2223" y="2122"/>
                  </a:lnTo>
                  <a:lnTo>
                    <a:pt x="2189" y="2054"/>
                  </a:lnTo>
                  <a:lnTo>
                    <a:pt x="2257" y="2054"/>
                  </a:lnTo>
                  <a:lnTo>
                    <a:pt x="2290" y="2021"/>
                  </a:lnTo>
                  <a:lnTo>
                    <a:pt x="2290" y="1987"/>
                  </a:lnTo>
                  <a:lnTo>
                    <a:pt x="2257" y="1516"/>
                  </a:lnTo>
                  <a:lnTo>
                    <a:pt x="2223" y="1078"/>
                  </a:lnTo>
                  <a:lnTo>
                    <a:pt x="2122" y="607"/>
                  </a:lnTo>
                  <a:lnTo>
                    <a:pt x="2021" y="135"/>
                  </a:lnTo>
                  <a:lnTo>
                    <a:pt x="2055" y="102"/>
                  </a:lnTo>
                  <a:lnTo>
                    <a:pt x="2055" y="34"/>
                  </a:lnTo>
                  <a:lnTo>
                    <a:pt x="2021" y="1"/>
                  </a:lnTo>
                  <a:lnTo>
                    <a:pt x="195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3" name="Google Shape;100;p2"/>
            <p:cNvSpPr>
              <a:spLocks/>
            </p:cNvSpPr>
            <p:nvPr/>
          </p:nvSpPr>
          <p:spPr bwMode="auto">
            <a:xfrm>
              <a:off x="2946922" y="5570889"/>
              <a:ext cx="146291" cy="147908"/>
            </a:xfrm>
            <a:custGeom>
              <a:avLst/>
              <a:gdLst>
                <a:gd name="T0" fmla="*/ 121876 w 2223"/>
                <a:gd name="T1" fmla="*/ 67 h 2223"/>
                <a:gd name="T2" fmla="*/ 86472 w 2223"/>
                <a:gd name="T3" fmla="*/ 4524 h 2223"/>
                <a:gd name="T4" fmla="*/ 53239 w 2223"/>
                <a:gd name="T5" fmla="*/ 9049 h 2223"/>
                <a:gd name="T6" fmla="*/ 26586 w 2223"/>
                <a:gd name="T7" fmla="*/ 11244 h 2223"/>
                <a:gd name="T8" fmla="*/ 13293 w 2223"/>
                <a:gd name="T9" fmla="*/ 13507 h 2223"/>
                <a:gd name="T10" fmla="*/ 0 w 2223"/>
                <a:gd name="T11" fmla="*/ 20227 h 2223"/>
                <a:gd name="T12" fmla="*/ 11122 w 2223"/>
                <a:gd name="T13" fmla="*/ 24685 h 2223"/>
                <a:gd name="T14" fmla="*/ 22177 w 2223"/>
                <a:gd name="T15" fmla="*/ 26947 h 2223"/>
                <a:gd name="T16" fmla="*/ 46592 w 2223"/>
                <a:gd name="T17" fmla="*/ 24685 h 2223"/>
                <a:gd name="T18" fmla="*/ 81997 w 2223"/>
                <a:gd name="T19" fmla="*/ 20227 h 2223"/>
                <a:gd name="T20" fmla="*/ 117467 w 2223"/>
                <a:gd name="T21" fmla="*/ 13507 h 2223"/>
                <a:gd name="T22" fmla="*/ 117467 w 2223"/>
                <a:gd name="T23" fmla="*/ 24685 h 2223"/>
                <a:gd name="T24" fmla="*/ 117467 w 2223"/>
                <a:gd name="T25" fmla="*/ 38125 h 2223"/>
                <a:gd name="T26" fmla="*/ 124114 w 2223"/>
                <a:gd name="T27" fmla="*/ 62809 h 2223"/>
                <a:gd name="T28" fmla="*/ 126351 w 2223"/>
                <a:gd name="T29" fmla="*/ 91885 h 2223"/>
                <a:gd name="T30" fmla="*/ 128523 w 2223"/>
                <a:gd name="T31" fmla="*/ 107588 h 2223"/>
                <a:gd name="T32" fmla="*/ 132998 w 2223"/>
                <a:gd name="T33" fmla="*/ 121028 h 2223"/>
                <a:gd name="T34" fmla="*/ 68703 w 2223"/>
                <a:gd name="T35" fmla="*/ 130010 h 2223"/>
                <a:gd name="T36" fmla="*/ 44355 w 2223"/>
                <a:gd name="T37" fmla="*/ 132206 h 2223"/>
                <a:gd name="T38" fmla="*/ 35470 w 2223"/>
                <a:gd name="T39" fmla="*/ 136730 h 2223"/>
                <a:gd name="T40" fmla="*/ 26586 w 2223"/>
                <a:gd name="T41" fmla="*/ 143450 h 2223"/>
                <a:gd name="T42" fmla="*/ 35470 w 2223"/>
                <a:gd name="T43" fmla="*/ 147908 h 2223"/>
                <a:gd name="T44" fmla="*/ 46592 w 2223"/>
                <a:gd name="T45" fmla="*/ 147908 h 2223"/>
                <a:gd name="T46" fmla="*/ 70941 w 2223"/>
                <a:gd name="T47" fmla="*/ 143450 h 2223"/>
                <a:gd name="T48" fmla="*/ 141816 w 2223"/>
                <a:gd name="T49" fmla="*/ 134468 h 2223"/>
                <a:gd name="T50" fmla="*/ 144054 w 2223"/>
                <a:gd name="T51" fmla="*/ 132206 h 2223"/>
                <a:gd name="T52" fmla="*/ 146291 w 2223"/>
                <a:gd name="T53" fmla="*/ 130010 h 2223"/>
                <a:gd name="T54" fmla="*/ 146291 w 2223"/>
                <a:gd name="T55" fmla="*/ 125486 h 2223"/>
                <a:gd name="T56" fmla="*/ 144054 w 2223"/>
                <a:gd name="T57" fmla="*/ 123290 h 2223"/>
                <a:gd name="T58" fmla="*/ 144054 w 2223"/>
                <a:gd name="T59" fmla="*/ 107588 h 2223"/>
                <a:gd name="T60" fmla="*/ 141816 w 2223"/>
                <a:gd name="T61" fmla="*/ 91885 h 2223"/>
                <a:gd name="T62" fmla="*/ 135169 w 2223"/>
                <a:gd name="T63" fmla="*/ 60547 h 2223"/>
                <a:gd name="T64" fmla="*/ 132998 w 2223"/>
                <a:gd name="T65" fmla="*/ 33667 h 2223"/>
                <a:gd name="T66" fmla="*/ 130760 w 2223"/>
                <a:gd name="T67" fmla="*/ 22489 h 2223"/>
                <a:gd name="T68" fmla="*/ 126351 w 2223"/>
                <a:gd name="T69" fmla="*/ 11244 h 2223"/>
                <a:gd name="T70" fmla="*/ 126351 w 2223"/>
                <a:gd name="T71" fmla="*/ 6787 h 2223"/>
                <a:gd name="T72" fmla="*/ 126351 w 2223"/>
                <a:gd name="T73" fmla="*/ 4524 h 2223"/>
                <a:gd name="T74" fmla="*/ 124114 w 2223"/>
                <a:gd name="T75" fmla="*/ 67 h 2223"/>
                <a:gd name="T76" fmla="*/ 121876 w 2223"/>
                <a:gd name="T77" fmla="*/ 67 h 222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223" h="2223" extrusionOk="0">
                  <a:moveTo>
                    <a:pt x="1852" y="1"/>
                  </a:moveTo>
                  <a:lnTo>
                    <a:pt x="1314" y="68"/>
                  </a:lnTo>
                  <a:lnTo>
                    <a:pt x="809" y="136"/>
                  </a:lnTo>
                  <a:lnTo>
                    <a:pt x="404" y="169"/>
                  </a:lnTo>
                  <a:lnTo>
                    <a:pt x="202" y="203"/>
                  </a:lnTo>
                  <a:lnTo>
                    <a:pt x="0" y="304"/>
                  </a:lnTo>
                  <a:lnTo>
                    <a:pt x="169" y="371"/>
                  </a:lnTo>
                  <a:lnTo>
                    <a:pt x="337" y="405"/>
                  </a:lnTo>
                  <a:lnTo>
                    <a:pt x="708" y="371"/>
                  </a:lnTo>
                  <a:lnTo>
                    <a:pt x="1246" y="304"/>
                  </a:lnTo>
                  <a:lnTo>
                    <a:pt x="1785" y="203"/>
                  </a:lnTo>
                  <a:lnTo>
                    <a:pt x="1785" y="371"/>
                  </a:lnTo>
                  <a:lnTo>
                    <a:pt x="1785" y="573"/>
                  </a:lnTo>
                  <a:lnTo>
                    <a:pt x="1886" y="944"/>
                  </a:lnTo>
                  <a:lnTo>
                    <a:pt x="1920" y="1381"/>
                  </a:lnTo>
                  <a:lnTo>
                    <a:pt x="1953" y="1617"/>
                  </a:lnTo>
                  <a:lnTo>
                    <a:pt x="2021" y="1819"/>
                  </a:lnTo>
                  <a:lnTo>
                    <a:pt x="1044" y="1954"/>
                  </a:lnTo>
                  <a:lnTo>
                    <a:pt x="674" y="1987"/>
                  </a:lnTo>
                  <a:lnTo>
                    <a:pt x="539" y="2055"/>
                  </a:lnTo>
                  <a:lnTo>
                    <a:pt x="404" y="2156"/>
                  </a:lnTo>
                  <a:lnTo>
                    <a:pt x="539" y="2223"/>
                  </a:lnTo>
                  <a:lnTo>
                    <a:pt x="708" y="2223"/>
                  </a:lnTo>
                  <a:lnTo>
                    <a:pt x="1078" y="2156"/>
                  </a:lnTo>
                  <a:lnTo>
                    <a:pt x="2155" y="2021"/>
                  </a:lnTo>
                  <a:lnTo>
                    <a:pt x="2189" y="1987"/>
                  </a:lnTo>
                  <a:lnTo>
                    <a:pt x="2223" y="1954"/>
                  </a:lnTo>
                  <a:lnTo>
                    <a:pt x="2223" y="1886"/>
                  </a:lnTo>
                  <a:lnTo>
                    <a:pt x="2189" y="1853"/>
                  </a:lnTo>
                  <a:lnTo>
                    <a:pt x="2189" y="1617"/>
                  </a:lnTo>
                  <a:lnTo>
                    <a:pt x="2155" y="1381"/>
                  </a:lnTo>
                  <a:lnTo>
                    <a:pt x="2054" y="910"/>
                  </a:lnTo>
                  <a:lnTo>
                    <a:pt x="2021" y="506"/>
                  </a:lnTo>
                  <a:lnTo>
                    <a:pt x="1987" y="338"/>
                  </a:lnTo>
                  <a:lnTo>
                    <a:pt x="1920" y="169"/>
                  </a:lnTo>
                  <a:lnTo>
                    <a:pt x="1920" y="102"/>
                  </a:lnTo>
                  <a:lnTo>
                    <a:pt x="1920" y="68"/>
                  </a:lnTo>
                  <a:lnTo>
                    <a:pt x="1886" y="1"/>
                  </a:lnTo>
                  <a:lnTo>
                    <a:pt x="1852"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4" name="Google Shape;101;p2"/>
            <p:cNvSpPr>
              <a:spLocks/>
            </p:cNvSpPr>
            <p:nvPr/>
          </p:nvSpPr>
          <p:spPr bwMode="auto">
            <a:xfrm>
              <a:off x="1744790" y="6383586"/>
              <a:ext cx="162192" cy="170173"/>
            </a:xfrm>
            <a:custGeom>
              <a:avLst/>
              <a:gdLst>
                <a:gd name="T0" fmla="*/ 126142 w 2425"/>
                <a:gd name="T1" fmla="*/ 0 h 2560"/>
                <a:gd name="T2" fmla="*/ 112631 w 2425"/>
                <a:gd name="T3" fmla="*/ 2260 h 2560"/>
                <a:gd name="T4" fmla="*/ 90092 w 2425"/>
                <a:gd name="T5" fmla="*/ 6714 h 2560"/>
                <a:gd name="T6" fmla="*/ 49561 w 2425"/>
                <a:gd name="T7" fmla="*/ 11234 h 2560"/>
                <a:gd name="T8" fmla="*/ 29295 w 2425"/>
                <a:gd name="T9" fmla="*/ 13428 h 2560"/>
                <a:gd name="T10" fmla="*/ 9029 w 2425"/>
                <a:gd name="T11" fmla="*/ 20142 h 2560"/>
                <a:gd name="T12" fmla="*/ 9029 w 2425"/>
                <a:gd name="T13" fmla="*/ 15688 h 2560"/>
                <a:gd name="T14" fmla="*/ 6822 w 2425"/>
                <a:gd name="T15" fmla="*/ 13428 h 2560"/>
                <a:gd name="T16" fmla="*/ 4548 w 2425"/>
                <a:gd name="T17" fmla="*/ 13428 h 2560"/>
                <a:gd name="T18" fmla="*/ 2274 w 2425"/>
                <a:gd name="T19" fmla="*/ 15688 h 2560"/>
                <a:gd name="T20" fmla="*/ 67 w 2425"/>
                <a:gd name="T21" fmla="*/ 31376 h 2560"/>
                <a:gd name="T22" fmla="*/ 2274 w 2425"/>
                <a:gd name="T23" fmla="*/ 46997 h 2560"/>
                <a:gd name="T24" fmla="*/ 4548 w 2425"/>
                <a:gd name="T25" fmla="*/ 76113 h 2560"/>
                <a:gd name="T26" fmla="*/ 11303 w 2425"/>
                <a:gd name="T27" fmla="*/ 123110 h 2560"/>
                <a:gd name="T28" fmla="*/ 18058 w 2425"/>
                <a:gd name="T29" fmla="*/ 147705 h 2560"/>
                <a:gd name="T30" fmla="*/ 24814 w 2425"/>
                <a:gd name="T31" fmla="*/ 165653 h 2560"/>
                <a:gd name="T32" fmla="*/ 27088 w 2425"/>
                <a:gd name="T33" fmla="*/ 170107 h 2560"/>
                <a:gd name="T34" fmla="*/ 29295 w 2425"/>
                <a:gd name="T35" fmla="*/ 170107 h 2560"/>
                <a:gd name="T36" fmla="*/ 33843 w 2425"/>
                <a:gd name="T37" fmla="*/ 167846 h 2560"/>
                <a:gd name="T38" fmla="*/ 33843 w 2425"/>
                <a:gd name="T39" fmla="*/ 163393 h 2560"/>
                <a:gd name="T40" fmla="*/ 27088 w 2425"/>
                <a:gd name="T41" fmla="*/ 118656 h 2560"/>
                <a:gd name="T42" fmla="*/ 18058 w 2425"/>
                <a:gd name="T43" fmla="*/ 73852 h 2560"/>
                <a:gd name="T44" fmla="*/ 15784 w 2425"/>
                <a:gd name="T45" fmla="*/ 49257 h 2560"/>
                <a:gd name="T46" fmla="*/ 11303 w 2425"/>
                <a:gd name="T47" fmla="*/ 24662 h 2560"/>
                <a:gd name="T48" fmla="*/ 38324 w 2425"/>
                <a:gd name="T49" fmla="*/ 24662 h 2560"/>
                <a:gd name="T50" fmla="*/ 65345 w 2425"/>
                <a:gd name="T51" fmla="*/ 20142 h 2560"/>
                <a:gd name="T52" fmla="*/ 126142 w 2425"/>
                <a:gd name="T53" fmla="*/ 11234 h 2560"/>
                <a:gd name="T54" fmla="*/ 128416 w 2425"/>
                <a:gd name="T55" fmla="*/ 13428 h 2560"/>
                <a:gd name="T56" fmla="*/ 132897 w 2425"/>
                <a:gd name="T57" fmla="*/ 13428 h 2560"/>
                <a:gd name="T58" fmla="*/ 135171 w 2425"/>
                <a:gd name="T59" fmla="*/ 31376 h 2560"/>
                <a:gd name="T60" fmla="*/ 137378 w 2425"/>
                <a:gd name="T61" fmla="*/ 51517 h 2560"/>
                <a:gd name="T62" fmla="*/ 148682 w 2425"/>
                <a:gd name="T63" fmla="*/ 140991 h 2560"/>
                <a:gd name="T64" fmla="*/ 135171 w 2425"/>
                <a:gd name="T65" fmla="*/ 140991 h 2560"/>
                <a:gd name="T66" fmla="*/ 121661 w 2425"/>
                <a:gd name="T67" fmla="*/ 143251 h 2560"/>
                <a:gd name="T68" fmla="*/ 94640 w 2425"/>
                <a:gd name="T69" fmla="*/ 147705 h 2560"/>
                <a:gd name="T70" fmla="*/ 63071 w 2425"/>
                <a:gd name="T71" fmla="*/ 149965 h 2560"/>
                <a:gd name="T72" fmla="*/ 45079 w 2425"/>
                <a:gd name="T73" fmla="*/ 154419 h 2560"/>
                <a:gd name="T74" fmla="*/ 38324 w 2425"/>
                <a:gd name="T75" fmla="*/ 158939 h 2560"/>
                <a:gd name="T76" fmla="*/ 33843 w 2425"/>
                <a:gd name="T77" fmla="*/ 163393 h 2560"/>
                <a:gd name="T78" fmla="*/ 40598 w 2425"/>
                <a:gd name="T79" fmla="*/ 167846 h 2560"/>
                <a:gd name="T80" fmla="*/ 45079 w 2425"/>
                <a:gd name="T81" fmla="*/ 170107 h 2560"/>
                <a:gd name="T82" fmla="*/ 60864 w 2425"/>
                <a:gd name="T83" fmla="*/ 167846 h 2560"/>
                <a:gd name="T84" fmla="*/ 87885 w 2425"/>
                <a:gd name="T85" fmla="*/ 163393 h 2560"/>
                <a:gd name="T86" fmla="*/ 121661 w 2425"/>
                <a:gd name="T87" fmla="*/ 158939 h 2560"/>
                <a:gd name="T88" fmla="*/ 137378 w 2425"/>
                <a:gd name="T89" fmla="*/ 156679 h 2560"/>
                <a:gd name="T90" fmla="*/ 150956 w 2425"/>
                <a:gd name="T91" fmla="*/ 152225 h 2560"/>
                <a:gd name="T92" fmla="*/ 155437 w 2425"/>
                <a:gd name="T93" fmla="*/ 154419 h 2560"/>
                <a:gd name="T94" fmla="*/ 159918 w 2425"/>
                <a:gd name="T95" fmla="*/ 154419 h 2560"/>
                <a:gd name="T96" fmla="*/ 162192 w 2425"/>
                <a:gd name="T97" fmla="*/ 152225 h 2560"/>
                <a:gd name="T98" fmla="*/ 162192 w 2425"/>
                <a:gd name="T99" fmla="*/ 147705 h 2560"/>
                <a:gd name="T100" fmla="*/ 148682 w 2425"/>
                <a:gd name="T101" fmla="*/ 58231 h 2560"/>
                <a:gd name="T102" fmla="*/ 146408 w 2425"/>
                <a:gd name="T103" fmla="*/ 29116 h 2560"/>
                <a:gd name="T104" fmla="*/ 144134 w 2425"/>
                <a:gd name="T105" fmla="*/ 15688 h 2560"/>
                <a:gd name="T106" fmla="*/ 137378 w 2425"/>
                <a:gd name="T107" fmla="*/ 2260 h 2560"/>
                <a:gd name="T108" fmla="*/ 135171 w 2425"/>
                <a:gd name="T109" fmla="*/ 4520 h 2560"/>
                <a:gd name="T110" fmla="*/ 130623 w 2425"/>
                <a:gd name="T111" fmla="*/ 2260 h 2560"/>
                <a:gd name="T112" fmla="*/ 126142 w 2425"/>
                <a:gd name="T113" fmla="*/ 0 h 25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425" h="2560" extrusionOk="0">
                  <a:moveTo>
                    <a:pt x="1886" y="0"/>
                  </a:moveTo>
                  <a:lnTo>
                    <a:pt x="1684" y="34"/>
                  </a:lnTo>
                  <a:lnTo>
                    <a:pt x="1347" y="101"/>
                  </a:lnTo>
                  <a:lnTo>
                    <a:pt x="741" y="169"/>
                  </a:lnTo>
                  <a:lnTo>
                    <a:pt x="438" y="202"/>
                  </a:lnTo>
                  <a:lnTo>
                    <a:pt x="135" y="303"/>
                  </a:lnTo>
                  <a:lnTo>
                    <a:pt x="135" y="236"/>
                  </a:lnTo>
                  <a:lnTo>
                    <a:pt x="102" y="202"/>
                  </a:lnTo>
                  <a:lnTo>
                    <a:pt x="68" y="202"/>
                  </a:lnTo>
                  <a:lnTo>
                    <a:pt x="34" y="236"/>
                  </a:lnTo>
                  <a:lnTo>
                    <a:pt x="1" y="472"/>
                  </a:lnTo>
                  <a:lnTo>
                    <a:pt x="34" y="707"/>
                  </a:lnTo>
                  <a:lnTo>
                    <a:pt x="68" y="1145"/>
                  </a:lnTo>
                  <a:lnTo>
                    <a:pt x="169" y="1852"/>
                  </a:lnTo>
                  <a:lnTo>
                    <a:pt x="270" y="2222"/>
                  </a:lnTo>
                  <a:lnTo>
                    <a:pt x="371" y="2492"/>
                  </a:lnTo>
                  <a:lnTo>
                    <a:pt x="405" y="2559"/>
                  </a:lnTo>
                  <a:lnTo>
                    <a:pt x="438" y="2559"/>
                  </a:lnTo>
                  <a:lnTo>
                    <a:pt x="506" y="2525"/>
                  </a:lnTo>
                  <a:lnTo>
                    <a:pt x="506" y="2458"/>
                  </a:lnTo>
                  <a:lnTo>
                    <a:pt x="405" y="1785"/>
                  </a:lnTo>
                  <a:lnTo>
                    <a:pt x="270" y="1111"/>
                  </a:lnTo>
                  <a:lnTo>
                    <a:pt x="236" y="741"/>
                  </a:lnTo>
                  <a:lnTo>
                    <a:pt x="169" y="371"/>
                  </a:lnTo>
                  <a:lnTo>
                    <a:pt x="573" y="371"/>
                  </a:lnTo>
                  <a:lnTo>
                    <a:pt x="977" y="303"/>
                  </a:lnTo>
                  <a:lnTo>
                    <a:pt x="1886" y="169"/>
                  </a:lnTo>
                  <a:lnTo>
                    <a:pt x="1920" y="202"/>
                  </a:lnTo>
                  <a:lnTo>
                    <a:pt x="1987" y="202"/>
                  </a:lnTo>
                  <a:lnTo>
                    <a:pt x="2021" y="472"/>
                  </a:lnTo>
                  <a:lnTo>
                    <a:pt x="2054" y="775"/>
                  </a:lnTo>
                  <a:lnTo>
                    <a:pt x="2223" y="2121"/>
                  </a:lnTo>
                  <a:lnTo>
                    <a:pt x="2021" y="2121"/>
                  </a:lnTo>
                  <a:lnTo>
                    <a:pt x="1819" y="2155"/>
                  </a:lnTo>
                  <a:lnTo>
                    <a:pt x="1415" y="2222"/>
                  </a:lnTo>
                  <a:lnTo>
                    <a:pt x="943" y="2256"/>
                  </a:lnTo>
                  <a:lnTo>
                    <a:pt x="674" y="2323"/>
                  </a:lnTo>
                  <a:lnTo>
                    <a:pt x="573" y="2391"/>
                  </a:lnTo>
                  <a:lnTo>
                    <a:pt x="506" y="2458"/>
                  </a:lnTo>
                  <a:lnTo>
                    <a:pt x="607" y="2525"/>
                  </a:lnTo>
                  <a:lnTo>
                    <a:pt x="674" y="2559"/>
                  </a:lnTo>
                  <a:lnTo>
                    <a:pt x="910" y="2525"/>
                  </a:lnTo>
                  <a:lnTo>
                    <a:pt x="1314" y="2458"/>
                  </a:lnTo>
                  <a:lnTo>
                    <a:pt x="1819" y="2391"/>
                  </a:lnTo>
                  <a:lnTo>
                    <a:pt x="2054" y="2357"/>
                  </a:lnTo>
                  <a:lnTo>
                    <a:pt x="2257" y="2290"/>
                  </a:lnTo>
                  <a:lnTo>
                    <a:pt x="2324" y="2323"/>
                  </a:lnTo>
                  <a:lnTo>
                    <a:pt x="2391" y="2323"/>
                  </a:lnTo>
                  <a:lnTo>
                    <a:pt x="2425" y="2290"/>
                  </a:lnTo>
                  <a:lnTo>
                    <a:pt x="2425" y="2222"/>
                  </a:lnTo>
                  <a:lnTo>
                    <a:pt x="2223" y="876"/>
                  </a:lnTo>
                  <a:lnTo>
                    <a:pt x="2189" y="438"/>
                  </a:lnTo>
                  <a:lnTo>
                    <a:pt x="2155" y="236"/>
                  </a:lnTo>
                  <a:lnTo>
                    <a:pt x="2054" y="34"/>
                  </a:lnTo>
                  <a:lnTo>
                    <a:pt x="2021" y="68"/>
                  </a:lnTo>
                  <a:lnTo>
                    <a:pt x="1953" y="34"/>
                  </a:lnTo>
                  <a:lnTo>
                    <a:pt x="18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5" name="Google Shape;102;p2"/>
            <p:cNvSpPr>
              <a:spLocks/>
            </p:cNvSpPr>
            <p:nvPr/>
          </p:nvSpPr>
          <p:spPr bwMode="auto">
            <a:xfrm>
              <a:off x="4268312" y="5524768"/>
              <a:ext cx="589935" cy="979689"/>
            </a:xfrm>
            <a:custGeom>
              <a:avLst/>
              <a:gdLst>
                <a:gd name="T0" fmla="*/ 319556 w 8889"/>
                <a:gd name="T1" fmla="*/ 293017 h 14748"/>
                <a:gd name="T2" fmla="*/ 317300 w 8889"/>
                <a:gd name="T3" fmla="*/ 288566 h 14748"/>
                <a:gd name="T4" fmla="*/ 467024 w 8889"/>
                <a:gd name="T5" fmla="*/ 64901 h 14748"/>
                <a:gd name="T6" fmla="*/ 551907 w 8889"/>
                <a:gd name="T7" fmla="*/ 230441 h 14748"/>
                <a:gd name="T8" fmla="*/ 574272 w 8889"/>
                <a:gd name="T9" fmla="*/ 516682 h 14748"/>
                <a:gd name="T10" fmla="*/ 538501 w 8889"/>
                <a:gd name="T11" fmla="*/ 758216 h 14748"/>
                <a:gd name="T12" fmla="*/ 549717 w 8889"/>
                <a:gd name="T13" fmla="*/ 568164 h 14748"/>
                <a:gd name="T14" fmla="*/ 525095 w 8889"/>
                <a:gd name="T15" fmla="*/ 217022 h 14748"/>
                <a:gd name="T16" fmla="*/ 453617 w 8889"/>
                <a:gd name="T17" fmla="*/ 80578 h 14748"/>
                <a:gd name="T18" fmla="*/ 344112 w 8889"/>
                <a:gd name="T19" fmla="*/ 26904 h 14748"/>
                <a:gd name="T20" fmla="*/ 386587 w 8889"/>
                <a:gd name="T21" fmla="*/ 44773 h 14748"/>
                <a:gd name="T22" fmla="*/ 480430 w 8889"/>
                <a:gd name="T23" fmla="*/ 143220 h 14748"/>
                <a:gd name="T24" fmla="*/ 529608 w 8889"/>
                <a:gd name="T25" fmla="*/ 315403 h 14748"/>
                <a:gd name="T26" fmla="*/ 529608 w 8889"/>
                <a:gd name="T27" fmla="*/ 657577 h 14748"/>
                <a:gd name="T28" fmla="*/ 500539 w 8889"/>
                <a:gd name="T29" fmla="*/ 820858 h 14748"/>
                <a:gd name="T30" fmla="*/ 487133 w 8889"/>
                <a:gd name="T31" fmla="*/ 818600 h 14748"/>
                <a:gd name="T32" fmla="*/ 408953 w 8889"/>
                <a:gd name="T33" fmla="*/ 908079 h 14748"/>
                <a:gd name="T34" fmla="*/ 219011 w 8889"/>
                <a:gd name="T35" fmla="*/ 934916 h 14748"/>
                <a:gd name="T36" fmla="*/ 91653 w 8889"/>
                <a:gd name="T37" fmla="*/ 876791 h 14748"/>
                <a:gd name="T38" fmla="*/ 44731 w 8889"/>
                <a:gd name="T39" fmla="*/ 747056 h 14748"/>
                <a:gd name="T40" fmla="*/ 87140 w 8889"/>
                <a:gd name="T41" fmla="*/ 382496 h 14748"/>
                <a:gd name="T42" fmla="*/ 183239 w 8889"/>
                <a:gd name="T43" fmla="*/ 123092 h 14748"/>
                <a:gd name="T44" fmla="*/ 315043 w 8889"/>
                <a:gd name="T45" fmla="*/ 49290 h 14748"/>
                <a:gd name="T46" fmla="*/ 279338 w 8889"/>
                <a:gd name="T47" fmla="*/ 125284 h 14748"/>
                <a:gd name="T48" fmla="*/ 261419 w 8889"/>
                <a:gd name="T49" fmla="*/ 339982 h 14748"/>
                <a:gd name="T50" fmla="*/ 149724 w 8889"/>
                <a:gd name="T51" fmla="*/ 407074 h 14748"/>
                <a:gd name="T52" fmla="*/ 167576 w 8889"/>
                <a:gd name="T53" fmla="*/ 431719 h 14748"/>
                <a:gd name="T54" fmla="*/ 265932 w 8889"/>
                <a:gd name="T55" fmla="*/ 467458 h 14748"/>
                <a:gd name="T56" fmla="*/ 422359 w 8889"/>
                <a:gd name="T57" fmla="*/ 445138 h 14748"/>
                <a:gd name="T58" fmla="*/ 377627 w 8889"/>
                <a:gd name="T59" fmla="*/ 433912 h 14748"/>
                <a:gd name="T60" fmla="*/ 332963 w 8889"/>
                <a:gd name="T61" fmla="*/ 319854 h 14748"/>
                <a:gd name="T62" fmla="*/ 341856 w 8889"/>
                <a:gd name="T63" fmla="*/ 167799 h 14748"/>
                <a:gd name="T64" fmla="*/ 350815 w 8889"/>
                <a:gd name="T65" fmla="*/ 105156 h 14748"/>
                <a:gd name="T66" fmla="*/ 335153 w 8889"/>
                <a:gd name="T67" fmla="*/ 42581 h 14748"/>
                <a:gd name="T68" fmla="*/ 299447 w 8889"/>
                <a:gd name="T69" fmla="*/ 40322 h 14748"/>
                <a:gd name="T70" fmla="*/ 232417 w 8889"/>
                <a:gd name="T71" fmla="*/ 60450 h 14748"/>
                <a:gd name="T72" fmla="*/ 138574 w 8889"/>
                <a:gd name="T73" fmla="*/ 167799 h 14748"/>
                <a:gd name="T74" fmla="*/ 44731 w 8889"/>
                <a:gd name="T75" fmla="*/ 501005 h 14748"/>
                <a:gd name="T76" fmla="*/ 31325 w 8889"/>
                <a:gd name="T77" fmla="*/ 789570 h 14748"/>
                <a:gd name="T78" fmla="*/ 84950 w 8889"/>
                <a:gd name="T79" fmla="*/ 894660 h 14748"/>
                <a:gd name="T80" fmla="*/ 205605 w 8889"/>
                <a:gd name="T81" fmla="*/ 950593 h 14748"/>
                <a:gd name="T82" fmla="*/ 373181 w 8889"/>
                <a:gd name="T83" fmla="*/ 939367 h 14748"/>
                <a:gd name="T84" fmla="*/ 169833 w 8889"/>
                <a:gd name="T85" fmla="*/ 957303 h 14748"/>
                <a:gd name="T86" fmla="*/ 71543 w 8889"/>
                <a:gd name="T87" fmla="*/ 912530 h 14748"/>
                <a:gd name="T88" fmla="*/ 17919 w 8889"/>
                <a:gd name="T89" fmla="*/ 771635 h 14748"/>
                <a:gd name="T90" fmla="*/ 51434 w 8889"/>
                <a:gd name="T91" fmla="*/ 380237 h 14748"/>
                <a:gd name="T92" fmla="*/ 136318 w 8889"/>
                <a:gd name="T93" fmla="*/ 116383 h 14748"/>
                <a:gd name="T94" fmla="*/ 272635 w 8889"/>
                <a:gd name="T95" fmla="*/ 33613 h 14748"/>
                <a:gd name="T96" fmla="*/ 196645 w 8889"/>
                <a:gd name="T97" fmla="*/ 33613 h 14748"/>
                <a:gd name="T98" fmla="*/ 107249 w 8889"/>
                <a:gd name="T99" fmla="*/ 125284 h 14748"/>
                <a:gd name="T100" fmla="*/ 38028 w 8889"/>
                <a:gd name="T101" fmla="*/ 364627 h 14748"/>
                <a:gd name="T102" fmla="*/ 0 w 8889"/>
                <a:gd name="T103" fmla="*/ 702350 h 14748"/>
                <a:gd name="T104" fmla="*/ 31325 w 8889"/>
                <a:gd name="T105" fmla="*/ 885693 h 14748"/>
                <a:gd name="T106" fmla="*/ 98356 w 8889"/>
                <a:gd name="T107" fmla="*/ 952785 h 14748"/>
                <a:gd name="T108" fmla="*/ 292744 w 8889"/>
                <a:gd name="T109" fmla="*/ 977430 h 14748"/>
                <a:gd name="T110" fmla="*/ 449171 w 8889"/>
                <a:gd name="T111" fmla="*/ 917047 h 14748"/>
                <a:gd name="T112" fmla="*/ 513945 w 8889"/>
                <a:gd name="T113" fmla="*/ 854405 h 14748"/>
                <a:gd name="T114" fmla="*/ 576529 w 8889"/>
                <a:gd name="T115" fmla="*/ 653126 h 14748"/>
                <a:gd name="T116" fmla="*/ 585422 w 8889"/>
                <a:gd name="T117" fmla="*/ 342240 h 14748"/>
                <a:gd name="T118" fmla="*/ 511688 w 8889"/>
                <a:gd name="T119" fmla="*/ 89546 h 14748"/>
                <a:gd name="T120" fmla="*/ 406696 w 8889"/>
                <a:gd name="T121" fmla="*/ 6776 h 14748"/>
                <a:gd name="T122" fmla="*/ 332963 w 8889"/>
                <a:gd name="T123" fmla="*/ 66 h 1474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8889" h="14748" extrusionOk="0">
                  <a:moveTo>
                    <a:pt x="4882" y="304"/>
                  </a:moveTo>
                  <a:lnTo>
                    <a:pt x="4815" y="472"/>
                  </a:lnTo>
                  <a:lnTo>
                    <a:pt x="4545" y="371"/>
                  </a:lnTo>
                  <a:lnTo>
                    <a:pt x="4882" y="304"/>
                  </a:lnTo>
                  <a:close/>
                  <a:moveTo>
                    <a:pt x="4781" y="4344"/>
                  </a:moveTo>
                  <a:lnTo>
                    <a:pt x="4815" y="4411"/>
                  </a:lnTo>
                  <a:lnTo>
                    <a:pt x="4747" y="4411"/>
                  </a:lnTo>
                  <a:lnTo>
                    <a:pt x="4545" y="4479"/>
                  </a:lnTo>
                  <a:lnTo>
                    <a:pt x="4545" y="4344"/>
                  </a:lnTo>
                  <a:lnTo>
                    <a:pt x="4613" y="4411"/>
                  </a:lnTo>
                  <a:lnTo>
                    <a:pt x="4747" y="4411"/>
                  </a:lnTo>
                  <a:lnTo>
                    <a:pt x="4781" y="4344"/>
                  </a:lnTo>
                  <a:close/>
                  <a:moveTo>
                    <a:pt x="5556" y="270"/>
                  </a:moveTo>
                  <a:lnTo>
                    <a:pt x="5892" y="304"/>
                  </a:lnTo>
                  <a:lnTo>
                    <a:pt x="6195" y="405"/>
                  </a:lnTo>
                  <a:lnTo>
                    <a:pt x="6498" y="540"/>
                  </a:lnTo>
                  <a:lnTo>
                    <a:pt x="6801" y="742"/>
                  </a:lnTo>
                  <a:lnTo>
                    <a:pt x="7037" y="977"/>
                  </a:lnTo>
                  <a:lnTo>
                    <a:pt x="7273" y="1213"/>
                  </a:lnTo>
                  <a:lnTo>
                    <a:pt x="7508" y="1482"/>
                  </a:lnTo>
                  <a:lnTo>
                    <a:pt x="7677" y="1785"/>
                  </a:lnTo>
                  <a:lnTo>
                    <a:pt x="7946" y="2290"/>
                  </a:lnTo>
                  <a:lnTo>
                    <a:pt x="8148" y="2863"/>
                  </a:lnTo>
                  <a:lnTo>
                    <a:pt x="8316" y="3469"/>
                  </a:lnTo>
                  <a:lnTo>
                    <a:pt x="8451" y="4108"/>
                  </a:lnTo>
                  <a:lnTo>
                    <a:pt x="8518" y="4748"/>
                  </a:lnTo>
                  <a:lnTo>
                    <a:pt x="8586" y="5354"/>
                  </a:lnTo>
                  <a:lnTo>
                    <a:pt x="8653" y="6566"/>
                  </a:lnTo>
                  <a:lnTo>
                    <a:pt x="8653" y="7172"/>
                  </a:lnTo>
                  <a:lnTo>
                    <a:pt x="8653" y="7778"/>
                  </a:lnTo>
                  <a:lnTo>
                    <a:pt x="8653" y="8384"/>
                  </a:lnTo>
                  <a:lnTo>
                    <a:pt x="8586" y="9024"/>
                  </a:lnTo>
                  <a:lnTo>
                    <a:pt x="8518" y="9630"/>
                  </a:lnTo>
                  <a:lnTo>
                    <a:pt x="8417" y="10236"/>
                  </a:lnTo>
                  <a:lnTo>
                    <a:pt x="8283" y="10808"/>
                  </a:lnTo>
                  <a:lnTo>
                    <a:pt x="8114" y="11414"/>
                  </a:lnTo>
                  <a:lnTo>
                    <a:pt x="7946" y="11818"/>
                  </a:lnTo>
                  <a:lnTo>
                    <a:pt x="8081" y="11010"/>
                  </a:lnTo>
                  <a:lnTo>
                    <a:pt x="8182" y="10169"/>
                  </a:lnTo>
                  <a:lnTo>
                    <a:pt x="8249" y="9361"/>
                  </a:lnTo>
                  <a:lnTo>
                    <a:pt x="8283" y="8553"/>
                  </a:lnTo>
                  <a:lnTo>
                    <a:pt x="8316" y="7542"/>
                  </a:lnTo>
                  <a:lnTo>
                    <a:pt x="8316" y="6499"/>
                  </a:lnTo>
                  <a:lnTo>
                    <a:pt x="8283" y="5489"/>
                  </a:lnTo>
                  <a:lnTo>
                    <a:pt x="8182" y="4479"/>
                  </a:lnTo>
                  <a:lnTo>
                    <a:pt x="8013" y="3671"/>
                  </a:lnTo>
                  <a:lnTo>
                    <a:pt x="7912" y="3267"/>
                  </a:lnTo>
                  <a:lnTo>
                    <a:pt x="7778" y="2896"/>
                  </a:lnTo>
                  <a:lnTo>
                    <a:pt x="7643" y="2492"/>
                  </a:lnTo>
                  <a:lnTo>
                    <a:pt x="7475" y="2122"/>
                  </a:lnTo>
                  <a:lnTo>
                    <a:pt x="7239" y="1785"/>
                  </a:lnTo>
                  <a:lnTo>
                    <a:pt x="7003" y="1449"/>
                  </a:lnTo>
                  <a:lnTo>
                    <a:pt x="6835" y="1213"/>
                  </a:lnTo>
                  <a:lnTo>
                    <a:pt x="6633" y="1011"/>
                  </a:lnTo>
                  <a:lnTo>
                    <a:pt x="6397" y="809"/>
                  </a:lnTo>
                  <a:lnTo>
                    <a:pt x="6128" y="641"/>
                  </a:lnTo>
                  <a:lnTo>
                    <a:pt x="5859" y="506"/>
                  </a:lnTo>
                  <a:lnTo>
                    <a:pt x="5589" y="405"/>
                  </a:lnTo>
                  <a:lnTo>
                    <a:pt x="5185" y="405"/>
                  </a:lnTo>
                  <a:lnTo>
                    <a:pt x="5050" y="439"/>
                  </a:lnTo>
                  <a:lnTo>
                    <a:pt x="5050" y="304"/>
                  </a:lnTo>
                  <a:lnTo>
                    <a:pt x="5556" y="270"/>
                  </a:lnTo>
                  <a:close/>
                  <a:moveTo>
                    <a:pt x="5421" y="573"/>
                  </a:moveTo>
                  <a:lnTo>
                    <a:pt x="5623" y="607"/>
                  </a:lnTo>
                  <a:lnTo>
                    <a:pt x="5825" y="674"/>
                  </a:lnTo>
                  <a:lnTo>
                    <a:pt x="5993" y="775"/>
                  </a:lnTo>
                  <a:lnTo>
                    <a:pt x="6162" y="876"/>
                  </a:lnTo>
                  <a:lnTo>
                    <a:pt x="6465" y="1146"/>
                  </a:lnTo>
                  <a:lnTo>
                    <a:pt x="6768" y="1449"/>
                  </a:lnTo>
                  <a:lnTo>
                    <a:pt x="7003" y="1819"/>
                  </a:lnTo>
                  <a:lnTo>
                    <a:pt x="7239" y="2156"/>
                  </a:lnTo>
                  <a:lnTo>
                    <a:pt x="7407" y="2492"/>
                  </a:lnTo>
                  <a:lnTo>
                    <a:pt x="7576" y="2863"/>
                  </a:lnTo>
                  <a:lnTo>
                    <a:pt x="7677" y="3233"/>
                  </a:lnTo>
                  <a:lnTo>
                    <a:pt x="7778" y="3603"/>
                  </a:lnTo>
                  <a:lnTo>
                    <a:pt x="7879" y="3974"/>
                  </a:lnTo>
                  <a:lnTo>
                    <a:pt x="7980" y="4748"/>
                  </a:lnTo>
                  <a:lnTo>
                    <a:pt x="8047" y="5522"/>
                  </a:lnTo>
                  <a:lnTo>
                    <a:pt x="8081" y="6398"/>
                  </a:lnTo>
                  <a:lnTo>
                    <a:pt x="8081" y="7273"/>
                  </a:lnTo>
                  <a:lnTo>
                    <a:pt x="8081" y="8149"/>
                  </a:lnTo>
                  <a:lnTo>
                    <a:pt x="8047" y="9024"/>
                  </a:lnTo>
                  <a:lnTo>
                    <a:pt x="7980" y="9899"/>
                  </a:lnTo>
                  <a:lnTo>
                    <a:pt x="7879" y="10775"/>
                  </a:lnTo>
                  <a:lnTo>
                    <a:pt x="7744" y="11650"/>
                  </a:lnTo>
                  <a:lnTo>
                    <a:pt x="7576" y="12525"/>
                  </a:lnTo>
                  <a:lnTo>
                    <a:pt x="7441" y="12727"/>
                  </a:lnTo>
                  <a:lnTo>
                    <a:pt x="7508" y="12559"/>
                  </a:lnTo>
                  <a:lnTo>
                    <a:pt x="7542" y="12357"/>
                  </a:lnTo>
                  <a:lnTo>
                    <a:pt x="7576" y="12155"/>
                  </a:lnTo>
                  <a:lnTo>
                    <a:pt x="7576" y="11953"/>
                  </a:lnTo>
                  <a:lnTo>
                    <a:pt x="7542" y="11886"/>
                  </a:lnTo>
                  <a:lnTo>
                    <a:pt x="7441" y="11886"/>
                  </a:lnTo>
                  <a:lnTo>
                    <a:pt x="7407" y="11953"/>
                  </a:lnTo>
                  <a:lnTo>
                    <a:pt x="7340" y="12323"/>
                  </a:lnTo>
                  <a:lnTo>
                    <a:pt x="7239" y="12626"/>
                  </a:lnTo>
                  <a:lnTo>
                    <a:pt x="7071" y="12896"/>
                  </a:lnTo>
                  <a:lnTo>
                    <a:pt x="6902" y="13131"/>
                  </a:lnTo>
                  <a:lnTo>
                    <a:pt x="6667" y="13333"/>
                  </a:lnTo>
                  <a:lnTo>
                    <a:pt x="6431" y="13535"/>
                  </a:lnTo>
                  <a:lnTo>
                    <a:pt x="6162" y="13670"/>
                  </a:lnTo>
                  <a:lnTo>
                    <a:pt x="5859" y="13805"/>
                  </a:lnTo>
                  <a:lnTo>
                    <a:pt x="5556" y="13906"/>
                  </a:lnTo>
                  <a:lnTo>
                    <a:pt x="5253" y="13973"/>
                  </a:lnTo>
                  <a:lnTo>
                    <a:pt x="4579" y="14074"/>
                  </a:lnTo>
                  <a:lnTo>
                    <a:pt x="3939" y="14108"/>
                  </a:lnTo>
                  <a:lnTo>
                    <a:pt x="3300" y="14074"/>
                  </a:lnTo>
                  <a:lnTo>
                    <a:pt x="2896" y="14040"/>
                  </a:lnTo>
                  <a:lnTo>
                    <a:pt x="2492" y="13973"/>
                  </a:lnTo>
                  <a:lnTo>
                    <a:pt x="2155" y="13838"/>
                  </a:lnTo>
                  <a:lnTo>
                    <a:pt x="1852" y="13636"/>
                  </a:lnTo>
                  <a:lnTo>
                    <a:pt x="1616" y="13434"/>
                  </a:lnTo>
                  <a:lnTo>
                    <a:pt x="1381" y="13199"/>
                  </a:lnTo>
                  <a:lnTo>
                    <a:pt x="1179" y="12929"/>
                  </a:lnTo>
                  <a:lnTo>
                    <a:pt x="1010" y="12626"/>
                  </a:lnTo>
                  <a:lnTo>
                    <a:pt x="909" y="12290"/>
                  </a:lnTo>
                  <a:lnTo>
                    <a:pt x="808" y="11953"/>
                  </a:lnTo>
                  <a:lnTo>
                    <a:pt x="707" y="11583"/>
                  </a:lnTo>
                  <a:lnTo>
                    <a:pt x="674" y="11246"/>
                  </a:lnTo>
                  <a:lnTo>
                    <a:pt x="640" y="10876"/>
                  </a:lnTo>
                  <a:lnTo>
                    <a:pt x="640" y="10472"/>
                  </a:lnTo>
                  <a:lnTo>
                    <a:pt x="640" y="9765"/>
                  </a:lnTo>
                  <a:lnTo>
                    <a:pt x="808" y="8418"/>
                  </a:lnTo>
                  <a:lnTo>
                    <a:pt x="1044" y="7071"/>
                  </a:lnTo>
                  <a:lnTo>
                    <a:pt x="1313" y="5758"/>
                  </a:lnTo>
                  <a:lnTo>
                    <a:pt x="1650" y="4445"/>
                  </a:lnTo>
                  <a:lnTo>
                    <a:pt x="1852" y="3839"/>
                  </a:lnTo>
                  <a:lnTo>
                    <a:pt x="2020" y="3267"/>
                  </a:lnTo>
                  <a:lnTo>
                    <a:pt x="2256" y="2694"/>
                  </a:lnTo>
                  <a:lnTo>
                    <a:pt x="2559" y="2156"/>
                  </a:lnTo>
                  <a:lnTo>
                    <a:pt x="2761" y="1853"/>
                  </a:lnTo>
                  <a:lnTo>
                    <a:pt x="2997" y="1583"/>
                  </a:lnTo>
                  <a:lnTo>
                    <a:pt x="3232" y="1381"/>
                  </a:lnTo>
                  <a:lnTo>
                    <a:pt x="3502" y="1213"/>
                  </a:lnTo>
                  <a:lnTo>
                    <a:pt x="3771" y="1078"/>
                  </a:lnTo>
                  <a:lnTo>
                    <a:pt x="4074" y="944"/>
                  </a:lnTo>
                  <a:lnTo>
                    <a:pt x="4747" y="742"/>
                  </a:lnTo>
                  <a:lnTo>
                    <a:pt x="4646" y="1179"/>
                  </a:lnTo>
                  <a:lnTo>
                    <a:pt x="4579" y="1651"/>
                  </a:lnTo>
                  <a:lnTo>
                    <a:pt x="4411" y="1752"/>
                  </a:lnTo>
                  <a:lnTo>
                    <a:pt x="4343" y="1752"/>
                  </a:lnTo>
                  <a:lnTo>
                    <a:pt x="4242" y="1785"/>
                  </a:lnTo>
                  <a:lnTo>
                    <a:pt x="4209" y="1886"/>
                  </a:lnTo>
                  <a:lnTo>
                    <a:pt x="3939" y="3401"/>
                  </a:lnTo>
                  <a:lnTo>
                    <a:pt x="3737" y="4950"/>
                  </a:lnTo>
                  <a:lnTo>
                    <a:pt x="3771" y="5017"/>
                  </a:lnTo>
                  <a:lnTo>
                    <a:pt x="3805" y="5085"/>
                  </a:lnTo>
                  <a:lnTo>
                    <a:pt x="3872" y="5118"/>
                  </a:lnTo>
                  <a:lnTo>
                    <a:pt x="3939" y="5118"/>
                  </a:lnTo>
                  <a:lnTo>
                    <a:pt x="4141" y="5051"/>
                  </a:lnTo>
                  <a:lnTo>
                    <a:pt x="3872" y="6532"/>
                  </a:lnTo>
                  <a:lnTo>
                    <a:pt x="3468" y="6465"/>
                  </a:lnTo>
                  <a:lnTo>
                    <a:pt x="3064" y="6364"/>
                  </a:lnTo>
                  <a:lnTo>
                    <a:pt x="2256" y="6128"/>
                  </a:lnTo>
                  <a:lnTo>
                    <a:pt x="2222" y="6128"/>
                  </a:lnTo>
                  <a:lnTo>
                    <a:pt x="2189" y="6162"/>
                  </a:lnTo>
                  <a:lnTo>
                    <a:pt x="2155" y="6196"/>
                  </a:lnTo>
                  <a:lnTo>
                    <a:pt x="2189" y="6229"/>
                  </a:lnTo>
                  <a:lnTo>
                    <a:pt x="2357" y="6364"/>
                  </a:lnTo>
                  <a:lnTo>
                    <a:pt x="2525" y="6499"/>
                  </a:lnTo>
                  <a:lnTo>
                    <a:pt x="2929" y="6701"/>
                  </a:lnTo>
                  <a:lnTo>
                    <a:pt x="3367" y="6835"/>
                  </a:lnTo>
                  <a:lnTo>
                    <a:pt x="3805" y="6936"/>
                  </a:lnTo>
                  <a:lnTo>
                    <a:pt x="3872" y="7004"/>
                  </a:lnTo>
                  <a:lnTo>
                    <a:pt x="3939" y="7037"/>
                  </a:lnTo>
                  <a:lnTo>
                    <a:pt x="4007" y="7037"/>
                  </a:lnTo>
                  <a:lnTo>
                    <a:pt x="4074" y="6970"/>
                  </a:lnTo>
                  <a:lnTo>
                    <a:pt x="4646" y="6970"/>
                  </a:lnTo>
                  <a:lnTo>
                    <a:pt x="5253" y="6936"/>
                  </a:lnTo>
                  <a:lnTo>
                    <a:pt x="5791" y="6869"/>
                  </a:lnTo>
                  <a:lnTo>
                    <a:pt x="6296" y="6734"/>
                  </a:lnTo>
                  <a:lnTo>
                    <a:pt x="6364" y="6701"/>
                  </a:lnTo>
                  <a:lnTo>
                    <a:pt x="6397" y="6667"/>
                  </a:lnTo>
                  <a:lnTo>
                    <a:pt x="6397" y="6532"/>
                  </a:lnTo>
                  <a:lnTo>
                    <a:pt x="6330" y="6465"/>
                  </a:lnTo>
                  <a:lnTo>
                    <a:pt x="6296" y="6431"/>
                  </a:lnTo>
                  <a:lnTo>
                    <a:pt x="6229" y="6431"/>
                  </a:lnTo>
                  <a:lnTo>
                    <a:pt x="5690" y="6532"/>
                  </a:lnTo>
                  <a:lnTo>
                    <a:pt x="5185" y="6600"/>
                  </a:lnTo>
                  <a:lnTo>
                    <a:pt x="4646" y="6600"/>
                  </a:lnTo>
                  <a:lnTo>
                    <a:pt x="4175" y="6566"/>
                  </a:lnTo>
                  <a:lnTo>
                    <a:pt x="4310" y="5758"/>
                  </a:lnTo>
                  <a:lnTo>
                    <a:pt x="4478" y="4950"/>
                  </a:lnTo>
                  <a:lnTo>
                    <a:pt x="5017" y="4815"/>
                  </a:lnTo>
                  <a:lnTo>
                    <a:pt x="5084" y="4815"/>
                  </a:lnTo>
                  <a:lnTo>
                    <a:pt x="5118" y="4748"/>
                  </a:lnTo>
                  <a:lnTo>
                    <a:pt x="5151" y="4647"/>
                  </a:lnTo>
                  <a:lnTo>
                    <a:pt x="5050" y="3940"/>
                  </a:lnTo>
                  <a:lnTo>
                    <a:pt x="5084" y="3233"/>
                  </a:lnTo>
                  <a:lnTo>
                    <a:pt x="5151" y="2526"/>
                  </a:lnTo>
                  <a:lnTo>
                    <a:pt x="5320" y="1853"/>
                  </a:lnTo>
                  <a:lnTo>
                    <a:pt x="5320" y="1819"/>
                  </a:lnTo>
                  <a:lnTo>
                    <a:pt x="5387" y="1785"/>
                  </a:lnTo>
                  <a:lnTo>
                    <a:pt x="5387" y="1684"/>
                  </a:lnTo>
                  <a:lnTo>
                    <a:pt x="5354" y="1617"/>
                  </a:lnTo>
                  <a:lnTo>
                    <a:pt x="5286" y="1583"/>
                  </a:lnTo>
                  <a:lnTo>
                    <a:pt x="5185" y="1550"/>
                  </a:lnTo>
                  <a:lnTo>
                    <a:pt x="4882" y="1550"/>
                  </a:lnTo>
                  <a:lnTo>
                    <a:pt x="4983" y="775"/>
                  </a:lnTo>
                  <a:lnTo>
                    <a:pt x="5050" y="742"/>
                  </a:lnTo>
                  <a:lnTo>
                    <a:pt x="5050" y="674"/>
                  </a:lnTo>
                  <a:lnTo>
                    <a:pt x="5050" y="641"/>
                  </a:lnTo>
                  <a:lnTo>
                    <a:pt x="5017" y="607"/>
                  </a:lnTo>
                  <a:lnTo>
                    <a:pt x="5219" y="573"/>
                  </a:lnTo>
                  <a:lnTo>
                    <a:pt x="5421" y="573"/>
                  </a:lnTo>
                  <a:close/>
                  <a:moveTo>
                    <a:pt x="4108" y="506"/>
                  </a:moveTo>
                  <a:lnTo>
                    <a:pt x="4310" y="540"/>
                  </a:lnTo>
                  <a:lnTo>
                    <a:pt x="4512" y="607"/>
                  </a:lnTo>
                  <a:lnTo>
                    <a:pt x="4714" y="674"/>
                  </a:lnTo>
                  <a:lnTo>
                    <a:pt x="4478" y="641"/>
                  </a:lnTo>
                  <a:lnTo>
                    <a:pt x="4209" y="641"/>
                  </a:lnTo>
                  <a:lnTo>
                    <a:pt x="3973" y="708"/>
                  </a:lnTo>
                  <a:lnTo>
                    <a:pt x="3737" y="775"/>
                  </a:lnTo>
                  <a:lnTo>
                    <a:pt x="3502" y="910"/>
                  </a:lnTo>
                  <a:lnTo>
                    <a:pt x="3266" y="1045"/>
                  </a:lnTo>
                  <a:lnTo>
                    <a:pt x="2896" y="1381"/>
                  </a:lnTo>
                  <a:lnTo>
                    <a:pt x="2626" y="1617"/>
                  </a:lnTo>
                  <a:lnTo>
                    <a:pt x="2424" y="1920"/>
                  </a:lnTo>
                  <a:lnTo>
                    <a:pt x="2222" y="2223"/>
                  </a:lnTo>
                  <a:lnTo>
                    <a:pt x="2088" y="2526"/>
                  </a:lnTo>
                  <a:lnTo>
                    <a:pt x="1818" y="3199"/>
                  </a:lnTo>
                  <a:lnTo>
                    <a:pt x="1583" y="3873"/>
                  </a:lnTo>
                  <a:lnTo>
                    <a:pt x="1313" y="4748"/>
                  </a:lnTo>
                  <a:lnTo>
                    <a:pt x="1078" y="5657"/>
                  </a:lnTo>
                  <a:lnTo>
                    <a:pt x="842" y="6600"/>
                  </a:lnTo>
                  <a:lnTo>
                    <a:pt x="674" y="7542"/>
                  </a:lnTo>
                  <a:lnTo>
                    <a:pt x="505" y="8485"/>
                  </a:lnTo>
                  <a:lnTo>
                    <a:pt x="404" y="9428"/>
                  </a:lnTo>
                  <a:lnTo>
                    <a:pt x="371" y="10337"/>
                  </a:lnTo>
                  <a:lnTo>
                    <a:pt x="404" y="11280"/>
                  </a:lnTo>
                  <a:lnTo>
                    <a:pt x="438" y="11583"/>
                  </a:lnTo>
                  <a:lnTo>
                    <a:pt x="472" y="11886"/>
                  </a:lnTo>
                  <a:lnTo>
                    <a:pt x="573" y="12155"/>
                  </a:lnTo>
                  <a:lnTo>
                    <a:pt x="674" y="12458"/>
                  </a:lnTo>
                  <a:lnTo>
                    <a:pt x="775" y="12727"/>
                  </a:lnTo>
                  <a:lnTo>
                    <a:pt x="943" y="12963"/>
                  </a:lnTo>
                  <a:lnTo>
                    <a:pt x="1078" y="13232"/>
                  </a:lnTo>
                  <a:lnTo>
                    <a:pt x="1280" y="13468"/>
                  </a:lnTo>
                  <a:lnTo>
                    <a:pt x="1515" y="13704"/>
                  </a:lnTo>
                  <a:lnTo>
                    <a:pt x="1818" y="13906"/>
                  </a:lnTo>
                  <a:lnTo>
                    <a:pt x="2121" y="14074"/>
                  </a:lnTo>
                  <a:lnTo>
                    <a:pt x="2424" y="14175"/>
                  </a:lnTo>
                  <a:lnTo>
                    <a:pt x="2761" y="14242"/>
                  </a:lnTo>
                  <a:lnTo>
                    <a:pt x="3098" y="14310"/>
                  </a:lnTo>
                  <a:lnTo>
                    <a:pt x="4310" y="14310"/>
                  </a:lnTo>
                  <a:lnTo>
                    <a:pt x="4882" y="14242"/>
                  </a:lnTo>
                  <a:lnTo>
                    <a:pt x="5455" y="14141"/>
                  </a:lnTo>
                  <a:lnTo>
                    <a:pt x="6027" y="13973"/>
                  </a:lnTo>
                  <a:lnTo>
                    <a:pt x="5623" y="14141"/>
                  </a:lnTo>
                  <a:lnTo>
                    <a:pt x="5219" y="14276"/>
                  </a:lnTo>
                  <a:lnTo>
                    <a:pt x="4781" y="14377"/>
                  </a:lnTo>
                  <a:lnTo>
                    <a:pt x="4343" y="14444"/>
                  </a:lnTo>
                  <a:lnTo>
                    <a:pt x="3737" y="14478"/>
                  </a:lnTo>
                  <a:lnTo>
                    <a:pt x="3131" y="14478"/>
                  </a:lnTo>
                  <a:lnTo>
                    <a:pt x="2559" y="14411"/>
                  </a:lnTo>
                  <a:lnTo>
                    <a:pt x="2290" y="14377"/>
                  </a:lnTo>
                  <a:lnTo>
                    <a:pt x="2020" y="14276"/>
                  </a:lnTo>
                  <a:lnTo>
                    <a:pt x="1751" y="14175"/>
                  </a:lnTo>
                  <a:lnTo>
                    <a:pt x="1515" y="14074"/>
                  </a:lnTo>
                  <a:lnTo>
                    <a:pt x="1313" y="13906"/>
                  </a:lnTo>
                  <a:lnTo>
                    <a:pt x="1078" y="13737"/>
                  </a:lnTo>
                  <a:lnTo>
                    <a:pt x="909" y="13535"/>
                  </a:lnTo>
                  <a:lnTo>
                    <a:pt x="741" y="13266"/>
                  </a:lnTo>
                  <a:lnTo>
                    <a:pt x="606" y="12997"/>
                  </a:lnTo>
                  <a:lnTo>
                    <a:pt x="472" y="12694"/>
                  </a:lnTo>
                  <a:lnTo>
                    <a:pt x="371" y="12155"/>
                  </a:lnTo>
                  <a:lnTo>
                    <a:pt x="270" y="11616"/>
                  </a:lnTo>
                  <a:lnTo>
                    <a:pt x="236" y="11044"/>
                  </a:lnTo>
                  <a:lnTo>
                    <a:pt x="270" y="10472"/>
                  </a:lnTo>
                  <a:lnTo>
                    <a:pt x="337" y="9327"/>
                  </a:lnTo>
                  <a:lnTo>
                    <a:pt x="438" y="8216"/>
                  </a:lnTo>
                  <a:lnTo>
                    <a:pt x="606" y="6970"/>
                  </a:lnTo>
                  <a:lnTo>
                    <a:pt x="775" y="5724"/>
                  </a:lnTo>
                  <a:lnTo>
                    <a:pt x="1044" y="4512"/>
                  </a:lnTo>
                  <a:lnTo>
                    <a:pt x="1347" y="3267"/>
                  </a:lnTo>
                  <a:lnTo>
                    <a:pt x="1482" y="2896"/>
                  </a:lnTo>
                  <a:lnTo>
                    <a:pt x="1616" y="2526"/>
                  </a:lnTo>
                  <a:lnTo>
                    <a:pt x="1818" y="2122"/>
                  </a:lnTo>
                  <a:lnTo>
                    <a:pt x="2054" y="1752"/>
                  </a:lnTo>
                  <a:lnTo>
                    <a:pt x="2323" y="1415"/>
                  </a:lnTo>
                  <a:lnTo>
                    <a:pt x="2593" y="1112"/>
                  </a:lnTo>
                  <a:lnTo>
                    <a:pt x="2929" y="876"/>
                  </a:lnTo>
                  <a:lnTo>
                    <a:pt x="3266" y="674"/>
                  </a:lnTo>
                  <a:lnTo>
                    <a:pt x="3906" y="506"/>
                  </a:lnTo>
                  <a:lnTo>
                    <a:pt x="4108" y="506"/>
                  </a:lnTo>
                  <a:close/>
                  <a:moveTo>
                    <a:pt x="5017" y="1"/>
                  </a:moveTo>
                  <a:lnTo>
                    <a:pt x="5017" y="35"/>
                  </a:lnTo>
                  <a:lnTo>
                    <a:pt x="4512" y="136"/>
                  </a:lnTo>
                  <a:lnTo>
                    <a:pt x="4007" y="237"/>
                  </a:lnTo>
                  <a:lnTo>
                    <a:pt x="3030" y="472"/>
                  </a:lnTo>
                  <a:lnTo>
                    <a:pt x="2963" y="506"/>
                  </a:lnTo>
                  <a:lnTo>
                    <a:pt x="2929" y="573"/>
                  </a:lnTo>
                  <a:lnTo>
                    <a:pt x="2593" y="775"/>
                  </a:lnTo>
                  <a:lnTo>
                    <a:pt x="2290" y="1045"/>
                  </a:lnTo>
                  <a:lnTo>
                    <a:pt x="2020" y="1314"/>
                  </a:lnTo>
                  <a:lnTo>
                    <a:pt x="1785" y="1617"/>
                  </a:lnTo>
                  <a:lnTo>
                    <a:pt x="1616" y="1886"/>
                  </a:lnTo>
                  <a:lnTo>
                    <a:pt x="1482" y="2122"/>
                  </a:lnTo>
                  <a:lnTo>
                    <a:pt x="1246" y="2694"/>
                  </a:lnTo>
                  <a:lnTo>
                    <a:pt x="1078" y="3267"/>
                  </a:lnTo>
                  <a:lnTo>
                    <a:pt x="943" y="3839"/>
                  </a:lnTo>
                  <a:lnTo>
                    <a:pt x="741" y="4647"/>
                  </a:lnTo>
                  <a:lnTo>
                    <a:pt x="573" y="5489"/>
                  </a:lnTo>
                  <a:lnTo>
                    <a:pt x="438" y="6330"/>
                  </a:lnTo>
                  <a:lnTo>
                    <a:pt x="303" y="7172"/>
                  </a:lnTo>
                  <a:lnTo>
                    <a:pt x="135" y="8485"/>
                  </a:lnTo>
                  <a:lnTo>
                    <a:pt x="68" y="9192"/>
                  </a:lnTo>
                  <a:lnTo>
                    <a:pt x="34" y="9866"/>
                  </a:lnTo>
                  <a:lnTo>
                    <a:pt x="0" y="10573"/>
                  </a:lnTo>
                  <a:lnTo>
                    <a:pt x="34" y="11246"/>
                  </a:lnTo>
                  <a:lnTo>
                    <a:pt x="68" y="11919"/>
                  </a:lnTo>
                  <a:lnTo>
                    <a:pt x="202" y="12559"/>
                  </a:lnTo>
                  <a:lnTo>
                    <a:pt x="270" y="12862"/>
                  </a:lnTo>
                  <a:lnTo>
                    <a:pt x="337" y="13098"/>
                  </a:lnTo>
                  <a:lnTo>
                    <a:pt x="472" y="13333"/>
                  </a:lnTo>
                  <a:lnTo>
                    <a:pt x="606" y="13569"/>
                  </a:lnTo>
                  <a:lnTo>
                    <a:pt x="741" y="13737"/>
                  </a:lnTo>
                  <a:lnTo>
                    <a:pt x="909" y="13939"/>
                  </a:lnTo>
                  <a:lnTo>
                    <a:pt x="1078" y="14074"/>
                  </a:lnTo>
                  <a:lnTo>
                    <a:pt x="1280" y="14242"/>
                  </a:lnTo>
                  <a:lnTo>
                    <a:pt x="1482" y="14343"/>
                  </a:lnTo>
                  <a:lnTo>
                    <a:pt x="1684" y="14444"/>
                  </a:lnTo>
                  <a:lnTo>
                    <a:pt x="2155" y="14613"/>
                  </a:lnTo>
                  <a:lnTo>
                    <a:pt x="2660" y="14714"/>
                  </a:lnTo>
                  <a:lnTo>
                    <a:pt x="3199" y="14747"/>
                  </a:lnTo>
                  <a:lnTo>
                    <a:pt x="3805" y="14747"/>
                  </a:lnTo>
                  <a:lnTo>
                    <a:pt x="4411" y="14714"/>
                  </a:lnTo>
                  <a:lnTo>
                    <a:pt x="4983" y="14613"/>
                  </a:lnTo>
                  <a:lnTo>
                    <a:pt x="5522" y="14478"/>
                  </a:lnTo>
                  <a:lnTo>
                    <a:pt x="6061" y="14276"/>
                  </a:lnTo>
                  <a:lnTo>
                    <a:pt x="6296" y="14141"/>
                  </a:lnTo>
                  <a:lnTo>
                    <a:pt x="6566" y="14007"/>
                  </a:lnTo>
                  <a:lnTo>
                    <a:pt x="6768" y="13805"/>
                  </a:lnTo>
                  <a:lnTo>
                    <a:pt x="7003" y="13636"/>
                  </a:lnTo>
                  <a:lnTo>
                    <a:pt x="7205" y="13434"/>
                  </a:lnTo>
                  <a:lnTo>
                    <a:pt x="7407" y="13165"/>
                  </a:lnTo>
                  <a:lnTo>
                    <a:pt x="7576" y="12929"/>
                  </a:lnTo>
                  <a:lnTo>
                    <a:pt x="7710" y="12929"/>
                  </a:lnTo>
                  <a:lnTo>
                    <a:pt x="7744" y="12862"/>
                  </a:lnTo>
                  <a:lnTo>
                    <a:pt x="7811" y="12593"/>
                  </a:lnTo>
                  <a:lnTo>
                    <a:pt x="8081" y="12054"/>
                  </a:lnTo>
                  <a:lnTo>
                    <a:pt x="8283" y="11549"/>
                  </a:lnTo>
                  <a:lnTo>
                    <a:pt x="8451" y="10977"/>
                  </a:lnTo>
                  <a:lnTo>
                    <a:pt x="8586" y="10404"/>
                  </a:lnTo>
                  <a:lnTo>
                    <a:pt x="8687" y="9832"/>
                  </a:lnTo>
                  <a:lnTo>
                    <a:pt x="8788" y="9260"/>
                  </a:lnTo>
                  <a:lnTo>
                    <a:pt x="8855" y="8115"/>
                  </a:lnTo>
                  <a:lnTo>
                    <a:pt x="8889" y="7374"/>
                  </a:lnTo>
                  <a:lnTo>
                    <a:pt x="8889" y="6633"/>
                  </a:lnTo>
                  <a:lnTo>
                    <a:pt x="8889" y="5893"/>
                  </a:lnTo>
                  <a:lnTo>
                    <a:pt x="8821" y="5152"/>
                  </a:lnTo>
                  <a:lnTo>
                    <a:pt x="8720" y="4411"/>
                  </a:lnTo>
                  <a:lnTo>
                    <a:pt x="8586" y="3671"/>
                  </a:lnTo>
                  <a:lnTo>
                    <a:pt x="8417" y="2964"/>
                  </a:lnTo>
                  <a:lnTo>
                    <a:pt x="8182" y="2257"/>
                  </a:lnTo>
                  <a:lnTo>
                    <a:pt x="7980" y="1785"/>
                  </a:lnTo>
                  <a:lnTo>
                    <a:pt x="7710" y="1348"/>
                  </a:lnTo>
                  <a:lnTo>
                    <a:pt x="7374" y="944"/>
                  </a:lnTo>
                  <a:lnTo>
                    <a:pt x="7003" y="607"/>
                  </a:lnTo>
                  <a:lnTo>
                    <a:pt x="6801" y="439"/>
                  </a:lnTo>
                  <a:lnTo>
                    <a:pt x="6599" y="304"/>
                  </a:lnTo>
                  <a:lnTo>
                    <a:pt x="6364" y="203"/>
                  </a:lnTo>
                  <a:lnTo>
                    <a:pt x="6128" y="102"/>
                  </a:lnTo>
                  <a:lnTo>
                    <a:pt x="5892" y="68"/>
                  </a:lnTo>
                  <a:lnTo>
                    <a:pt x="5623" y="1"/>
                  </a:lnTo>
                  <a:lnTo>
                    <a:pt x="5354" y="1"/>
                  </a:lnTo>
                  <a:lnTo>
                    <a:pt x="5118" y="35"/>
                  </a:lnTo>
                  <a:lnTo>
                    <a:pt x="5084" y="1"/>
                  </a:lnTo>
                  <a:lnTo>
                    <a:pt x="501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6" name="Google Shape;103;p2"/>
            <p:cNvSpPr>
              <a:spLocks/>
            </p:cNvSpPr>
            <p:nvPr/>
          </p:nvSpPr>
          <p:spPr bwMode="auto">
            <a:xfrm>
              <a:off x="2458754" y="5637686"/>
              <a:ext cx="152652" cy="166993"/>
            </a:xfrm>
            <a:custGeom>
              <a:avLst/>
              <a:gdLst>
                <a:gd name="T0" fmla="*/ 127932 w 2291"/>
                <a:gd name="T1" fmla="*/ 11320 h 2493"/>
                <a:gd name="T2" fmla="*/ 127932 w 2291"/>
                <a:gd name="T3" fmla="*/ 42937 h 2493"/>
                <a:gd name="T4" fmla="*/ 130197 w 2291"/>
                <a:gd name="T5" fmla="*/ 74487 h 2493"/>
                <a:gd name="T6" fmla="*/ 134662 w 2291"/>
                <a:gd name="T7" fmla="*/ 103826 h 2493"/>
                <a:gd name="T8" fmla="*/ 141391 w 2291"/>
                <a:gd name="T9" fmla="*/ 133099 h 2493"/>
                <a:gd name="T10" fmla="*/ 143657 w 2291"/>
                <a:gd name="T11" fmla="*/ 135376 h 2493"/>
                <a:gd name="T12" fmla="*/ 141391 w 2291"/>
                <a:gd name="T13" fmla="*/ 135376 h 2493"/>
                <a:gd name="T14" fmla="*/ 114472 w 2291"/>
                <a:gd name="T15" fmla="*/ 137654 h 2493"/>
                <a:gd name="T16" fmla="*/ 87553 w 2291"/>
                <a:gd name="T17" fmla="*/ 142142 h 2493"/>
                <a:gd name="T18" fmla="*/ 60634 w 2291"/>
                <a:gd name="T19" fmla="*/ 144419 h 2493"/>
                <a:gd name="T20" fmla="*/ 31450 w 2291"/>
                <a:gd name="T21" fmla="*/ 148907 h 2493"/>
                <a:gd name="T22" fmla="*/ 20256 w 2291"/>
                <a:gd name="T23" fmla="*/ 88018 h 2493"/>
                <a:gd name="T24" fmla="*/ 9062 w 2291"/>
                <a:gd name="T25" fmla="*/ 27129 h 2493"/>
                <a:gd name="T26" fmla="*/ 38180 w 2291"/>
                <a:gd name="T27" fmla="*/ 24851 h 2493"/>
                <a:gd name="T28" fmla="*/ 69630 w 2291"/>
                <a:gd name="T29" fmla="*/ 22641 h 2493"/>
                <a:gd name="T30" fmla="*/ 127932 w 2291"/>
                <a:gd name="T31" fmla="*/ 11320 h 2493"/>
                <a:gd name="T32" fmla="*/ 127932 w 2291"/>
                <a:gd name="T33" fmla="*/ 67 h 2493"/>
                <a:gd name="T34" fmla="*/ 67364 w 2291"/>
                <a:gd name="T35" fmla="*/ 9110 h 2493"/>
                <a:gd name="T36" fmla="*/ 35981 w 2291"/>
                <a:gd name="T37" fmla="*/ 13598 h 2493"/>
                <a:gd name="T38" fmla="*/ 4531 w 2291"/>
                <a:gd name="T39" fmla="*/ 18086 h 2493"/>
                <a:gd name="T40" fmla="*/ 2332 w 2291"/>
                <a:gd name="T41" fmla="*/ 20363 h 2493"/>
                <a:gd name="T42" fmla="*/ 2332 w 2291"/>
                <a:gd name="T43" fmla="*/ 22641 h 2493"/>
                <a:gd name="T44" fmla="*/ 67 w 2291"/>
                <a:gd name="T45" fmla="*/ 24851 h 2493"/>
                <a:gd name="T46" fmla="*/ 67 w 2291"/>
                <a:gd name="T47" fmla="*/ 27129 h 2493"/>
                <a:gd name="T48" fmla="*/ 67 w 2291"/>
                <a:gd name="T49" fmla="*/ 60956 h 2493"/>
                <a:gd name="T50" fmla="*/ 6796 w 2291"/>
                <a:gd name="T51" fmla="*/ 97061 h 2493"/>
                <a:gd name="T52" fmla="*/ 13526 w 2291"/>
                <a:gd name="T53" fmla="*/ 130888 h 2493"/>
                <a:gd name="T54" fmla="*/ 22521 w 2291"/>
                <a:gd name="T55" fmla="*/ 164716 h 2493"/>
                <a:gd name="T56" fmla="*/ 26986 w 2291"/>
                <a:gd name="T57" fmla="*/ 166926 h 2493"/>
                <a:gd name="T58" fmla="*/ 31450 w 2291"/>
                <a:gd name="T59" fmla="*/ 166926 h 2493"/>
                <a:gd name="T60" fmla="*/ 33715 w 2291"/>
                <a:gd name="T61" fmla="*/ 164716 h 2493"/>
                <a:gd name="T62" fmla="*/ 35981 w 2291"/>
                <a:gd name="T63" fmla="*/ 160161 h 2493"/>
                <a:gd name="T64" fmla="*/ 33715 w 2291"/>
                <a:gd name="T65" fmla="*/ 155673 h 2493"/>
                <a:gd name="T66" fmla="*/ 33715 w 2291"/>
                <a:gd name="T67" fmla="*/ 155673 h 2493"/>
                <a:gd name="T68" fmla="*/ 60634 w 2291"/>
                <a:gd name="T69" fmla="*/ 157950 h 2493"/>
                <a:gd name="T70" fmla="*/ 89819 w 2291"/>
                <a:gd name="T71" fmla="*/ 157950 h 2493"/>
                <a:gd name="T72" fmla="*/ 118937 w 2291"/>
                <a:gd name="T73" fmla="*/ 153395 h 2493"/>
                <a:gd name="T74" fmla="*/ 143657 w 2291"/>
                <a:gd name="T75" fmla="*/ 144419 h 2493"/>
                <a:gd name="T76" fmla="*/ 145856 w 2291"/>
                <a:gd name="T77" fmla="*/ 142142 h 2493"/>
                <a:gd name="T78" fmla="*/ 145856 w 2291"/>
                <a:gd name="T79" fmla="*/ 137654 h 2493"/>
                <a:gd name="T80" fmla="*/ 150387 w 2291"/>
                <a:gd name="T81" fmla="*/ 137654 h 2493"/>
                <a:gd name="T82" fmla="*/ 152585 w 2291"/>
                <a:gd name="T83" fmla="*/ 135376 h 2493"/>
                <a:gd name="T84" fmla="*/ 152585 w 2291"/>
                <a:gd name="T85" fmla="*/ 133099 h 2493"/>
                <a:gd name="T86" fmla="*/ 150387 w 2291"/>
                <a:gd name="T87" fmla="*/ 101549 h 2493"/>
                <a:gd name="T88" fmla="*/ 145856 w 2291"/>
                <a:gd name="T89" fmla="*/ 69999 h 2493"/>
                <a:gd name="T90" fmla="*/ 141391 w 2291"/>
                <a:gd name="T91" fmla="*/ 40660 h 2493"/>
                <a:gd name="T92" fmla="*/ 134662 w 2291"/>
                <a:gd name="T93" fmla="*/ 9110 h 2493"/>
                <a:gd name="T94" fmla="*/ 134662 w 2291"/>
                <a:gd name="T95" fmla="*/ 6832 h 2493"/>
                <a:gd name="T96" fmla="*/ 134662 w 2291"/>
                <a:gd name="T97" fmla="*/ 2344 h 2493"/>
                <a:gd name="T98" fmla="*/ 132396 w 2291"/>
                <a:gd name="T99" fmla="*/ 67 h 2493"/>
                <a:gd name="T100" fmla="*/ 127932 w 2291"/>
                <a:gd name="T101" fmla="*/ 67 h 249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291" h="2493" extrusionOk="0">
                  <a:moveTo>
                    <a:pt x="1920" y="169"/>
                  </a:moveTo>
                  <a:lnTo>
                    <a:pt x="1920" y="641"/>
                  </a:lnTo>
                  <a:lnTo>
                    <a:pt x="1954" y="1112"/>
                  </a:lnTo>
                  <a:lnTo>
                    <a:pt x="2021" y="1550"/>
                  </a:lnTo>
                  <a:lnTo>
                    <a:pt x="2122" y="1987"/>
                  </a:lnTo>
                  <a:lnTo>
                    <a:pt x="2156" y="2021"/>
                  </a:lnTo>
                  <a:lnTo>
                    <a:pt x="2122" y="2021"/>
                  </a:lnTo>
                  <a:lnTo>
                    <a:pt x="1718" y="2055"/>
                  </a:lnTo>
                  <a:lnTo>
                    <a:pt x="1314" y="2122"/>
                  </a:lnTo>
                  <a:lnTo>
                    <a:pt x="910" y="2156"/>
                  </a:lnTo>
                  <a:lnTo>
                    <a:pt x="472" y="2223"/>
                  </a:lnTo>
                  <a:lnTo>
                    <a:pt x="304" y="1314"/>
                  </a:lnTo>
                  <a:lnTo>
                    <a:pt x="136" y="405"/>
                  </a:lnTo>
                  <a:lnTo>
                    <a:pt x="573" y="371"/>
                  </a:lnTo>
                  <a:lnTo>
                    <a:pt x="1045" y="338"/>
                  </a:lnTo>
                  <a:lnTo>
                    <a:pt x="1920" y="169"/>
                  </a:lnTo>
                  <a:close/>
                  <a:moveTo>
                    <a:pt x="1920" y="1"/>
                  </a:moveTo>
                  <a:lnTo>
                    <a:pt x="1011" y="136"/>
                  </a:lnTo>
                  <a:lnTo>
                    <a:pt x="540" y="203"/>
                  </a:lnTo>
                  <a:lnTo>
                    <a:pt x="68" y="270"/>
                  </a:lnTo>
                  <a:lnTo>
                    <a:pt x="35" y="304"/>
                  </a:lnTo>
                  <a:lnTo>
                    <a:pt x="35" y="338"/>
                  </a:lnTo>
                  <a:lnTo>
                    <a:pt x="1" y="371"/>
                  </a:lnTo>
                  <a:lnTo>
                    <a:pt x="1" y="405"/>
                  </a:lnTo>
                  <a:lnTo>
                    <a:pt x="1" y="910"/>
                  </a:lnTo>
                  <a:lnTo>
                    <a:pt x="102" y="1449"/>
                  </a:lnTo>
                  <a:lnTo>
                    <a:pt x="203" y="1954"/>
                  </a:lnTo>
                  <a:lnTo>
                    <a:pt x="338" y="2459"/>
                  </a:lnTo>
                  <a:lnTo>
                    <a:pt x="405" y="2492"/>
                  </a:lnTo>
                  <a:lnTo>
                    <a:pt x="472" y="2492"/>
                  </a:lnTo>
                  <a:lnTo>
                    <a:pt x="506" y="2459"/>
                  </a:lnTo>
                  <a:lnTo>
                    <a:pt x="540" y="2391"/>
                  </a:lnTo>
                  <a:lnTo>
                    <a:pt x="506" y="2324"/>
                  </a:lnTo>
                  <a:lnTo>
                    <a:pt x="910" y="2358"/>
                  </a:lnTo>
                  <a:lnTo>
                    <a:pt x="1348" y="2358"/>
                  </a:lnTo>
                  <a:lnTo>
                    <a:pt x="1785" y="2290"/>
                  </a:lnTo>
                  <a:lnTo>
                    <a:pt x="2156" y="2156"/>
                  </a:lnTo>
                  <a:lnTo>
                    <a:pt x="2189" y="2122"/>
                  </a:lnTo>
                  <a:lnTo>
                    <a:pt x="2189" y="2055"/>
                  </a:lnTo>
                  <a:lnTo>
                    <a:pt x="2257" y="2055"/>
                  </a:lnTo>
                  <a:lnTo>
                    <a:pt x="2290" y="2021"/>
                  </a:lnTo>
                  <a:lnTo>
                    <a:pt x="2290" y="1987"/>
                  </a:lnTo>
                  <a:lnTo>
                    <a:pt x="2257" y="1516"/>
                  </a:lnTo>
                  <a:lnTo>
                    <a:pt x="2189" y="1045"/>
                  </a:lnTo>
                  <a:lnTo>
                    <a:pt x="2122" y="607"/>
                  </a:lnTo>
                  <a:lnTo>
                    <a:pt x="2021" y="136"/>
                  </a:lnTo>
                  <a:lnTo>
                    <a:pt x="2021" y="102"/>
                  </a:lnTo>
                  <a:lnTo>
                    <a:pt x="2021" y="35"/>
                  </a:lnTo>
                  <a:lnTo>
                    <a:pt x="1987" y="1"/>
                  </a:lnTo>
                  <a:lnTo>
                    <a:pt x="192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7" name="Google Shape;104;p2"/>
            <p:cNvSpPr>
              <a:spLocks/>
            </p:cNvSpPr>
            <p:nvPr/>
          </p:nvSpPr>
          <p:spPr bwMode="auto">
            <a:xfrm>
              <a:off x="2617766" y="5618601"/>
              <a:ext cx="154242" cy="147908"/>
            </a:xfrm>
            <a:custGeom>
              <a:avLst/>
              <a:gdLst>
                <a:gd name="T0" fmla="*/ 127362 w 2324"/>
                <a:gd name="T1" fmla="*/ 13507 h 2223"/>
                <a:gd name="T2" fmla="*/ 129619 w 2324"/>
                <a:gd name="T3" fmla="*/ 38125 h 2223"/>
                <a:gd name="T4" fmla="*/ 134066 w 2324"/>
                <a:gd name="T5" fmla="*/ 62809 h 2223"/>
                <a:gd name="T6" fmla="*/ 138579 w 2324"/>
                <a:gd name="T7" fmla="*/ 91885 h 2223"/>
                <a:gd name="T8" fmla="*/ 143026 w 2324"/>
                <a:gd name="T9" fmla="*/ 121028 h 2223"/>
                <a:gd name="T10" fmla="*/ 129619 w 2324"/>
                <a:gd name="T11" fmla="*/ 121028 h 2223"/>
                <a:gd name="T12" fmla="*/ 118469 w 2324"/>
                <a:gd name="T13" fmla="*/ 123290 h 2223"/>
                <a:gd name="T14" fmla="*/ 93846 w 2324"/>
                <a:gd name="T15" fmla="*/ 127748 h 2223"/>
                <a:gd name="T16" fmla="*/ 62586 w 2324"/>
                <a:gd name="T17" fmla="*/ 130010 h 2223"/>
                <a:gd name="T18" fmla="*/ 46923 w 2324"/>
                <a:gd name="T19" fmla="*/ 134468 h 2223"/>
                <a:gd name="T20" fmla="*/ 31326 w 2324"/>
                <a:gd name="T21" fmla="*/ 138926 h 2223"/>
                <a:gd name="T22" fmla="*/ 26813 w 2324"/>
                <a:gd name="T23" fmla="*/ 109850 h 2223"/>
                <a:gd name="T24" fmla="*/ 17920 w 2324"/>
                <a:gd name="T25" fmla="*/ 78445 h 2223"/>
                <a:gd name="T26" fmla="*/ 13407 w 2324"/>
                <a:gd name="T27" fmla="*/ 53827 h 2223"/>
                <a:gd name="T28" fmla="*/ 6703 w 2324"/>
                <a:gd name="T29" fmla="*/ 29209 h 2223"/>
                <a:gd name="T30" fmla="*/ 67033 w 2324"/>
                <a:gd name="T31" fmla="*/ 22489 h 2223"/>
                <a:gd name="T32" fmla="*/ 127362 w 2324"/>
                <a:gd name="T33" fmla="*/ 13507 h 2223"/>
                <a:gd name="T34" fmla="*/ 125172 w 2324"/>
                <a:gd name="T35" fmla="*/ 67 h 2223"/>
                <a:gd name="T36" fmla="*/ 64843 w 2324"/>
                <a:gd name="T37" fmla="*/ 9049 h 2223"/>
                <a:gd name="T38" fmla="*/ 4513 w 2324"/>
                <a:gd name="T39" fmla="*/ 17965 h 2223"/>
                <a:gd name="T40" fmla="*/ 2257 w 2324"/>
                <a:gd name="T41" fmla="*/ 20227 h 2223"/>
                <a:gd name="T42" fmla="*/ 2257 w 2324"/>
                <a:gd name="T43" fmla="*/ 24685 h 2223"/>
                <a:gd name="T44" fmla="*/ 0 w 2324"/>
                <a:gd name="T45" fmla="*/ 38125 h 2223"/>
                <a:gd name="T46" fmla="*/ 2257 w 2324"/>
                <a:gd name="T47" fmla="*/ 53827 h 2223"/>
                <a:gd name="T48" fmla="*/ 6703 w 2324"/>
                <a:gd name="T49" fmla="*/ 80707 h 2223"/>
                <a:gd name="T50" fmla="*/ 13407 w 2324"/>
                <a:gd name="T51" fmla="*/ 114308 h 2223"/>
                <a:gd name="T52" fmla="*/ 17920 w 2324"/>
                <a:gd name="T53" fmla="*/ 130010 h 2223"/>
                <a:gd name="T54" fmla="*/ 24623 w 2324"/>
                <a:gd name="T55" fmla="*/ 145646 h 2223"/>
                <a:gd name="T56" fmla="*/ 26813 w 2324"/>
                <a:gd name="T57" fmla="*/ 147908 h 2223"/>
                <a:gd name="T58" fmla="*/ 44733 w 2324"/>
                <a:gd name="T59" fmla="*/ 147908 h 2223"/>
                <a:gd name="T60" fmla="*/ 60330 w 2324"/>
                <a:gd name="T61" fmla="*/ 145646 h 2223"/>
                <a:gd name="T62" fmla="*/ 87143 w 2324"/>
                <a:gd name="T63" fmla="*/ 141188 h 2223"/>
                <a:gd name="T64" fmla="*/ 116212 w 2324"/>
                <a:gd name="T65" fmla="*/ 136730 h 2223"/>
                <a:gd name="T66" fmla="*/ 131876 w 2324"/>
                <a:gd name="T67" fmla="*/ 134468 h 2223"/>
                <a:gd name="T68" fmla="*/ 145282 w 2324"/>
                <a:gd name="T69" fmla="*/ 132206 h 2223"/>
                <a:gd name="T70" fmla="*/ 151985 w 2324"/>
                <a:gd name="T71" fmla="*/ 132206 h 2223"/>
                <a:gd name="T72" fmla="*/ 154176 w 2324"/>
                <a:gd name="T73" fmla="*/ 130010 h 2223"/>
                <a:gd name="T74" fmla="*/ 154176 w 2324"/>
                <a:gd name="T75" fmla="*/ 114308 h 2223"/>
                <a:gd name="T76" fmla="*/ 151985 w 2324"/>
                <a:gd name="T77" fmla="*/ 98605 h 2223"/>
                <a:gd name="T78" fmla="*/ 147472 w 2324"/>
                <a:gd name="T79" fmla="*/ 69529 h 2223"/>
                <a:gd name="T80" fmla="*/ 143026 w 2324"/>
                <a:gd name="T81" fmla="*/ 35929 h 2223"/>
                <a:gd name="T82" fmla="*/ 138579 w 2324"/>
                <a:gd name="T83" fmla="*/ 20227 h 2223"/>
                <a:gd name="T84" fmla="*/ 131876 w 2324"/>
                <a:gd name="T85" fmla="*/ 2329 h 2223"/>
                <a:gd name="T86" fmla="*/ 129619 w 2324"/>
                <a:gd name="T87" fmla="*/ 2329 h 2223"/>
                <a:gd name="T88" fmla="*/ 125172 w 2324"/>
                <a:gd name="T89" fmla="*/ 67 h 222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324" h="2223" extrusionOk="0">
                  <a:moveTo>
                    <a:pt x="1919" y="203"/>
                  </a:moveTo>
                  <a:lnTo>
                    <a:pt x="1953" y="573"/>
                  </a:lnTo>
                  <a:lnTo>
                    <a:pt x="2020" y="944"/>
                  </a:lnTo>
                  <a:lnTo>
                    <a:pt x="2088" y="1381"/>
                  </a:lnTo>
                  <a:lnTo>
                    <a:pt x="2155" y="1819"/>
                  </a:lnTo>
                  <a:lnTo>
                    <a:pt x="1953" y="1819"/>
                  </a:lnTo>
                  <a:lnTo>
                    <a:pt x="1785" y="1853"/>
                  </a:lnTo>
                  <a:lnTo>
                    <a:pt x="1414" y="1920"/>
                  </a:lnTo>
                  <a:lnTo>
                    <a:pt x="943" y="1954"/>
                  </a:lnTo>
                  <a:lnTo>
                    <a:pt x="707" y="2021"/>
                  </a:lnTo>
                  <a:lnTo>
                    <a:pt x="472" y="2088"/>
                  </a:lnTo>
                  <a:lnTo>
                    <a:pt x="404" y="1651"/>
                  </a:lnTo>
                  <a:lnTo>
                    <a:pt x="270" y="1179"/>
                  </a:lnTo>
                  <a:lnTo>
                    <a:pt x="202" y="809"/>
                  </a:lnTo>
                  <a:lnTo>
                    <a:pt x="101" y="439"/>
                  </a:lnTo>
                  <a:lnTo>
                    <a:pt x="1010" y="338"/>
                  </a:lnTo>
                  <a:lnTo>
                    <a:pt x="1919" y="203"/>
                  </a:lnTo>
                  <a:close/>
                  <a:moveTo>
                    <a:pt x="1886" y="1"/>
                  </a:moveTo>
                  <a:lnTo>
                    <a:pt x="977" y="136"/>
                  </a:lnTo>
                  <a:lnTo>
                    <a:pt x="68" y="270"/>
                  </a:lnTo>
                  <a:lnTo>
                    <a:pt x="34" y="304"/>
                  </a:lnTo>
                  <a:lnTo>
                    <a:pt x="34" y="371"/>
                  </a:lnTo>
                  <a:lnTo>
                    <a:pt x="0" y="573"/>
                  </a:lnTo>
                  <a:lnTo>
                    <a:pt x="34" y="809"/>
                  </a:lnTo>
                  <a:lnTo>
                    <a:pt x="101" y="1213"/>
                  </a:lnTo>
                  <a:lnTo>
                    <a:pt x="202" y="1718"/>
                  </a:lnTo>
                  <a:lnTo>
                    <a:pt x="270" y="1954"/>
                  </a:lnTo>
                  <a:lnTo>
                    <a:pt x="371" y="2189"/>
                  </a:lnTo>
                  <a:lnTo>
                    <a:pt x="404" y="2223"/>
                  </a:lnTo>
                  <a:lnTo>
                    <a:pt x="674" y="2223"/>
                  </a:lnTo>
                  <a:lnTo>
                    <a:pt x="909" y="2189"/>
                  </a:lnTo>
                  <a:lnTo>
                    <a:pt x="1313" y="2122"/>
                  </a:lnTo>
                  <a:lnTo>
                    <a:pt x="1751" y="2055"/>
                  </a:lnTo>
                  <a:lnTo>
                    <a:pt x="1987" y="2021"/>
                  </a:lnTo>
                  <a:lnTo>
                    <a:pt x="2189" y="1987"/>
                  </a:lnTo>
                  <a:lnTo>
                    <a:pt x="2290" y="1987"/>
                  </a:lnTo>
                  <a:lnTo>
                    <a:pt x="2323" y="1954"/>
                  </a:lnTo>
                  <a:lnTo>
                    <a:pt x="2323" y="1718"/>
                  </a:lnTo>
                  <a:lnTo>
                    <a:pt x="2290" y="1482"/>
                  </a:lnTo>
                  <a:lnTo>
                    <a:pt x="2222" y="1045"/>
                  </a:lnTo>
                  <a:lnTo>
                    <a:pt x="2155" y="540"/>
                  </a:lnTo>
                  <a:lnTo>
                    <a:pt x="2088" y="304"/>
                  </a:lnTo>
                  <a:lnTo>
                    <a:pt x="1987" y="35"/>
                  </a:lnTo>
                  <a:lnTo>
                    <a:pt x="1953" y="35"/>
                  </a:lnTo>
                  <a:lnTo>
                    <a:pt x="188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8" name="Google Shape;105;p2"/>
            <p:cNvSpPr>
              <a:spLocks/>
            </p:cNvSpPr>
            <p:nvPr/>
          </p:nvSpPr>
          <p:spPr bwMode="auto">
            <a:xfrm>
              <a:off x="2143910" y="5912826"/>
              <a:ext cx="50884" cy="42940"/>
            </a:xfrm>
            <a:custGeom>
              <a:avLst/>
              <a:gdLst>
                <a:gd name="T0" fmla="*/ 44196 w 776"/>
                <a:gd name="T1" fmla="*/ 0 h 640"/>
                <a:gd name="T2" fmla="*/ 37573 w 776"/>
                <a:gd name="T3" fmla="*/ 13553 h 640"/>
                <a:gd name="T4" fmla="*/ 35343 w 776"/>
                <a:gd name="T5" fmla="*/ 29387 h 640"/>
                <a:gd name="T6" fmla="*/ 28721 w 776"/>
                <a:gd name="T7" fmla="*/ 22611 h 640"/>
                <a:gd name="T8" fmla="*/ 26557 w 776"/>
                <a:gd name="T9" fmla="*/ 18048 h 640"/>
                <a:gd name="T10" fmla="*/ 28721 w 776"/>
                <a:gd name="T11" fmla="*/ 11272 h 640"/>
                <a:gd name="T12" fmla="*/ 28721 w 776"/>
                <a:gd name="T13" fmla="*/ 9058 h 640"/>
                <a:gd name="T14" fmla="*/ 26557 w 776"/>
                <a:gd name="T15" fmla="*/ 4495 h 640"/>
                <a:gd name="T16" fmla="*/ 22098 w 776"/>
                <a:gd name="T17" fmla="*/ 4495 h 640"/>
                <a:gd name="T18" fmla="*/ 19934 w 776"/>
                <a:gd name="T19" fmla="*/ 9058 h 640"/>
                <a:gd name="T20" fmla="*/ 11082 w 776"/>
                <a:gd name="T21" fmla="*/ 27106 h 640"/>
                <a:gd name="T22" fmla="*/ 8852 w 776"/>
                <a:gd name="T23" fmla="*/ 24825 h 640"/>
                <a:gd name="T24" fmla="*/ 6688 w 776"/>
                <a:gd name="T25" fmla="*/ 18048 h 640"/>
                <a:gd name="T26" fmla="*/ 6688 w 776"/>
                <a:gd name="T27" fmla="*/ 15834 h 640"/>
                <a:gd name="T28" fmla="*/ 4459 w 776"/>
                <a:gd name="T29" fmla="*/ 13553 h 640"/>
                <a:gd name="T30" fmla="*/ 2229 w 776"/>
                <a:gd name="T31" fmla="*/ 13553 h 640"/>
                <a:gd name="T32" fmla="*/ 66 w 776"/>
                <a:gd name="T33" fmla="*/ 18048 h 640"/>
                <a:gd name="T34" fmla="*/ 66 w 776"/>
                <a:gd name="T35" fmla="*/ 20329 h 640"/>
                <a:gd name="T36" fmla="*/ 66 w 776"/>
                <a:gd name="T37" fmla="*/ 27106 h 640"/>
                <a:gd name="T38" fmla="*/ 6688 w 776"/>
                <a:gd name="T39" fmla="*/ 40659 h 640"/>
                <a:gd name="T40" fmla="*/ 8852 w 776"/>
                <a:gd name="T41" fmla="*/ 42940 h 640"/>
                <a:gd name="T42" fmla="*/ 13311 w 776"/>
                <a:gd name="T43" fmla="*/ 42940 h 640"/>
                <a:gd name="T44" fmla="*/ 15475 w 776"/>
                <a:gd name="T45" fmla="*/ 40659 h 640"/>
                <a:gd name="T46" fmla="*/ 22098 w 776"/>
                <a:gd name="T47" fmla="*/ 27106 h 640"/>
                <a:gd name="T48" fmla="*/ 24327 w 776"/>
                <a:gd name="T49" fmla="*/ 29387 h 640"/>
                <a:gd name="T50" fmla="*/ 30950 w 776"/>
                <a:gd name="T51" fmla="*/ 36164 h 640"/>
                <a:gd name="T52" fmla="*/ 37573 w 776"/>
                <a:gd name="T53" fmla="*/ 40659 h 640"/>
                <a:gd name="T54" fmla="*/ 41966 w 776"/>
                <a:gd name="T55" fmla="*/ 40659 h 640"/>
                <a:gd name="T56" fmla="*/ 44196 w 776"/>
                <a:gd name="T57" fmla="*/ 36164 h 640"/>
                <a:gd name="T58" fmla="*/ 46425 w 776"/>
                <a:gd name="T59" fmla="*/ 20329 h 640"/>
                <a:gd name="T60" fmla="*/ 50818 w 776"/>
                <a:gd name="T61" fmla="*/ 4495 h 640"/>
                <a:gd name="T62" fmla="*/ 50818 w 776"/>
                <a:gd name="T63" fmla="*/ 2281 h 640"/>
                <a:gd name="T64" fmla="*/ 48589 w 776"/>
                <a:gd name="T65" fmla="*/ 0 h 640"/>
                <a:gd name="T66" fmla="*/ 44196 w 776"/>
                <a:gd name="T67" fmla="*/ 0 h 6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76" h="640" extrusionOk="0">
                  <a:moveTo>
                    <a:pt x="674" y="0"/>
                  </a:moveTo>
                  <a:lnTo>
                    <a:pt x="573" y="202"/>
                  </a:lnTo>
                  <a:lnTo>
                    <a:pt x="539" y="438"/>
                  </a:lnTo>
                  <a:lnTo>
                    <a:pt x="438" y="337"/>
                  </a:lnTo>
                  <a:lnTo>
                    <a:pt x="405" y="269"/>
                  </a:lnTo>
                  <a:lnTo>
                    <a:pt x="438" y="168"/>
                  </a:lnTo>
                  <a:lnTo>
                    <a:pt x="438" y="135"/>
                  </a:lnTo>
                  <a:lnTo>
                    <a:pt x="405" y="67"/>
                  </a:lnTo>
                  <a:lnTo>
                    <a:pt x="337" y="67"/>
                  </a:lnTo>
                  <a:lnTo>
                    <a:pt x="304" y="135"/>
                  </a:lnTo>
                  <a:lnTo>
                    <a:pt x="169" y="404"/>
                  </a:lnTo>
                  <a:lnTo>
                    <a:pt x="135" y="370"/>
                  </a:lnTo>
                  <a:lnTo>
                    <a:pt x="102" y="269"/>
                  </a:lnTo>
                  <a:lnTo>
                    <a:pt x="102" y="236"/>
                  </a:lnTo>
                  <a:lnTo>
                    <a:pt x="68" y="202"/>
                  </a:lnTo>
                  <a:lnTo>
                    <a:pt x="34" y="202"/>
                  </a:lnTo>
                  <a:lnTo>
                    <a:pt x="1" y="269"/>
                  </a:lnTo>
                  <a:lnTo>
                    <a:pt x="1" y="303"/>
                  </a:lnTo>
                  <a:lnTo>
                    <a:pt x="1" y="404"/>
                  </a:lnTo>
                  <a:lnTo>
                    <a:pt x="102" y="606"/>
                  </a:lnTo>
                  <a:lnTo>
                    <a:pt x="135" y="640"/>
                  </a:lnTo>
                  <a:lnTo>
                    <a:pt x="203" y="640"/>
                  </a:lnTo>
                  <a:lnTo>
                    <a:pt x="236" y="606"/>
                  </a:lnTo>
                  <a:lnTo>
                    <a:pt x="337" y="404"/>
                  </a:lnTo>
                  <a:lnTo>
                    <a:pt x="371" y="438"/>
                  </a:lnTo>
                  <a:lnTo>
                    <a:pt x="472" y="539"/>
                  </a:lnTo>
                  <a:lnTo>
                    <a:pt x="573" y="606"/>
                  </a:lnTo>
                  <a:lnTo>
                    <a:pt x="640" y="606"/>
                  </a:lnTo>
                  <a:lnTo>
                    <a:pt x="674" y="539"/>
                  </a:lnTo>
                  <a:lnTo>
                    <a:pt x="708" y="303"/>
                  </a:lnTo>
                  <a:lnTo>
                    <a:pt x="775" y="67"/>
                  </a:lnTo>
                  <a:lnTo>
                    <a:pt x="775" y="34"/>
                  </a:lnTo>
                  <a:lnTo>
                    <a:pt x="741" y="0"/>
                  </a:lnTo>
                  <a:lnTo>
                    <a:pt x="67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99" name="Google Shape;106;p2"/>
            <p:cNvSpPr>
              <a:spLocks/>
            </p:cNvSpPr>
            <p:nvPr/>
          </p:nvSpPr>
          <p:spPr bwMode="auto">
            <a:xfrm>
              <a:off x="2779958" y="5591565"/>
              <a:ext cx="155832" cy="152679"/>
            </a:xfrm>
            <a:custGeom>
              <a:avLst/>
              <a:gdLst>
                <a:gd name="T0" fmla="*/ 133168 w 2324"/>
                <a:gd name="T1" fmla="*/ 67 h 2291"/>
                <a:gd name="T2" fmla="*/ 130955 w 2324"/>
                <a:gd name="T3" fmla="*/ 2333 h 2291"/>
                <a:gd name="T4" fmla="*/ 130955 w 2324"/>
                <a:gd name="T5" fmla="*/ 9063 h 2291"/>
                <a:gd name="T6" fmla="*/ 97093 w 2324"/>
                <a:gd name="T7" fmla="*/ 9063 h 2291"/>
                <a:gd name="T8" fmla="*/ 63231 w 2324"/>
                <a:gd name="T9" fmla="*/ 11263 h 2291"/>
                <a:gd name="T10" fmla="*/ 33862 w 2324"/>
                <a:gd name="T11" fmla="*/ 13529 h 2291"/>
                <a:gd name="T12" fmla="*/ 18037 w 2324"/>
                <a:gd name="T13" fmla="*/ 17994 h 2291"/>
                <a:gd name="T14" fmla="*/ 11265 w 2324"/>
                <a:gd name="T15" fmla="*/ 20259 h 2291"/>
                <a:gd name="T16" fmla="*/ 6772 w 2324"/>
                <a:gd name="T17" fmla="*/ 24725 h 2291"/>
                <a:gd name="T18" fmla="*/ 18037 w 2324"/>
                <a:gd name="T19" fmla="*/ 29256 h 2291"/>
                <a:gd name="T20" fmla="*/ 31582 w 2324"/>
                <a:gd name="T21" fmla="*/ 29256 h 2291"/>
                <a:gd name="T22" fmla="*/ 56459 w 2324"/>
                <a:gd name="T23" fmla="*/ 24725 h 2291"/>
                <a:gd name="T24" fmla="*/ 92534 w 2324"/>
                <a:gd name="T25" fmla="*/ 22525 h 2291"/>
                <a:gd name="T26" fmla="*/ 130955 w 2324"/>
                <a:gd name="T27" fmla="*/ 20259 h 2291"/>
                <a:gd name="T28" fmla="*/ 133168 w 2324"/>
                <a:gd name="T29" fmla="*/ 42718 h 2291"/>
                <a:gd name="T30" fmla="*/ 135448 w 2324"/>
                <a:gd name="T31" fmla="*/ 62911 h 2291"/>
                <a:gd name="T32" fmla="*/ 139940 w 2324"/>
                <a:gd name="T33" fmla="*/ 92034 h 2291"/>
                <a:gd name="T34" fmla="*/ 142220 w 2324"/>
                <a:gd name="T35" fmla="*/ 107762 h 2291"/>
                <a:gd name="T36" fmla="*/ 146713 w 2324"/>
                <a:gd name="T37" fmla="*/ 121224 h 2291"/>
                <a:gd name="T38" fmla="*/ 144500 w 2324"/>
                <a:gd name="T39" fmla="*/ 121224 h 2291"/>
                <a:gd name="T40" fmla="*/ 85761 w 2324"/>
                <a:gd name="T41" fmla="*/ 127954 h 2291"/>
                <a:gd name="T42" fmla="*/ 54179 w 2324"/>
                <a:gd name="T43" fmla="*/ 134685 h 2291"/>
                <a:gd name="T44" fmla="*/ 27090 w 2324"/>
                <a:gd name="T45" fmla="*/ 141416 h 2291"/>
                <a:gd name="T46" fmla="*/ 20317 w 2324"/>
                <a:gd name="T47" fmla="*/ 114493 h 2291"/>
                <a:gd name="T48" fmla="*/ 15825 w 2324"/>
                <a:gd name="T49" fmla="*/ 85303 h 2291"/>
                <a:gd name="T50" fmla="*/ 13545 w 2324"/>
                <a:gd name="T51" fmla="*/ 53914 h 2291"/>
                <a:gd name="T52" fmla="*/ 11265 w 2324"/>
                <a:gd name="T53" fmla="*/ 38186 h 2291"/>
                <a:gd name="T54" fmla="*/ 4493 w 2324"/>
                <a:gd name="T55" fmla="*/ 24725 h 2291"/>
                <a:gd name="T56" fmla="*/ 2280 w 2324"/>
                <a:gd name="T57" fmla="*/ 33721 h 2291"/>
                <a:gd name="T58" fmla="*/ 0 w 2324"/>
                <a:gd name="T59" fmla="*/ 44917 h 2291"/>
                <a:gd name="T60" fmla="*/ 0 w 2324"/>
                <a:gd name="T61" fmla="*/ 65110 h 2291"/>
                <a:gd name="T62" fmla="*/ 6772 w 2324"/>
                <a:gd name="T63" fmla="*/ 105496 h 2291"/>
                <a:gd name="T64" fmla="*/ 9052 w 2324"/>
                <a:gd name="T65" fmla="*/ 118958 h 2291"/>
                <a:gd name="T66" fmla="*/ 9052 w 2324"/>
                <a:gd name="T67" fmla="*/ 134685 h 2291"/>
                <a:gd name="T68" fmla="*/ 11265 w 2324"/>
                <a:gd name="T69" fmla="*/ 141416 h 2291"/>
                <a:gd name="T70" fmla="*/ 13545 w 2324"/>
                <a:gd name="T71" fmla="*/ 145881 h 2291"/>
                <a:gd name="T72" fmla="*/ 18037 w 2324"/>
                <a:gd name="T73" fmla="*/ 150413 h 2291"/>
                <a:gd name="T74" fmla="*/ 24810 w 2324"/>
                <a:gd name="T75" fmla="*/ 152612 h 2291"/>
                <a:gd name="T76" fmla="*/ 27090 w 2324"/>
                <a:gd name="T77" fmla="*/ 152612 h 2291"/>
                <a:gd name="T78" fmla="*/ 29369 w 2324"/>
                <a:gd name="T79" fmla="*/ 150413 h 2291"/>
                <a:gd name="T80" fmla="*/ 58672 w 2324"/>
                <a:gd name="T81" fmla="*/ 148147 h 2291"/>
                <a:gd name="T82" fmla="*/ 88041 w 2324"/>
                <a:gd name="T83" fmla="*/ 145881 h 2291"/>
                <a:gd name="T84" fmla="*/ 146713 w 2324"/>
                <a:gd name="T85" fmla="*/ 134685 h 2291"/>
                <a:gd name="T86" fmla="*/ 151272 w 2324"/>
                <a:gd name="T87" fmla="*/ 132420 h 2291"/>
                <a:gd name="T88" fmla="*/ 153485 w 2324"/>
                <a:gd name="T89" fmla="*/ 132420 h 2291"/>
                <a:gd name="T90" fmla="*/ 155765 w 2324"/>
                <a:gd name="T91" fmla="*/ 130220 h 2291"/>
                <a:gd name="T92" fmla="*/ 155765 w 2324"/>
                <a:gd name="T93" fmla="*/ 116758 h 2291"/>
                <a:gd name="T94" fmla="*/ 153485 w 2324"/>
                <a:gd name="T95" fmla="*/ 101031 h 2291"/>
                <a:gd name="T96" fmla="*/ 148993 w 2324"/>
                <a:gd name="T97" fmla="*/ 71841 h 2291"/>
                <a:gd name="T98" fmla="*/ 144500 w 2324"/>
                <a:gd name="T99" fmla="*/ 35987 h 2291"/>
                <a:gd name="T100" fmla="*/ 142220 w 2324"/>
                <a:gd name="T101" fmla="*/ 20259 h 2291"/>
                <a:gd name="T102" fmla="*/ 137728 w 2324"/>
                <a:gd name="T103" fmla="*/ 2333 h 2291"/>
                <a:gd name="T104" fmla="*/ 135448 w 2324"/>
                <a:gd name="T105" fmla="*/ 67 h 2291"/>
                <a:gd name="T106" fmla="*/ 133168 w 2324"/>
                <a:gd name="T107" fmla="*/ 67 h 229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24" h="2291" extrusionOk="0">
                  <a:moveTo>
                    <a:pt x="1986" y="1"/>
                  </a:moveTo>
                  <a:lnTo>
                    <a:pt x="1953" y="35"/>
                  </a:lnTo>
                  <a:lnTo>
                    <a:pt x="1953" y="136"/>
                  </a:lnTo>
                  <a:lnTo>
                    <a:pt x="1448" y="136"/>
                  </a:lnTo>
                  <a:lnTo>
                    <a:pt x="943" y="169"/>
                  </a:lnTo>
                  <a:lnTo>
                    <a:pt x="505" y="203"/>
                  </a:lnTo>
                  <a:lnTo>
                    <a:pt x="269" y="270"/>
                  </a:lnTo>
                  <a:lnTo>
                    <a:pt x="168" y="304"/>
                  </a:lnTo>
                  <a:lnTo>
                    <a:pt x="101" y="371"/>
                  </a:lnTo>
                  <a:lnTo>
                    <a:pt x="269" y="439"/>
                  </a:lnTo>
                  <a:lnTo>
                    <a:pt x="471" y="439"/>
                  </a:lnTo>
                  <a:lnTo>
                    <a:pt x="842" y="371"/>
                  </a:lnTo>
                  <a:lnTo>
                    <a:pt x="1380" y="338"/>
                  </a:lnTo>
                  <a:lnTo>
                    <a:pt x="1953" y="304"/>
                  </a:lnTo>
                  <a:lnTo>
                    <a:pt x="1986" y="641"/>
                  </a:lnTo>
                  <a:lnTo>
                    <a:pt x="2020" y="944"/>
                  </a:lnTo>
                  <a:lnTo>
                    <a:pt x="2087" y="1381"/>
                  </a:lnTo>
                  <a:lnTo>
                    <a:pt x="2121" y="1617"/>
                  </a:lnTo>
                  <a:lnTo>
                    <a:pt x="2188" y="1819"/>
                  </a:lnTo>
                  <a:lnTo>
                    <a:pt x="2155" y="1819"/>
                  </a:lnTo>
                  <a:lnTo>
                    <a:pt x="1279" y="1920"/>
                  </a:lnTo>
                  <a:lnTo>
                    <a:pt x="808" y="2021"/>
                  </a:lnTo>
                  <a:lnTo>
                    <a:pt x="404" y="2122"/>
                  </a:lnTo>
                  <a:lnTo>
                    <a:pt x="303" y="1718"/>
                  </a:lnTo>
                  <a:lnTo>
                    <a:pt x="236" y="1280"/>
                  </a:lnTo>
                  <a:lnTo>
                    <a:pt x="202" y="809"/>
                  </a:lnTo>
                  <a:lnTo>
                    <a:pt x="168" y="573"/>
                  </a:lnTo>
                  <a:lnTo>
                    <a:pt x="67" y="371"/>
                  </a:lnTo>
                  <a:lnTo>
                    <a:pt x="34" y="506"/>
                  </a:lnTo>
                  <a:lnTo>
                    <a:pt x="0" y="674"/>
                  </a:lnTo>
                  <a:lnTo>
                    <a:pt x="0" y="977"/>
                  </a:lnTo>
                  <a:lnTo>
                    <a:pt x="101" y="1583"/>
                  </a:lnTo>
                  <a:lnTo>
                    <a:pt x="135" y="1785"/>
                  </a:lnTo>
                  <a:lnTo>
                    <a:pt x="135" y="2021"/>
                  </a:lnTo>
                  <a:lnTo>
                    <a:pt x="168" y="2122"/>
                  </a:lnTo>
                  <a:lnTo>
                    <a:pt x="202" y="2189"/>
                  </a:lnTo>
                  <a:lnTo>
                    <a:pt x="269" y="2257"/>
                  </a:lnTo>
                  <a:lnTo>
                    <a:pt x="370" y="2290"/>
                  </a:lnTo>
                  <a:lnTo>
                    <a:pt x="404" y="2290"/>
                  </a:lnTo>
                  <a:lnTo>
                    <a:pt x="438" y="2257"/>
                  </a:lnTo>
                  <a:lnTo>
                    <a:pt x="875" y="2223"/>
                  </a:lnTo>
                  <a:lnTo>
                    <a:pt x="1313" y="2189"/>
                  </a:lnTo>
                  <a:lnTo>
                    <a:pt x="2188" y="2021"/>
                  </a:lnTo>
                  <a:lnTo>
                    <a:pt x="2256" y="1987"/>
                  </a:lnTo>
                  <a:lnTo>
                    <a:pt x="2289" y="1987"/>
                  </a:lnTo>
                  <a:lnTo>
                    <a:pt x="2323" y="1954"/>
                  </a:lnTo>
                  <a:lnTo>
                    <a:pt x="2323" y="1752"/>
                  </a:lnTo>
                  <a:lnTo>
                    <a:pt x="2289" y="1516"/>
                  </a:lnTo>
                  <a:lnTo>
                    <a:pt x="2222" y="1078"/>
                  </a:lnTo>
                  <a:lnTo>
                    <a:pt x="2155" y="540"/>
                  </a:lnTo>
                  <a:lnTo>
                    <a:pt x="2121" y="304"/>
                  </a:lnTo>
                  <a:lnTo>
                    <a:pt x="2054" y="35"/>
                  </a:lnTo>
                  <a:lnTo>
                    <a:pt x="2020" y="1"/>
                  </a:lnTo>
                  <a:lnTo>
                    <a:pt x="198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0" name="Google Shape;107;p2"/>
            <p:cNvSpPr>
              <a:spLocks/>
            </p:cNvSpPr>
            <p:nvPr/>
          </p:nvSpPr>
          <p:spPr bwMode="auto">
            <a:xfrm>
              <a:off x="2845154" y="5675856"/>
              <a:ext cx="27032" cy="41351"/>
            </a:xfrm>
            <a:custGeom>
              <a:avLst/>
              <a:gdLst>
                <a:gd name="T0" fmla="*/ 15752 w 405"/>
                <a:gd name="T1" fmla="*/ 0 h 607"/>
                <a:gd name="T2" fmla="*/ 9011 w 405"/>
                <a:gd name="T3" fmla="*/ 4632 h 607"/>
                <a:gd name="T4" fmla="*/ 0 w 405"/>
                <a:gd name="T5" fmla="*/ 9197 h 607"/>
                <a:gd name="T6" fmla="*/ 0 w 405"/>
                <a:gd name="T7" fmla="*/ 11513 h 607"/>
                <a:gd name="T8" fmla="*/ 0 w 405"/>
                <a:gd name="T9" fmla="*/ 13761 h 607"/>
                <a:gd name="T10" fmla="*/ 11280 w 405"/>
                <a:gd name="T11" fmla="*/ 13761 h 607"/>
                <a:gd name="T12" fmla="*/ 13483 w 405"/>
                <a:gd name="T13" fmla="*/ 11513 h 607"/>
                <a:gd name="T14" fmla="*/ 13483 w 405"/>
                <a:gd name="T15" fmla="*/ 22958 h 607"/>
                <a:gd name="T16" fmla="*/ 11280 w 405"/>
                <a:gd name="T17" fmla="*/ 34402 h 607"/>
                <a:gd name="T18" fmla="*/ 11280 w 405"/>
                <a:gd name="T19" fmla="*/ 39035 h 607"/>
                <a:gd name="T20" fmla="*/ 13483 w 405"/>
                <a:gd name="T21" fmla="*/ 41283 h 607"/>
                <a:gd name="T22" fmla="*/ 18021 w 405"/>
                <a:gd name="T23" fmla="*/ 41283 h 607"/>
                <a:gd name="T24" fmla="*/ 22493 w 405"/>
                <a:gd name="T25" fmla="*/ 39035 h 607"/>
                <a:gd name="T26" fmla="*/ 24763 w 405"/>
                <a:gd name="T27" fmla="*/ 29838 h 607"/>
                <a:gd name="T28" fmla="*/ 26965 w 405"/>
                <a:gd name="T29" fmla="*/ 20641 h 607"/>
                <a:gd name="T30" fmla="*/ 24763 w 405"/>
                <a:gd name="T31" fmla="*/ 11513 h 607"/>
                <a:gd name="T32" fmla="*/ 22493 w 405"/>
                <a:gd name="T33" fmla="*/ 2316 h 607"/>
                <a:gd name="T34" fmla="*/ 20224 w 405"/>
                <a:gd name="T35" fmla="*/ 0 h 607"/>
                <a:gd name="T36" fmla="*/ 15752 w 405"/>
                <a:gd name="T37" fmla="*/ 0 h 6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5" h="607" extrusionOk="0">
                  <a:moveTo>
                    <a:pt x="236" y="0"/>
                  </a:moveTo>
                  <a:lnTo>
                    <a:pt x="135" y="68"/>
                  </a:lnTo>
                  <a:lnTo>
                    <a:pt x="0" y="135"/>
                  </a:lnTo>
                  <a:lnTo>
                    <a:pt x="0" y="169"/>
                  </a:lnTo>
                  <a:lnTo>
                    <a:pt x="0" y="202"/>
                  </a:lnTo>
                  <a:lnTo>
                    <a:pt x="169" y="202"/>
                  </a:lnTo>
                  <a:lnTo>
                    <a:pt x="202" y="169"/>
                  </a:lnTo>
                  <a:lnTo>
                    <a:pt x="202" y="337"/>
                  </a:lnTo>
                  <a:lnTo>
                    <a:pt x="169" y="505"/>
                  </a:lnTo>
                  <a:lnTo>
                    <a:pt x="169" y="573"/>
                  </a:lnTo>
                  <a:lnTo>
                    <a:pt x="202" y="606"/>
                  </a:lnTo>
                  <a:lnTo>
                    <a:pt x="270" y="606"/>
                  </a:lnTo>
                  <a:lnTo>
                    <a:pt x="337" y="573"/>
                  </a:lnTo>
                  <a:lnTo>
                    <a:pt x="371" y="438"/>
                  </a:lnTo>
                  <a:lnTo>
                    <a:pt x="404" y="303"/>
                  </a:lnTo>
                  <a:lnTo>
                    <a:pt x="371" y="169"/>
                  </a:lnTo>
                  <a:lnTo>
                    <a:pt x="337" y="34"/>
                  </a:lnTo>
                  <a:lnTo>
                    <a:pt x="303" y="0"/>
                  </a:lnTo>
                  <a:lnTo>
                    <a:pt x="23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1" name="Google Shape;108;p2"/>
            <p:cNvSpPr>
              <a:spLocks/>
            </p:cNvSpPr>
            <p:nvPr/>
          </p:nvSpPr>
          <p:spPr bwMode="auto">
            <a:xfrm>
              <a:off x="2686142" y="5701302"/>
              <a:ext cx="34983" cy="39761"/>
            </a:xfrm>
            <a:custGeom>
              <a:avLst/>
              <a:gdLst>
                <a:gd name="T0" fmla="*/ 18630 w 507"/>
                <a:gd name="T1" fmla="*/ 66 h 607"/>
                <a:gd name="T2" fmla="*/ 14007 w 507"/>
                <a:gd name="T3" fmla="*/ 2227 h 607"/>
                <a:gd name="T4" fmla="*/ 9384 w 507"/>
                <a:gd name="T5" fmla="*/ 4454 h 607"/>
                <a:gd name="T6" fmla="*/ 2415 w 507"/>
                <a:gd name="T7" fmla="*/ 13297 h 607"/>
                <a:gd name="T8" fmla="*/ 69 w 507"/>
                <a:gd name="T9" fmla="*/ 22075 h 607"/>
                <a:gd name="T10" fmla="*/ 69 w 507"/>
                <a:gd name="T11" fmla="*/ 28691 h 607"/>
                <a:gd name="T12" fmla="*/ 2415 w 507"/>
                <a:gd name="T13" fmla="*/ 33145 h 607"/>
                <a:gd name="T14" fmla="*/ 9384 w 507"/>
                <a:gd name="T15" fmla="*/ 37534 h 607"/>
                <a:gd name="T16" fmla="*/ 18630 w 507"/>
                <a:gd name="T17" fmla="*/ 39761 h 607"/>
                <a:gd name="T18" fmla="*/ 23322 w 507"/>
                <a:gd name="T19" fmla="*/ 39761 h 607"/>
                <a:gd name="T20" fmla="*/ 27945 w 507"/>
                <a:gd name="T21" fmla="*/ 37534 h 607"/>
                <a:gd name="T22" fmla="*/ 34914 w 507"/>
                <a:gd name="T23" fmla="*/ 28691 h 607"/>
                <a:gd name="T24" fmla="*/ 34914 w 507"/>
                <a:gd name="T25" fmla="*/ 24302 h 607"/>
                <a:gd name="T26" fmla="*/ 34914 w 507"/>
                <a:gd name="T27" fmla="*/ 22075 h 607"/>
                <a:gd name="T28" fmla="*/ 32568 w 507"/>
                <a:gd name="T29" fmla="*/ 19913 h 607"/>
                <a:gd name="T30" fmla="*/ 30291 w 507"/>
                <a:gd name="T31" fmla="*/ 19913 h 607"/>
                <a:gd name="T32" fmla="*/ 9384 w 507"/>
                <a:gd name="T33" fmla="*/ 24302 h 607"/>
                <a:gd name="T34" fmla="*/ 9384 w 507"/>
                <a:gd name="T35" fmla="*/ 17686 h 607"/>
                <a:gd name="T36" fmla="*/ 14007 w 507"/>
                <a:gd name="T37" fmla="*/ 11070 h 607"/>
                <a:gd name="T38" fmla="*/ 16353 w 507"/>
                <a:gd name="T39" fmla="*/ 6681 h 607"/>
                <a:gd name="T40" fmla="*/ 18630 w 507"/>
                <a:gd name="T41" fmla="*/ 66 h 6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7" h="607" extrusionOk="0">
                  <a:moveTo>
                    <a:pt x="270" y="1"/>
                  </a:moveTo>
                  <a:lnTo>
                    <a:pt x="203" y="34"/>
                  </a:lnTo>
                  <a:lnTo>
                    <a:pt x="136" y="68"/>
                  </a:lnTo>
                  <a:lnTo>
                    <a:pt x="35" y="203"/>
                  </a:lnTo>
                  <a:lnTo>
                    <a:pt x="1" y="337"/>
                  </a:lnTo>
                  <a:lnTo>
                    <a:pt x="1" y="438"/>
                  </a:lnTo>
                  <a:lnTo>
                    <a:pt x="35" y="506"/>
                  </a:lnTo>
                  <a:lnTo>
                    <a:pt x="136" y="573"/>
                  </a:lnTo>
                  <a:lnTo>
                    <a:pt x="270" y="607"/>
                  </a:lnTo>
                  <a:lnTo>
                    <a:pt x="338" y="607"/>
                  </a:lnTo>
                  <a:lnTo>
                    <a:pt x="405" y="573"/>
                  </a:lnTo>
                  <a:lnTo>
                    <a:pt x="506" y="438"/>
                  </a:lnTo>
                  <a:lnTo>
                    <a:pt x="506" y="371"/>
                  </a:lnTo>
                  <a:lnTo>
                    <a:pt x="506" y="337"/>
                  </a:lnTo>
                  <a:lnTo>
                    <a:pt x="472" y="304"/>
                  </a:lnTo>
                  <a:lnTo>
                    <a:pt x="439" y="304"/>
                  </a:lnTo>
                  <a:lnTo>
                    <a:pt x="136" y="371"/>
                  </a:lnTo>
                  <a:lnTo>
                    <a:pt x="136" y="270"/>
                  </a:lnTo>
                  <a:lnTo>
                    <a:pt x="203" y="169"/>
                  </a:lnTo>
                  <a:lnTo>
                    <a:pt x="237" y="102"/>
                  </a:lnTo>
                  <a:lnTo>
                    <a:pt x="27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2" name="Google Shape;109;p2"/>
            <p:cNvSpPr>
              <a:spLocks/>
            </p:cNvSpPr>
            <p:nvPr/>
          </p:nvSpPr>
          <p:spPr bwMode="auto">
            <a:xfrm>
              <a:off x="2086666" y="5855572"/>
              <a:ext cx="155832" cy="147907"/>
            </a:xfrm>
            <a:custGeom>
              <a:avLst/>
              <a:gdLst>
                <a:gd name="T0" fmla="*/ 128687 w 2325"/>
                <a:gd name="T1" fmla="*/ 13507 h 2223"/>
                <a:gd name="T2" fmla="*/ 130966 w 2325"/>
                <a:gd name="T3" fmla="*/ 38124 h 2223"/>
                <a:gd name="T4" fmla="*/ 135457 w 2325"/>
                <a:gd name="T5" fmla="*/ 62742 h 2223"/>
                <a:gd name="T6" fmla="*/ 137735 w 2325"/>
                <a:gd name="T7" fmla="*/ 91885 h 2223"/>
                <a:gd name="T8" fmla="*/ 144505 w 2325"/>
                <a:gd name="T9" fmla="*/ 123223 h 2223"/>
                <a:gd name="T10" fmla="*/ 117427 w 2325"/>
                <a:gd name="T11" fmla="*/ 123223 h 2223"/>
                <a:gd name="T12" fmla="*/ 92561 w 2325"/>
                <a:gd name="T13" fmla="*/ 127747 h 2223"/>
                <a:gd name="T14" fmla="*/ 63271 w 2325"/>
                <a:gd name="T15" fmla="*/ 132205 h 2223"/>
                <a:gd name="T16" fmla="*/ 47453 w 2325"/>
                <a:gd name="T17" fmla="*/ 134467 h 2223"/>
                <a:gd name="T18" fmla="*/ 31636 w 2325"/>
                <a:gd name="T19" fmla="*/ 141187 h 2223"/>
                <a:gd name="T20" fmla="*/ 24866 w 2325"/>
                <a:gd name="T21" fmla="*/ 109783 h 2223"/>
                <a:gd name="T22" fmla="*/ 18097 w 2325"/>
                <a:gd name="T23" fmla="*/ 78445 h 2223"/>
                <a:gd name="T24" fmla="*/ 13606 w 2325"/>
                <a:gd name="T25" fmla="*/ 53827 h 2223"/>
                <a:gd name="T26" fmla="*/ 6837 w 2325"/>
                <a:gd name="T27" fmla="*/ 29142 h 2223"/>
                <a:gd name="T28" fmla="*/ 67762 w 2325"/>
                <a:gd name="T29" fmla="*/ 22422 h 2223"/>
                <a:gd name="T30" fmla="*/ 128687 w 2325"/>
                <a:gd name="T31" fmla="*/ 13507 h 2223"/>
                <a:gd name="T32" fmla="*/ 126408 w 2325"/>
                <a:gd name="T33" fmla="*/ 67 h 2223"/>
                <a:gd name="T34" fmla="*/ 65483 w 2325"/>
                <a:gd name="T35" fmla="*/ 8982 h 2223"/>
                <a:gd name="T36" fmla="*/ 4558 w 2325"/>
                <a:gd name="T37" fmla="*/ 17964 h 2223"/>
                <a:gd name="T38" fmla="*/ 67 w 2325"/>
                <a:gd name="T39" fmla="*/ 22422 h 2223"/>
                <a:gd name="T40" fmla="*/ 67 w 2325"/>
                <a:gd name="T41" fmla="*/ 24684 h 2223"/>
                <a:gd name="T42" fmla="*/ 67 w 2325"/>
                <a:gd name="T43" fmla="*/ 40387 h 2223"/>
                <a:gd name="T44" fmla="*/ 2346 w 2325"/>
                <a:gd name="T45" fmla="*/ 53827 h 2223"/>
                <a:gd name="T46" fmla="*/ 6837 w 2325"/>
                <a:gd name="T47" fmla="*/ 80707 h 2223"/>
                <a:gd name="T48" fmla="*/ 13606 w 2325"/>
                <a:gd name="T49" fmla="*/ 114307 h 2223"/>
                <a:gd name="T50" fmla="*/ 18097 w 2325"/>
                <a:gd name="T51" fmla="*/ 129943 h 2223"/>
                <a:gd name="T52" fmla="*/ 22654 w 2325"/>
                <a:gd name="T53" fmla="*/ 145645 h 2223"/>
                <a:gd name="T54" fmla="*/ 27145 w 2325"/>
                <a:gd name="T55" fmla="*/ 147907 h 2223"/>
                <a:gd name="T56" fmla="*/ 45175 w 2325"/>
                <a:gd name="T57" fmla="*/ 147907 h 2223"/>
                <a:gd name="T58" fmla="*/ 58713 w 2325"/>
                <a:gd name="T59" fmla="*/ 145645 h 2223"/>
                <a:gd name="T60" fmla="*/ 85791 w 2325"/>
                <a:gd name="T61" fmla="*/ 141187 h 2223"/>
                <a:gd name="T62" fmla="*/ 117427 w 2325"/>
                <a:gd name="T63" fmla="*/ 138925 h 2223"/>
                <a:gd name="T64" fmla="*/ 133178 w 2325"/>
                <a:gd name="T65" fmla="*/ 136663 h 2223"/>
                <a:gd name="T66" fmla="*/ 146717 w 2325"/>
                <a:gd name="T67" fmla="*/ 132205 h 2223"/>
                <a:gd name="T68" fmla="*/ 153486 w 2325"/>
                <a:gd name="T69" fmla="*/ 132205 h 2223"/>
                <a:gd name="T70" fmla="*/ 153486 w 2325"/>
                <a:gd name="T71" fmla="*/ 129943 h 2223"/>
                <a:gd name="T72" fmla="*/ 155765 w 2325"/>
                <a:gd name="T73" fmla="*/ 114307 h 2223"/>
                <a:gd name="T74" fmla="*/ 153486 w 2325"/>
                <a:gd name="T75" fmla="*/ 100867 h 2223"/>
                <a:gd name="T76" fmla="*/ 148995 w 2325"/>
                <a:gd name="T77" fmla="*/ 71725 h 2223"/>
                <a:gd name="T78" fmla="*/ 142226 w 2325"/>
                <a:gd name="T79" fmla="*/ 35862 h 2223"/>
                <a:gd name="T80" fmla="*/ 139947 w 2325"/>
                <a:gd name="T81" fmla="*/ 20227 h 2223"/>
                <a:gd name="T82" fmla="*/ 133178 w 2325"/>
                <a:gd name="T83" fmla="*/ 4524 h 2223"/>
                <a:gd name="T84" fmla="*/ 130966 w 2325"/>
                <a:gd name="T85" fmla="*/ 2262 h 2223"/>
                <a:gd name="T86" fmla="*/ 126408 w 2325"/>
                <a:gd name="T87" fmla="*/ 67 h 222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325" h="2223" extrusionOk="0">
                  <a:moveTo>
                    <a:pt x="1920" y="203"/>
                  </a:moveTo>
                  <a:lnTo>
                    <a:pt x="1954" y="573"/>
                  </a:lnTo>
                  <a:lnTo>
                    <a:pt x="2021" y="943"/>
                  </a:lnTo>
                  <a:lnTo>
                    <a:pt x="2055" y="1381"/>
                  </a:lnTo>
                  <a:lnTo>
                    <a:pt x="2156" y="1852"/>
                  </a:lnTo>
                  <a:lnTo>
                    <a:pt x="1752" y="1852"/>
                  </a:lnTo>
                  <a:lnTo>
                    <a:pt x="1381" y="1920"/>
                  </a:lnTo>
                  <a:lnTo>
                    <a:pt x="944" y="1987"/>
                  </a:lnTo>
                  <a:lnTo>
                    <a:pt x="708" y="2021"/>
                  </a:lnTo>
                  <a:lnTo>
                    <a:pt x="472" y="2122"/>
                  </a:lnTo>
                  <a:lnTo>
                    <a:pt x="371" y="1650"/>
                  </a:lnTo>
                  <a:lnTo>
                    <a:pt x="270" y="1179"/>
                  </a:lnTo>
                  <a:lnTo>
                    <a:pt x="203" y="809"/>
                  </a:lnTo>
                  <a:lnTo>
                    <a:pt x="102" y="438"/>
                  </a:lnTo>
                  <a:lnTo>
                    <a:pt x="1011" y="337"/>
                  </a:lnTo>
                  <a:lnTo>
                    <a:pt x="1920" y="203"/>
                  </a:lnTo>
                  <a:close/>
                  <a:moveTo>
                    <a:pt x="1886" y="1"/>
                  </a:moveTo>
                  <a:lnTo>
                    <a:pt x="977" y="135"/>
                  </a:lnTo>
                  <a:lnTo>
                    <a:pt x="68" y="270"/>
                  </a:lnTo>
                  <a:lnTo>
                    <a:pt x="1" y="337"/>
                  </a:lnTo>
                  <a:lnTo>
                    <a:pt x="1" y="371"/>
                  </a:lnTo>
                  <a:lnTo>
                    <a:pt x="1" y="607"/>
                  </a:lnTo>
                  <a:lnTo>
                    <a:pt x="35" y="809"/>
                  </a:lnTo>
                  <a:lnTo>
                    <a:pt x="102" y="1213"/>
                  </a:lnTo>
                  <a:lnTo>
                    <a:pt x="203" y="1718"/>
                  </a:lnTo>
                  <a:lnTo>
                    <a:pt x="270" y="1953"/>
                  </a:lnTo>
                  <a:lnTo>
                    <a:pt x="338" y="2189"/>
                  </a:lnTo>
                  <a:lnTo>
                    <a:pt x="405" y="2223"/>
                  </a:lnTo>
                  <a:lnTo>
                    <a:pt x="674" y="2223"/>
                  </a:lnTo>
                  <a:lnTo>
                    <a:pt x="876" y="2189"/>
                  </a:lnTo>
                  <a:lnTo>
                    <a:pt x="1280" y="2122"/>
                  </a:lnTo>
                  <a:lnTo>
                    <a:pt x="1752" y="2088"/>
                  </a:lnTo>
                  <a:lnTo>
                    <a:pt x="1987" y="2054"/>
                  </a:lnTo>
                  <a:lnTo>
                    <a:pt x="2189" y="1987"/>
                  </a:lnTo>
                  <a:lnTo>
                    <a:pt x="2290" y="1987"/>
                  </a:lnTo>
                  <a:lnTo>
                    <a:pt x="2290" y="1953"/>
                  </a:lnTo>
                  <a:lnTo>
                    <a:pt x="2324" y="1718"/>
                  </a:lnTo>
                  <a:lnTo>
                    <a:pt x="2290" y="1516"/>
                  </a:lnTo>
                  <a:lnTo>
                    <a:pt x="2223" y="1078"/>
                  </a:lnTo>
                  <a:lnTo>
                    <a:pt x="2122" y="539"/>
                  </a:lnTo>
                  <a:lnTo>
                    <a:pt x="2088" y="304"/>
                  </a:lnTo>
                  <a:lnTo>
                    <a:pt x="1987" y="68"/>
                  </a:lnTo>
                  <a:lnTo>
                    <a:pt x="1954" y="34"/>
                  </a:lnTo>
                  <a:lnTo>
                    <a:pt x="188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3" name="Google Shape;110;p2"/>
            <p:cNvSpPr>
              <a:spLocks/>
            </p:cNvSpPr>
            <p:nvPr/>
          </p:nvSpPr>
          <p:spPr bwMode="auto">
            <a:xfrm>
              <a:off x="2523949" y="5721978"/>
              <a:ext cx="39753" cy="57255"/>
            </a:xfrm>
            <a:custGeom>
              <a:avLst/>
              <a:gdLst>
                <a:gd name="T0" fmla="*/ 24297 w 607"/>
                <a:gd name="T1" fmla="*/ 65 h 876"/>
                <a:gd name="T2" fmla="*/ 15456 w 607"/>
                <a:gd name="T3" fmla="*/ 2222 h 876"/>
                <a:gd name="T4" fmla="*/ 0 w 607"/>
                <a:gd name="T5" fmla="*/ 11046 h 876"/>
                <a:gd name="T6" fmla="*/ 0 w 607"/>
                <a:gd name="T7" fmla="*/ 13268 h 876"/>
                <a:gd name="T8" fmla="*/ 0 w 607"/>
                <a:gd name="T9" fmla="*/ 15425 h 876"/>
                <a:gd name="T10" fmla="*/ 6615 w 607"/>
                <a:gd name="T11" fmla="*/ 30850 h 876"/>
                <a:gd name="T12" fmla="*/ 11068 w 607"/>
                <a:gd name="T13" fmla="*/ 35229 h 876"/>
                <a:gd name="T14" fmla="*/ 15456 w 607"/>
                <a:gd name="T15" fmla="*/ 33072 h 876"/>
                <a:gd name="T16" fmla="*/ 22070 w 607"/>
                <a:gd name="T17" fmla="*/ 30850 h 876"/>
                <a:gd name="T18" fmla="*/ 24297 w 607"/>
                <a:gd name="T19" fmla="*/ 28628 h 876"/>
                <a:gd name="T20" fmla="*/ 28685 w 607"/>
                <a:gd name="T21" fmla="*/ 30850 h 876"/>
                <a:gd name="T22" fmla="*/ 30912 w 607"/>
                <a:gd name="T23" fmla="*/ 33072 h 876"/>
                <a:gd name="T24" fmla="*/ 30912 w 607"/>
                <a:gd name="T25" fmla="*/ 35229 h 876"/>
                <a:gd name="T26" fmla="*/ 24297 w 607"/>
                <a:gd name="T27" fmla="*/ 37451 h 876"/>
                <a:gd name="T28" fmla="*/ 13229 w 607"/>
                <a:gd name="T29" fmla="*/ 39673 h 876"/>
                <a:gd name="T30" fmla="*/ 4453 w 607"/>
                <a:gd name="T31" fmla="*/ 44052 h 876"/>
                <a:gd name="T32" fmla="*/ 2227 w 607"/>
                <a:gd name="T33" fmla="*/ 46275 h 876"/>
                <a:gd name="T34" fmla="*/ 0 w 607"/>
                <a:gd name="T35" fmla="*/ 50654 h 876"/>
                <a:gd name="T36" fmla="*/ 0 w 607"/>
                <a:gd name="T37" fmla="*/ 52876 h 876"/>
                <a:gd name="T38" fmla="*/ 2227 w 607"/>
                <a:gd name="T39" fmla="*/ 55033 h 876"/>
                <a:gd name="T40" fmla="*/ 4453 w 607"/>
                <a:gd name="T41" fmla="*/ 57255 h 876"/>
                <a:gd name="T42" fmla="*/ 6615 w 607"/>
                <a:gd name="T43" fmla="*/ 55033 h 876"/>
                <a:gd name="T44" fmla="*/ 15456 w 607"/>
                <a:gd name="T45" fmla="*/ 50654 h 876"/>
                <a:gd name="T46" fmla="*/ 24297 w 607"/>
                <a:gd name="T47" fmla="*/ 48431 h 876"/>
                <a:gd name="T48" fmla="*/ 33073 w 607"/>
                <a:gd name="T49" fmla="*/ 44052 h 876"/>
                <a:gd name="T50" fmla="*/ 37526 w 607"/>
                <a:gd name="T51" fmla="*/ 41830 h 876"/>
                <a:gd name="T52" fmla="*/ 39688 w 607"/>
                <a:gd name="T53" fmla="*/ 37451 h 876"/>
                <a:gd name="T54" fmla="*/ 39688 w 607"/>
                <a:gd name="T55" fmla="*/ 33072 h 876"/>
                <a:gd name="T56" fmla="*/ 39688 w 607"/>
                <a:gd name="T57" fmla="*/ 28628 h 876"/>
                <a:gd name="T58" fmla="*/ 35300 w 607"/>
                <a:gd name="T59" fmla="*/ 24248 h 876"/>
                <a:gd name="T60" fmla="*/ 30912 w 607"/>
                <a:gd name="T61" fmla="*/ 22026 h 876"/>
                <a:gd name="T62" fmla="*/ 26458 w 607"/>
                <a:gd name="T63" fmla="*/ 19869 h 876"/>
                <a:gd name="T64" fmla="*/ 22070 w 607"/>
                <a:gd name="T65" fmla="*/ 19869 h 876"/>
                <a:gd name="T66" fmla="*/ 13229 w 607"/>
                <a:gd name="T67" fmla="*/ 22026 h 876"/>
                <a:gd name="T68" fmla="*/ 11068 w 607"/>
                <a:gd name="T69" fmla="*/ 15425 h 876"/>
                <a:gd name="T70" fmla="*/ 22070 w 607"/>
                <a:gd name="T71" fmla="*/ 8824 h 876"/>
                <a:gd name="T72" fmla="*/ 33073 w 607"/>
                <a:gd name="T73" fmla="*/ 2222 h 876"/>
                <a:gd name="T74" fmla="*/ 35300 w 607"/>
                <a:gd name="T75" fmla="*/ 65 h 876"/>
                <a:gd name="T76" fmla="*/ 24297 w 607"/>
                <a:gd name="T77" fmla="*/ 65 h 8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7" h="876" extrusionOk="0">
                  <a:moveTo>
                    <a:pt x="371" y="1"/>
                  </a:moveTo>
                  <a:lnTo>
                    <a:pt x="236" y="34"/>
                  </a:lnTo>
                  <a:lnTo>
                    <a:pt x="0" y="169"/>
                  </a:lnTo>
                  <a:lnTo>
                    <a:pt x="0" y="203"/>
                  </a:lnTo>
                  <a:lnTo>
                    <a:pt x="0" y="236"/>
                  </a:lnTo>
                  <a:lnTo>
                    <a:pt x="101" y="472"/>
                  </a:lnTo>
                  <a:lnTo>
                    <a:pt x="169" y="539"/>
                  </a:lnTo>
                  <a:lnTo>
                    <a:pt x="236" y="506"/>
                  </a:lnTo>
                  <a:lnTo>
                    <a:pt x="337" y="472"/>
                  </a:lnTo>
                  <a:lnTo>
                    <a:pt x="371" y="438"/>
                  </a:lnTo>
                  <a:lnTo>
                    <a:pt x="438" y="472"/>
                  </a:lnTo>
                  <a:lnTo>
                    <a:pt x="472" y="506"/>
                  </a:lnTo>
                  <a:lnTo>
                    <a:pt x="472" y="539"/>
                  </a:lnTo>
                  <a:lnTo>
                    <a:pt x="371" y="573"/>
                  </a:lnTo>
                  <a:lnTo>
                    <a:pt x="202" y="607"/>
                  </a:lnTo>
                  <a:lnTo>
                    <a:pt x="68" y="674"/>
                  </a:lnTo>
                  <a:lnTo>
                    <a:pt x="34" y="708"/>
                  </a:lnTo>
                  <a:lnTo>
                    <a:pt x="0" y="775"/>
                  </a:lnTo>
                  <a:lnTo>
                    <a:pt x="0" y="809"/>
                  </a:lnTo>
                  <a:lnTo>
                    <a:pt x="34" y="842"/>
                  </a:lnTo>
                  <a:lnTo>
                    <a:pt x="68" y="876"/>
                  </a:lnTo>
                  <a:lnTo>
                    <a:pt x="101" y="842"/>
                  </a:lnTo>
                  <a:lnTo>
                    <a:pt x="236" y="775"/>
                  </a:lnTo>
                  <a:lnTo>
                    <a:pt x="371" y="741"/>
                  </a:lnTo>
                  <a:lnTo>
                    <a:pt x="505" y="674"/>
                  </a:lnTo>
                  <a:lnTo>
                    <a:pt x="573" y="640"/>
                  </a:lnTo>
                  <a:lnTo>
                    <a:pt x="606" y="573"/>
                  </a:lnTo>
                  <a:lnTo>
                    <a:pt x="606" y="506"/>
                  </a:lnTo>
                  <a:lnTo>
                    <a:pt x="606" y="438"/>
                  </a:lnTo>
                  <a:lnTo>
                    <a:pt x="539" y="371"/>
                  </a:lnTo>
                  <a:lnTo>
                    <a:pt x="472" y="337"/>
                  </a:lnTo>
                  <a:lnTo>
                    <a:pt x="404" y="304"/>
                  </a:lnTo>
                  <a:lnTo>
                    <a:pt x="337" y="304"/>
                  </a:lnTo>
                  <a:lnTo>
                    <a:pt x="202" y="337"/>
                  </a:lnTo>
                  <a:lnTo>
                    <a:pt x="169" y="236"/>
                  </a:lnTo>
                  <a:lnTo>
                    <a:pt x="337" y="135"/>
                  </a:lnTo>
                  <a:lnTo>
                    <a:pt x="505" y="34"/>
                  </a:lnTo>
                  <a:lnTo>
                    <a:pt x="539" y="1"/>
                  </a:lnTo>
                  <a:lnTo>
                    <a:pt x="37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4" name="Google Shape;111;p2"/>
            <p:cNvSpPr>
              <a:spLocks/>
            </p:cNvSpPr>
            <p:nvPr/>
          </p:nvSpPr>
          <p:spPr bwMode="auto">
            <a:xfrm>
              <a:off x="2145501" y="5691760"/>
              <a:ext cx="147881" cy="146317"/>
            </a:xfrm>
            <a:custGeom>
              <a:avLst/>
              <a:gdLst>
                <a:gd name="T0" fmla="*/ 120939 w 2223"/>
                <a:gd name="T1" fmla="*/ 67 h 2190"/>
                <a:gd name="T2" fmla="*/ 87345 w 2223"/>
                <a:gd name="T3" fmla="*/ 4543 h 2190"/>
                <a:gd name="T4" fmla="*/ 53751 w 2223"/>
                <a:gd name="T5" fmla="*/ 9086 h 2190"/>
                <a:gd name="T6" fmla="*/ 26875 w 2223"/>
                <a:gd name="T7" fmla="*/ 11291 h 2190"/>
                <a:gd name="T8" fmla="*/ 13438 w 2223"/>
                <a:gd name="T9" fmla="*/ 13563 h 2190"/>
                <a:gd name="T10" fmla="*/ 0 w 2223"/>
                <a:gd name="T11" fmla="*/ 18039 h 2190"/>
                <a:gd name="T12" fmla="*/ 0 w 2223"/>
                <a:gd name="T13" fmla="*/ 20311 h 2190"/>
                <a:gd name="T14" fmla="*/ 11242 w 2223"/>
                <a:gd name="T15" fmla="*/ 24787 h 2190"/>
                <a:gd name="T16" fmla="*/ 22418 w 2223"/>
                <a:gd name="T17" fmla="*/ 24787 h 2190"/>
                <a:gd name="T18" fmla="*/ 47032 w 2223"/>
                <a:gd name="T19" fmla="*/ 22582 h 2190"/>
                <a:gd name="T20" fmla="*/ 82888 w 2223"/>
                <a:gd name="T21" fmla="*/ 18039 h 2190"/>
                <a:gd name="T22" fmla="*/ 118744 w 2223"/>
                <a:gd name="T23" fmla="*/ 11291 h 2190"/>
                <a:gd name="T24" fmla="*/ 118744 w 2223"/>
                <a:gd name="T25" fmla="*/ 24787 h 2190"/>
                <a:gd name="T26" fmla="*/ 118744 w 2223"/>
                <a:gd name="T27" fmla="*/ 36078 h 2190"/>
                <a:gd name="T28" fmla="*/ 123201 w 2223"/>
                <a:gd name="T29" fmla="*/ 60798 h 2190"/>
                <a:gd name="T30" fmla="*/ 127658 w 2223"/>
                <a:gd name="T31" fmla="*/ 92267 h 2190"/>
                <a:gd name="T32" fmla="*/ 129920 w 2223"/>
                <a:gd name="T33" fmla="*/ 105762 h 2190"/>
                <a:gd name="T34" fmla="*/ 134377 w 2223"/>
                <a:gd name="T35" fmla="*/ 121530 h 2190"/>
                <a:gd name="T36" fmla="*/ 69450 w 2223"/>
                <a:gd name="T37" fmla="*/ 130550 h 2190"/>
                <a:gd name="T38" fmla="*/ 44837 w 2223"/>
                <a:gd name="T39" fmla="*/ 132754 h 2190"/>
                <a:gd name="T40" fmla="*/ 33594 w 2223"/>
                <a:gd name="T41" fmla="*/ 135026 h 2190"/>
                <a:gd name="T42" fmla="*/ 24680 w 2223"/>
                <a:gd name="T43" fmla="*/ 141774 h 2190"/>
                <a:gd name="T44" fmla="*/ 35856 w 2223"/>
                <a:gd name="T45" fmla="*/ 146250 h 2190"/>
                <a:gd name="T46" fmla="*/ 47032 w 2223"/>
                <a:gd name="T47" fmla="*/ 146250 h 2190"/>
                <a:gd name="T48" fmla="*/ 71712 w 2223"/>
                <a:gd name="T49" fmla="*/ 144045 h 2190"/>
                <a:gd name="T50" fmla="*/ 141096 w 2223"/>
                <a:gd name="T51" fmla="*/ 135026 h 2190"/>
                <a:gd name="T52" fmla="*/ 145619 w 2223"/>
                <a:gd name="T53" fmla="*/ 132754 h 2190"/>
                <a:gd name="T54" fmla="*/ 147814 w 2223"/>
                <a:gd name="T55" fmla="*/ 130550 h 2190"/>
                <a:gd name="T56" fmla="*/ 147814 w 2223"/>
                <a:gd name="T57" fmla="*/ 126006 h 2190"/>
                <a:gd name="T58" fmla="*/ 145619 w 2223"/>
                <a:gd name="T59" fmla="*/ 123802 h 2190"/>
                <a:gd name="T60" fmla="*/ 145619 w 2223"/>
                <a:gd name="T61" fmla="*/ 105762 h 2190"/>
                <a:gd name="T62" fmla="*/ 143357 w 2223"/>
                <a:gd name="T63" fmla="*/ 90062 h 2190"/>
                <a:gd name="T64" fmla="*/ 136639 w 2223"/>
                <a:gd name="T65" fmla="*/ 58527 h 2190"/>
                <a:gd name="T66" fmla="*/ 134377 w 2223"/>
                <a:gd name="T67" fmla="*/ 33807 h 2190"/>
                <a:gd name="T68" fmla="*/ 129920 w 2223"/>
                <a:gd name="T69" fmla="*/ 20311 h 2190"/>
                <a:gd name="T70" fmla="*/ 127658 w 2223"/>
                <a:gd name="T71" fmla="*/ 9086 h 2190"/>
                <a:gd name="T72" fmla="*/ 127658 w 2223"/>
                <a:gd name="T73" fmla="*/ 6815 h 2190"/>
                <a:gd name="T74" fmla="*/ 127658 w 2223"/>
                <a:gd name="T75" fmla="*/ 2338 h 2190"/>
                <a:gd name="T76" fmla="*/ 125463 w 2223"/>
                <a:gd name="T77" fmla="*/ 67 h 2190"/>
                <a:gd name="T78" fmla="*/ 120939 w 2223"/>
                <a:gd name="T79" fmla="*/ 67 h 219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223" h="2190" extrusionOk="0">
                  <a:moveTo>
                    <a:pt x="1818" y="1"/>
                  </a:moveTo>
                  <a:lnTo>
                    <a:pt x="1313" y="68"/>
                  </a:lnTo>
                  <a:lnTo>
                    <a:pt x="808" y="136"/>
                  </a:lnTo>
                  <a:lnTo>
                    <a:pt x="404" y="169"/>
                  </a:lnTo>
                  <a:lnTo>
                    <a:pt x="202" y="203"/>
                  </a:lnTo>
                  <a:lnTo>
                    <a:pt x="0" y="270"/>
                  </a:lnTo>
                  <a:lnTo>
                    <a:pt x="0" y="304"/>
                  </a:lnTo>
                  <a:lnTo>
                    <a:pt x="169" y="371"/>
                  </a:lnTo>
                  <a:lnTo>
                    <a:pt x="337" y="371"/>
                  </a:lnTo>
                  <a:lnTo>
                    <a:pt x="707" y="338"/>
                  </a:lnTo>
                  <a:lnTo>
                    <a:pt x="1246" y="270"/>
                  </a:lnTo>
                  <a:lnTo>
                    <a:pt x="1785" y="169"/>
                  </a:lnTo>
                  <a:lnTo>
                    <a:pt x="1785" y="371"/>
                  </a:lnTo>
                  <a:lnTo>
                    <a:pt x="1785" y="540"/>
                  </a:lnTo>
                  <a:lnTo>
                    <a:pt x="1852" y="910"/>
                  </a:lnTo>
                  <a:lnTo>
                    <a:pt x="1919" y="1381"/>
                  </a:lnTo>
                  <a:lnTo>
                    <a:pt x="1953" y="1583"/>
                  </a:lnTo>
                  <a:lnTo>
                    <a:pt x="2020" y="1819"/>
                  </a:lnTo>
                  <a:lnTo>
                    <a:pt x="1044" y="1954"/>
                  </a:lnTo>
                  <a:lnTo>
                    <a:pt x="674" y="1987"/>
                  </a:lnTo>
                  <a:lnTo>
                    <a:pt x="505" y="2021"/>
                  </a:lnTo>
                  <a:lnTo>
                    <a:pt x="371" y="2122"/>
                  </a:lnTo>
                  <a:lnTo>
                    <a:pt x="539" y="2189"/>
                  </a:lnTo>
                  <a:lnTo>
                    <a:pt x="707" y="2189"/>
                  </a:lnTo>
                  <a:lnTo>
                    <a:pt x="1078" y="2156"/>
                  </a:lnTo>
                  <a:lnTo>
                    <a:pt x="2121" y="2021"/>
                  </a:lnTo>
                  <a:lnTo>
                    <a:pt x="2189" y="1987"/>
                  </a:lnTo>
                  <a:lnTo>
                    <a:pt x="2222" y="1954"/>
                  </a:lnTo>
                  <a:lnTo>
                    <a:pt x="2222" y="1886"/>
                  </a:lnTo>
                  <a:lnTo>
                    <a:pt x="2189" y="1853"/>
                  </a:lnTo>
                  <a:lnTo>
                    <a:pt x="2189" y="1583"/>
                  </a:lnTo>
                  <a:lnTo>
                    <a:pt x="2155" y="1348"/>
                  </a:lnTo>
                  <a:lnTo>
                    <a:pt x="2054" y="876"/>
                  </a:lnTo>
                  <a:lnTo>
                    <a:pt x="2020" y="506"/>
                  </a:lnTo>
                  <a:lnTo>
                    <a:pt x="1953" y="304"/>
                  </a:lnTo>
                  <a:lnTo>
                    <a:pt x="1919" y="136"/>
                  </a:lnTo>
                  <a:lnTo>
                    <a:pt x="1919" y="102"/>
                  </a:lnTo>
                  <a:lnTo>
                    <a:pt x="1919" y="35"/>
                  </a:lnTo>
                  <a:lnTo>
                    <a:pt x="1886" y="1"/>
                  </a:lnTo>
                  <a:lnTo>
                    <a:pt x="181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5" name="Google Shape;112;p2"/>
            <p:cNvSpPr>
              <a:spLocks/>
            </p:cNvSpPr>
            <p:nvPr/>
          </p:nvSpPr>
          <p:spPr bwMode="auto">
            <a:xfrm>
              <a:off x="1725709" y="5989166"/>
              <a:ext cx="63605" cy="54074"/>
            </a:xfrm>
            <a:custGeom>
              <a:avLst/>
              <a:gdLst>
                <a:gd name="T0" fmla="*/ 52614 w 978"/>
                <a:gd name="T1" fmla="*/ 67 h 809"/>
                <a:gd name="T2" fmla="*/ 50403 w 978"/>
                <a:gd name="T3" fmla="*/ 2273 h 809"/>
                <a:gd name="T4" fmla="*/ 50403 w 978"/>
                <a:gd name="T5" fmla="*/ 13569 h 809"/>
                <a:gd name="T6" fmla="*/ 50403 w 978"/>
                <a:gd name="T7" fmla="*/ 24798 h 809"/>
                <a:gd name="T8" fmla="*/ 52614 w 978"/>
                <a:gd name="T9" fmla="*/ 27070 h 809"/>
                <a:gd name="T10" fmla="*/ 50403 w 978"/>
                <a:gd name="T11" fmla="*/ 27070 h 809"/>
                <a:gd name="T12" fmla="*/ 30697 w 978"/>
                <a:gd name="T13" fmla="*/ 13569 h 809"/>
                <a:gd name="T14" fmla="*/ 26339 w 978"/>
                <a:gd name="T15" fmla="*/ 13569 h 809"/>
                <a:gd name="T16" fmla="*/ 24128 w 978"/>
                <a:gd name="T17" fmla="*/ 15774 h 809"/>
                <a:gd name="T18" fmla="*/ 21917 w 978"/>
                <a:gd name="T19" fmla="*/ 18047 h 809"/>
                <a:gd name="T20" fmla="*/ 24128 w 978"/>
                <a:gd name="T21" fmla="*/ 22525 h 809"/>
                <a:gd name="T22" fmla="*/ 32908 w 978"/>
                <a:gd name="T23" fmla="*/ 31549 h 809"/>
                <a:gd name="T24" fmla="*/ 8780 w 978"/>
                <a:gd name="T25" fmla="*/ 31549 h 809"/>
                <a:gd name="T26" fmla="*/ 4422 w 978"/>
                <a:gd name="T27" fmla="*/ 33821 h 809"/>
                <a:gd name="T28" fmla="*/ 65 w 978"/>
                <a:gd name="T29" fmla="*/ 36027 h 809"/>
                <a:gd name="T30" fmla="*/ 65 w 978"/>
                <a:gd name="T31" fmla="*/ 38300 h 809"/>
                <a:gd name="T32" fmla="*/ 4422 w 978"/>
                <a:gd name="T33" fmla="*/ 40572 h 809"/>
                <a:gd name="T34" fmla="*/ 32908 w 978"/>
                <a:gd name="T35" fmla="*/ 40572 h 809"/>
                <a:gd name="T36" fmla="*/ 26339 w 978"/>
                <a:gd name="T37" fmla="*/ 45051 h 809"/>
                <a:gd name="T38" fmla="*/ 24128 w 978"/>
                <a:gd name="T39" fmla="*/ 49529 h 809"/>
                <a:gd name="T40" fmla="*/ 26339 w 978"/>
                <a:gd name="T41" fmla="*/ 51801 h 809"/>
                <a:gd name="T42" fmla="*/ 28486 w 978"/>
                <a:gd name="T43" fmla="*/ 54074 h 809"/>
                <a:gd name="T44" fmla="*/ 32908 w 978"/>
                <a:gd name="T45" fmla="*/ 54074 h 809"/>
                <a:gd name="T46" fmla="*/ 43834 w 978"/>
                <a:gd name="T47" fmla="*/ 47323 h 809"/>
                <a:gd name="T48" fmla="*/ 52614 w 978"/>
                <a:gd name="T49" fmla="*/ 36027 h 809"/>
                <a:gd name="T50" fmla="*/ 54760 w 978"/>
                <a:gd name="T51" fmla="*/ 47323 h 809"/>
                <a:gd name="T52" fmla="*/ 56971 w 978"/>
                <a:gd name="T53" fmla="*/ 51801 h 809"/>
                <a:gd name="T54" fmla="*/ 59183 w 978"/>
                <a:gd name="T55" fmla="*/ 51801 h 809"/>
                <a:gd name="T56" fmla="*/ 63540 w 978"/>
                <a:gd name="T57" fmla="*/ 49529 h 809"/>
                <a:gd name="T58" fmla="*/ 63540 w 978"/>
                <a:gd name="T59" fmla="*/ 45051 h 809"/>
                <a:gd name="T60" fmla="*/ 61329 w 978"/>
                <a:gd name="T61" fmla="*/ 22525 h 809"/>
                <a:gd name="T62" fmla="*/ 59183 w 978"/>
                <a:gd name="T63" fmla="*/ 11296 h 809"/>
                <a:gd name="T64" fmla="*/ 56971 w 978"/>
                <a:gd name="T65" fmla="*/ 2273 h 809"/>
                <a:gd name="T66" fmla="*/ 54760 w 978"/>
                <a:gd name="T67" fmla="*/ 67 h 809"/>
                <a:gd name="T68" fmla="*/ 52614 w 978"/>
                <a:gd name="T69" fmla="*/ 67 h 8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78" h="809" extrusionOk="0">
                  <a:moveTo>
                    <a:pt x="809" y="1"/>
                  </a:moveTo>
                  <a:lnTo>
                    <a:pt x="775" y="34"/>
                  </a:lnTo>
                  <a:lnTo>
                    <a:pt x="775" y="203"/>
                  </a:lnTo>
                  <a:lnTo>
                    <a:pt x="775" y="371"/>
                  </a:lnTo>
                  <a:lnTo>
                    <a:pt x="809" y="405"/>
                  </a:lnTo>
                  <a:lnTo>
                    <a:pt x="775" y="405"/>
                  </a:lnTo>
                  <a:lnTo>
                    <a:pt x="472" y="203"/>
                  </a:lnTo>
                  <a:lnTo>
                    <a:pt x="405" y="203"/>
                  </a:lnTo>
                  <a:lnTo>
                    <a:pt x="371" y="236"/>
                  </a:lnTo>
                  <a:lnTo>
                    <a:pt x="337" y="270"/>
                  </a:lnTo>
                  <a:lnTo>
                    <a:pt x="371" y="337"/>
                  </a:lnTo>
                  <a:lnTo>
                    <a:pt x="506" y="472"/>
                  </a:lnTo>
                  <a:lnTo>
                    <a:pt x="135" y="472"/>
                  </a:lnTo>
                  <a:lnTo>
                    <a:pt x="68" y="506"/>
                  </a:lnTo>
                  <a:lnTo>
                    <a:pt x="1" y="539"/>
                  </a:lnTo>
                  <a:lnTo>
                    <a:pt x="1" y="573"/>
                  </a:lnTo>
                  <a:lnTo>
                    <a:pt x="68" y="607"/>
                  </a:lnTo>
                  <a:lnTo>
                    <a:pt x="506" y="607"/>
                  </a:lnTo>
                  <a:lnTo>
                    <a:pt x="405" y="674"/>
                  </a:lnTo>
                  <a:lnTo>
                    <a:pt x="371" y="741"/>
                  </a:lnTo>
                  <a:lnTo>
                    <a:pt x="405" y="775"/>
                  </a:lnTo>
                  <a:lnTo>
                    <a:pt x="438" y="809"/>
                  </a:lnTo>
                  <a:lnTo>
                    <a:pt x="506" y="809"/>
                  </a:lnTo>
                  <a:lnTo>
                    <a:pt x="674" y="708"/>
                  </a:lnTo>
                  <a:lnTo>
                    <a:pt x="809" y="539"/>
                  </a:lnTo>
                  <a:lnTo>
                    <a:pt x="842" y="708"/>
                  </a:lnTo>
                  <a:lnTo>
                    <a:pt x="876" y="775"/>
                  </a:lnTo>
                  <a:lnTo>
                    <a:pt x="910" y="775"/>
                  </a:lnTo>
                  <a:lnTo>
                    <a:pt x="977" y="741"/>
                  </a:lnTo>
                  <a:lnTo>
                    <a:pt x="977" y="674"/>
                  </a:lnTo>
                  <a:lnTo>
                    <a:pt x="943" y="337"/>
                  </a:lnTo>
                  <a:lnTo>
                    <a:pt x="910" y="169"/>
                  </a:lnTo>
                  <a:lnTo>
                    <a:pt x="876" y="34"/>
                  </a:lnTo>
                  <a:lnTo>
                    <a:pt x="842" y="1"/>
                  </a:lnTo>
                  <a:lnTo>
                    <a:pt x="80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6" name="Google Shape;113;p2"/>
            <p:cNvSpPr>
              <a:spLocks/>
            </p:cNvSpPr>
            <p:nvPr/>
          </p:nvSpPr>
          <p:spPr bwMode="auto">
            <a:xfrm>
              <a:off x="2640028" y="5507273"/>
              <a:ext cx="160603" cy="111328"/>
            </a:xfrm>
            <a:custGeom>
              <a:avLst/>
              <a:gdLst>
                <a:gd name="T0" fmla="*/ 138227 w 2426"/>
                <a:gd name="T1" fmla="*/ 0 h 1684"/>
                <a:gd name="T2" fmla="*/ 136043 w 2426"/>
                <a:gd name="T3" fmla="*/ 2248 h 1684"/>
                <a:gd name="T4" fmla="*/ 100360 w 2426"/>
                <a:gd name="T5" fmla="*/ 6743 h 1684"/>
                <a:gd name="T6" fmla="*/ 64678 w 2426"/>
                <a:gd name="T7" fmla="*/ 11172 h 1684"/>
                <a:gd name="T8" fmla="*/ 33498 w 2426"/>
                <a:gd name="T9" fmla="*/ 15602 h 1684"/>
                <a:gd name="T10" fmla="*/ 17874 w 2426"/>
                <a:gd name="T11" fmla="*/ 20097 h 1684"/>
                <a:gd name="T12" fmla="*/ 4502 w 2426"/>
                <a:gd name="T13" fmla="*/ 26774 h 1684"/>
                <a:gd name="T14" fmla="*/ 2317 w 2426"/>
                <a:gd name="T15" fmla="*/ 24527 h 1684"/>
                <a:gd name="T16" fmla="*/ 66 w 2426"/>
                <a:gd name="T17" fmla="*/ 24527 h 1684"/>
                <a:gd name="T18" fmla="*/ 66 w 2426"/>
                <a:gd name="T19" fmla="*/ 44558 h 1684"/>
                <a:gd name="T20" fmla="*/ 2317 w 2426"/>
                <a:gd name="T21" fmla="*/ 62341 h 1684"/>
                <a:gd name="T22" fmla="*/ 11188 w 2426"/>
                <a:gd name="T23" fmla="*/ 102403 h 1684"/>
                <a:gd name="T24" fmla="*/ 11188 w 2426"/>
                <a:gd name="T25" fmla="*/ 104651 h 1684"/>
                <a:gd name="T26" fmla="*/ 13439 w 2426"/>
                <a:gd name="T27" fmla="*/ 109080 h 1684"/>
                <a:gd name="T28" fmla="*/ 15690 w 2426"/>
                <a:gd name="T29" fmla="*/ 111328 h 1684"/>
                <a:gd name="T30" fmla="*/ 17874 w 2426"/>
                <a:gd name="T31" fmla="*/ 111328 h 1684"/>
                <a:gd name="T32" fmla="*/ 22376 w 2426"/>
                <a:gd name="T33" fmla="*/ 109080 h 1684"/>
                <a:gd name="T34" fmla="*/ 22376 w 2426"/>
                <a:gd name="T35" fmla="*/ 106899 h 1684"/>
                <a:gd name="T36" fmla="*/ 53556 w 2426"/>
                <a:gd name="T37" fmla="*/ 102403 h 1684"/>
                <a:gd name="T38" fmla="*/ 82552 w 2426"/>
                <a:gd name="T39" fmla="*/ 97974 h 1684"/>
                <a:gd name="T40" fmla="*/ 113733 w 2426"/>
                <a:gd name="T41" fmla="*/ 93545 h 1684"/>
                <a:gd name="T42" fmla="*/ 127105 w 2426"/>
                <a:gd name="T43" fmla="*/ 89049 h 1684"/>
                <a:gd name="T44" fmla="*/ 140478 w 2426"/>
                <a:gd name="T45" fmla="*/ 84620 h 1684"/>
                <a:gd name="T46" fmla="*/ 124855 w 2426"/>
                <a:gd name="T47" fmla="*/ 82372 h 1684"/>
                <a:gd name="T48" fmla="*/ 111482 w 2426"/>
                <a:gd name="T49" fmla="*/ 82372 h 1684"/>
                <a:gd name="T50" fmla="*/ 82552 w 2426"/>
                <a:gd name="T51" fmla="*/ 86868 h 1684"/>
                <a:gd name="T52" fmla="*/ 51306 w 2426"/>
                <a:gd name="T53" fmla="*/ 91297 h 1684"/>
                <a:gd name="T54" fmla="*/ 20125 w 2426"/>
                <a:gd name="T55" fmla="*/ 97974 h 1684"/>
                <a:gd name="T56" fmla="*/ 13439 w 2426"/>
                <a:gd name="T57" fmla="*/ 62341 h 1684"/>
                <a:gd name="T58" fmla="*/ 11188 w 2426"/>
                <a:gd name="T59" fmla="*/ 46805 h 1684"/>
                <a:gd name="T60" fmla="*/ 4502 w 2426"/>
                <a:gd name="T61" fmla="*/ 28956 h 1684"/>
                <a:gd name="T62" fmla="*/ 35748 w 2426"/>
                <a:gd name="T63" fmla="*/ 28956 h 1684"/>
                <a:gd name="T64" fmla="*/ 66929 w 2426"/>
                <a:gd name="T65" fmla="*/ 22279 h 1684"/>
                <a:gd name="T66" fmla="*/ 102611 w 2426"/>
                <a:gd name="T67" fmla="*/ 15602 h 1684"/>
                <a:gd name="T68" fmla="*/ 136043 w 2426"/>
                <a:gd name="T69" fmla="*/ 8925 h 1684"/>
                <a:gd name="T70" fmla="*/ 142729 w 2426"/>
                <a:gd name="T71" fmla="*/ 46805 h 1684"/>
                <a:gd name="T72" fmla="*/ 149415 w 2426"/>
                <a:gd name="T73" fmla="*/ 84620 h 1684"/>
                <a:gd name="T74" fmla="*/ 151600 w 2426"/>
                <a:gd name="T75" fmla="*/ 89049 h 1684"/>
                <a:gd name="T76" fmla="*/ 156101 w 2426"/>
                <a:gd name="T77" fmla="*/ 89049 h 1684"/>
                <a:gd name="T78" fmla="*/ 160537 w 2426"/>
                <a:gd name="T79" fmla="*/ 86868 h 1684"/>
                <a:gd name="T80" fmla="*/ 160537 w 2426"/>
                <a:gd name="T81" fmla="*/ 82372 h 1684"/>
                <a:gd name="T82" fmla="*/ 153851 w 2426"/>
                <a:gd name="T83" fmla="*/ 42310 h 1684"/>
                <a:gd name="T84" fmla="*/ 144913 w 2426"/>
                <a:gd name="T85" fmla="*/ 2248 h 1684"/>
                <a:gd name="T86" fmla="*/ 142729 w 2426"/>
                <a:gd name="T87" fmla="*/ 0 h 1684"/>
                <a:gd name="T88" fmla="*/ 138227 w 2426"/>
                <a:gd name="T89" fmla="*/ 0 h 16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426" h="1684" extrusionOk="0">
                  <a:moveTo>
                    <a:pt x="2088" y="0"/>
                  </a:moveTo>
                  <a:lnTo>
                    <a:pt x="2055" y="34"/>
                  </a:lnTo>
                  <a:lnTo>
                    <a:pt x="1516" y="102"/>
                  </a:lnTo>
                  <a:lnTo>
                    <a:pt x="977" y="169"/>
                  </a:lnTo>
                  <a:lnTo>
                    <a:pt x="506" y="236"/>
                  </a:lnTo>
                  <a:lnTo>
                    <a:pt x="270" y="304"/>
                  </a:lnTo>
                  <a:lnTo>
                    <a:pt x="68" y="405"/>
                  </a:lnTo>
                  <a:lnTo>
                    <a:pt x="35" y="371"/>
                  </a:lnTo>
                  <a:lnTo>
                    <a:pt x="1" y="371"/>
                  </a:lnTo>
                  <a:lnTo>
                    <a:pt x="1" y="674"/>
                  </a:lnTo>
                  <a:lnTo>
                    <a:pt x="35" y="943"/>
                  </a:lnTo>
                  <a:lnTo>
                    <a:pt x="169" y="1549"/>
                  </a:lnTo>
                  <a:lnTo>
                    <a:pt x="169" y="1583"/>
                  </a:lnTo>
                  <a:lnTo>
                    <a:pt x="203" y="1650"/>
                  </a:lnTo>
                  <a:lnTo>
                    <a:pt x="237" y="1684"/>
                  </a:lnTo>
                  <a:lnTo>
                    <a:pt x="270" y="1684"/>
                  </a:lnTo>
                  <a:lnTo>
                    <a:pt x="338" y="1650"/>
                  </a:lnTo>
                  <a:lnTo>
                    <a:pt x="338" y="1617"/>
                  </a:lnTo>
                  <a:lnTo>
                    <a:pt x="809" y="1549"/>
                  </a:lnTo>
                  <a:lnTo>
                    <a:pt x="1247" y="1482"/>
                  </a:lnTo>
                  <a:lnTo>
                    <a:pt x="1718" y="1415"/>
                  </a:lnTo>
                  <a:lnTo>
                    <a:pt x="1920" y="1347"/>
                  </a:lnTo>
                  <a:lnTo>
                    <a:pt x="2122" y="1280"/>
                  </a:lnTo>
                  <a:lnTo>
                    <a:pt x="1886" y="1246"/>
                  </a:lnTo>
                  <a:lnTo>
                    <a:pt x="1684" y="1246"/>
                  </a:lnTo>
                  <a:lnTo>
                    <a:pt x="1247" y="1314"/>
                  </a:lnTo>
                  <a:lnTo>
                    <a:pt x="775" y="1381"/>
                  </a:lnTo>
                  <a:lnTo>
                    <a:pt x="304" y="1482"/>
                  </a:lnTo>
                  <a:lnTo>
                    <a:pt x="203" y="943"/>
                  </a:lnTo>
                  <a:lnTo>
                    <a:pt x="169" y="708"/>
                  </a:lnTo>
                  <a:lnTo>
                    <a:pt x="68" y="438"/>
                  </a:lnTo>
                  <a:lnTo>
                    <a:pt x="540" y="438"/>
                  </a:lnTo>
                  <a:lnTo>
                    <a:pt x="1011" y="337"/>
                  </a:lnTo>
                  <a:lnTo>
                    <a:pt x="1550" y="236"/>
                  </a:lnTo>
                  <a:lnTo>
                    <a:pt x="2055" y="135"/>
                  </a:lnTo>
                  <a:lnTo>
                    <a:pt x="2156" y="708"/>
                  </a:lnTo>
                  <a:lnTo>
                    <a:pt x="2257" y="1280"/>
                  </a:lnTo>
                  <a:lnTo>
                    <a:pt x="2290" y="1347"/>
                  </a:lnTo>
                  <a:lnTo>
                    <a:pt x="2358" y="1347"/>
                  </a:lnTo>
                  <a:lnTo>
                    <a:pt x="2425" y="1314"/>
                  </a:lnTo>
                  <a:lnTo>
                    <a:pt x="2425" y="1246"/>
                  </a:lnTo>
                  <a:lnTo>
                    <a:pt x="2324" y="640"/>
                  </a:lnTo>
                  <a:lnTo>
                    <a:pt x="2189" y="34"/>
                  </a:lnTo>
                  <a:lnTo>
                    <a:pt x="2156" y="0"/>
                  </a:lnTo>
                  <a:lnTo>
                    <a:pt x="2088"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7" name="Google Shape;114;p2"/>
            <p:cNvSpPr>
              <a:spLocks/>
            </p:cNvSpPr>
            <p:nvPr/>
          </p:nvSpPr>
          <p:spPr bwMode="auto">
            <a:xfrm>
              <a:off x="2799040" y="5483417"/>
              <a:ext cx="160603" cy="112918"/>
            </a:xfrm>
            <a:custGeom>
              <a:avLst/>
              <a:gdLst>
                <a:gd name="T0" fmla="*/ 111528 w 2425"/>
                <a:gd name="T1" fmla="*/ 67 h 1685"/>
                <a:gd name="T2" fmla="*/ 75831 w 2425"/>
                <a:gd name="T3" fmla="*/ 2278 h 1685"/>
                <a:gd name="T4" fmla="*/ 37949 w 2425"/>
                <a:gd name="T5" fmla="*/ 11325 h 1685"/>
                <a:gd name="T6" fmla="*/ 4504 w 2425"/>
                <a:gd name="T7" fmla="*/ 22584 h 1685"/>
                <a:gd name="T8" fmla="*/ 2252 w 2425"/>
                <a:gd name="T9" fmla="*/ 24862 h 1685"/>
                <a:gd name="T10" fmla="*/ 0 w 2425"/>
                <a:gd name="T11" fmla="*/ 27141 h 1685"/>
                <a:gd name="T12" fmla="*/ 2252 w 2425"/>
                <a:gd name="T13" fmla="*/ 29419 h 1685"/>
                <a:gd name="T14" fmla="*/ 4504 w 2425"/>
                <a:gd name="T15" fmla="*/ 31630 h 1685"/>
                <a:gd name="T16" fmla="*/ 6689 w 2425"/>
                <a:gd name="T17" fmla="*/ 47446 h 1685"/>
                <a:gd name="T18" fmla="*/ 8941 w 2425"/>
                <a:gd name="T19" fmla="*/ 63261 h 1685"/>
                <a:gd name="T20" fmla="*/ 13378 w 2425"/>
                <a:gd name="T21" fmla="*/ 108361 h 1685"/>
                <a:gd name="T22" fmla="*/ 15630 w 2425"/>
                <a:gd name="T23" fmla="*/ 110640 h 1685"/>
                <a:gd name="T24" fmla="*/ 17882 w 2425"/>
                <a:gd name="T25" fmla="*/ 112851 h 1685"/>
                <a:gd name="T26" fmla="*/ 22319 w 2425"/>
                <a:gd name="T27" fmla="*/ 110640 h 1685"/>
                <a:gd name="T28" fmla="*/ 40134 w 2425"/>
                <a:gd name="T29" fmla="*/ 112851 h 1685"/>
                <a:gd name="T30" fmla="*/ 60201 w 2425"/>
                <a:gd name="T31" fmla="*/ 110640 h 1685"/>
                <a:gd name="T32" fmla="*/ 98150 w 2425"/>
                <a:gd name="T33" fmla="*/ 101593 h 1685"/>
                <a:gd name="T34" fmla="*/ 124906 w 2425"/>
                <a:gd name="T35" fmla="*/ 94824 h 1685"/>
                <a:gd name="T36" fmla="*/ 138284 w 2425"/>
                <a:gd name="T37" fmla="*/ 90334 h 1685"/>
                <a:gd name="T38" fmla="*/ 151662 w 2425"/>
                <a:gd name="T39" fmla="*/ 83566 h 1685"/>
                <a:gd name="T40" fmla="*/ 133781 w 2425"/>
                <a:gd name="T41" fmla="*/ 83566 h 1685"/>
                <a:gd name="T42" fmla="*/ 118217 w 2425"/>
                <a:gd name="T43" fmla="*/ 85777 h 1685"/>
                <a:gd name="T44" fmla="*/ 86957 w 2425"/>
                <a:gd name="T45" fmla="*/ 94824 h 1685"/>
                <a:gd name="T46" fmla="*/ 55764 w 2425"/>
                <a:gd name="T47" fmla="*/ 99314 h 1685"/>
                <a:gd name="T48" fmla="*/ 24571 w 2425"/>
                <a:gd name="T49" fmla="*/ 103871 h 1685"/>
                <a:gd name="T50" fmla="*/ 22319 w 2425"/>
                <a:gd name="T51" fmla="*/ 79009 h 1685"/>
                <a:gd name="T52" fmla="*/ 17882 w 2425"/>
                <a:gd name="T53" fmla="*/ 54214 h 1685"/>
                <a:gd name="T54" fmla="*/ 15630 w 2425"/>
                <a:gd name="T55" fmla="*/ 42956 h 1685"/>
                <a:gd name="T56" fmla="*/ 11193 w 2425"/>
                <a:gd name="T57" fmla="*/ 31630 h 1685"/>
                <a:gd name="T58" fmla="*/ 29008 w 2425"/>
                <a:gd name="T59" fmla="*/ 27141 h 1685"/>
                <a:gd name="T60" fmla="*/ 44638 w 2425"/>
                <a:gd name="T61" fmla="*/ 22584 h 1685"/>
                <a:gd name="T62" fmla="*/ 80268 w 2425"/>
                <a:gd name="T63" fmla="*/ 18094 h 1685"/>
                <a:gd name="T64" fmla="*/ 113714 w 2425"/>
                <a:gd name="T65" fmla="*/ 13604 h 1685"/>
                <a:gd name="T66" fmla="*/ 131595 w 2425"/>
                <a:gd name="T67" fmla="*/ 9047 h 1685"/>
                <a:gd name="T68" fmla="*/ 147159 w 2425"/>
                <a:gd name="T69" fmla="*/ 6835 h 1685"/>
                <a:gd name="T70" fmla="*/ 147159 w 2425"/>
                <a:gd name="T71" fmla="*/ 22584 h 1685"/>
                <a:gd name="T72" fmla="*/ 149410 w 2425"/>
                <a:gd name="T73" fmla="*/ 40677 h 1685"/>
                <a:gd name="T74" fmla="*/ 149410 w 2425"/>
                <a:gd name="T75" fmla="*/ 63261 h 1685"/>
                <a:gd name="T76" fmla="*/ 151662 w 2425"/>
                <a:gd name="T77" fmla="*/ 83566 h 1685"/>
                <a:gd name="T78" fmla="*/ 153848 w 2425"/>
                <a:gd name="T79" fmla="*/ 88056 h 1685"/>
                <a:gd name="T80" fmla="*/ 160537 w 2425"/>
                <a:gd name="T81" fmla="*/ 88056 h 1685"/>
                <a:gd name="T82" fmla="*/ 160537 w 2425"/>
                <a:gd name="T83" fmla="*/ 83566 h 1685"/>
                <a:gd name="T84" fmla="*/ 160537 w 2425"/>
                <a:gd name="T85" fmla="*/ 65472 h 1685"/>
                <a:gd name="T86" fmla="*/ 158351 w 2425"/>
                <a:gd name="T87" fmla="*/ 45167 h 1685"/>
                <a:gd name="T88" fmla="*/ 156099 w 2425"/>
                <a:gd name="T89" fmla="*/ 24862 h 1685"/>
                <a:gd name="T90" fmla="*/ 153848 w 2425"/>
                <a:gd name="T91" fmla="*/ 4557 h 1685"/>
                <a:gd name="T92" fmla="*/ 151662 w 2425"/>
                <a:gd name="T93" fmla="*/ 2278 h 1685"/>
                <a:gd name="T94" fmla="*/ 147159 w 2425"/>
                <a:gd name="T95" fmla="*/ 2278 h 1685"/>
                <a:gd name="T96" fmla="*/ 111528 w 2425"/>
                <a:gd name="T97" fmla="*/ 67 h 168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425" h="1685" extrusionOk="0">
                  <a:moveTo>
                    <a:pt x="1684" y="1"/>
                  </a:moveTo>
                  <a:lnTo>
                    <a:pt x="1145" y="34"/>
                  </a:lnTo>
                  <a:lnTo>
                    <a:pt x="573" y="169"/>
                  </a:lnTo>
                  <a:lnTo>
                    <a:pt x="68" y="337"/>
                  </a:lnTo>
                  <a:lnTo>
                    <a:pt x="34" y="371"/>
                  </a:lnTo>
                  <a:lnTo>
                    <a:pt x="0" y="405"/>
                  </a:lnTo>
                  <a:lnTo>
                    <a:pt x="34" y="439"/>
                  </a:lnTo>
                  <a:lnTo>
                    <a:pt x="68" y="472"/>
                  </a:lnTo>
                  <a:lnTo>
                    <a:pt x="101" y="708"/>
                  </a:lnTo>
                  <a:lnTo>
                    <a:pt x="135" y="944"/>
                  </a:lnTo>
                  <a:lnTo>
                    <a:pt x="202" y="1617"/>
                  </a:lnTo>
                  <a:lnTo>
                    <a:pt x="236" y="1651"/>
                  </a:lnTo>
                  <a:lnTo>
                    <a:pt x="270" y="1684"/>
                  </a:lnTo>
                  <a:lnTo>
                    <a:pt x="337" y="1651"/>
                  </a:lnTo>
                  <a:lnTo>
                    <a:pt x="606" y="1684"/>
                  </a:lnTo>
                  <a:lnTo>
                    <a:pt x="909" y="1651"/>
                  </a:lnTo>
                  <a:lnTo>
                    <a:pt x="1482" y="1516"/>
                  </a:lnTo>
                  <a:lnTo>
                    <a:pt x="1886" y="1415"/>
                  </a:lnTo>
                  <a:lnTo>
                    <a:pt x="2088" y="1348"/>
                  </a:lnTo>
                  <a:lnTo>
                    <a:pt x="2290" y="1247"/>
                  </a:lnTo>
                  <a:lnTo>
                    <a:pt x="2020" y="1247"/>
                  </a:lnTo>
                  <a:lnTo>
                    <a:pt x="1785" y="1280"/>
                  </a:lnTo>
                  <a:lnTo>
                    <a:pt x="1313" y="1415"/>
                  </a:lnTo>
                  <a:lnTo>
                    <a:pt x="842" y="1482"/>
                  </a:lnTo>
                  <a:lnTo>
                    <a:pt x="371" y="1550"/>
                  </a:lnTo>
                  <a:lnTo>
                    <a:pt x="337" y="1179"/>
                  </a:lnTo>
                  <a:lnTo>
                    <a:pt x="270" y="809"/>
                  </a:lnTo>
                  <a:lnTo>
                    <a:pt x="236" y="641"/>
                  </a:lnTo>
                  <a:lnTo>
                    <a:pt x="169" y="472"/>
                  </a:lnTo>
                  <a:lnTo>
                    <a:pt x="438" y="405"/>
                  </a:lnTo>
                  <a:lnTo>
                    <a:pt x="674" y="337"/>
                  </a:lnTo>
                  <a:lnTo>
                    <a:pt x="1212" y="270"/>
                  </a:lnTo>
                  <a:lnTo>
                    <a:pt x="1717" y="203"/>
                  </a:lnTo>
                  <a:lnTo>
                    <a:pt x="1987" y="135"/>
                  </a:lnTo>
                  <a:lnTo>
                    <a:pt x="2222" y="102"/>
                  </a:lnTo>
                  <a:lnTo>
                    <a:pt x="2222" y="337"/>
                  </a:lnTo>
                  <a:lnTo>
                    <a:pt x="2256" y="607"/>
                  </a:lnTo>
                  <a:lnTo>
                    <a:pt x="2256" y="944"/>
                  </a:lnTo>
                  <a:lnTo>
                    <a:pt x="2290" y="1247"/>
                  </a:lnTo>
                  <a:lnTo>
                    <a:pt x="2323" y="1314"/>
                  </a:lnTo>
                  <a:lnTo>
                    <a:pt x="2424" y="1314"/>
                  </a:lnTo>
                  <a:lnTo>
                    <a:pt x="2424" y="1247"/>
                  </a:lnTo>
                  <a:lnTo>
                    <a:pt x="2424" y="977"/>
                  </a:lnTo>
                  <a:lnTo>
                    <a:pt x="2391" y="674"/>
                  </a:lnTo>
                  <a:lnTo>
                    <a:pt x="2357" y="371"/>
                  </a:lnTo>
                  <a:lnTo>
                    <a:pt x="2323" y="68"/>
                  </a:lnTo>
                  <a:lnTo>
                    <a:pt x="2290" y="34"/>
                  </a:lnTo>
                  <a:lnTo>
                    <a:pt x="2222" y="34"/>
                  </a:lnTo>
                  <a:lnTo>
                    <a:pt x="168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8" name="Google Shape;115;p2"/>
            <p:cNvSpPr>
              <a:spLocks/>
            </p:cNvSpPr>
            <p:nvPr/>
          </p:nvSpPr>
          <p:spPr bwMode="auto">
            <a:xfrm>
              <a:off x="3462121" y="5389583"/>
              <a:ext cx="152652" cy="101786"/>
            </a:xfrm>
            <a:custGeom>
              <a:avLst/>
              <a:gdLst>
                <a:gd name="T0" fmla="*/ 127932 w 2291"/>
                <a:gd name="T1" fmla="*/ 11347 h 1516"/>
                <a:gd name="T2" fmla="*/ 127932 w 2291"/>
                <a:gd name="T3" fmla="*/ 24909 h 1516"/>
                <a:gd name="T4" fmla="*/ 130197 w 2291"/>
                <a:gd name="T5" fmla="*/ 38472 h 1516"/>
                <a:gd name="T6" fmla="*/ 136927 w 2291"/>
                <a:gd name="T7" fmla="*/ 72378 h 1516"/>
                <a:gd name="T8" fmla="*/ 76359 w 2291"/>
                <a:gd name="T9" fmla="*/ 85941 h 1516"/>
                <a:gd name="T10" fmla="*/ 49374 w 2291"/>
                <a:gd name="T11" fmla="*/ 90439 h 1516"/>
                <a:gd name="T12" fmla="*/ 35914 w 2291"/>
                <a:gd name="T13" fmla="*/ 92722 h 1516"/>
                <a:gd name="T14" fmla="*/ 22455 w 2291"/>
                <a:gd name="T15" fmla="*/ 95005 h 1516"/>
                <a:gd name="T16" fmla="*/ 13526 w 2291"/>
                <a:gd name="T17" fmla="*/ 58816 h 1516"/>
                <a:gd name="T18" fmla="*/ 6796 w 2291"/>
                <a:gd name="T19" fmla="*/ 20411 h 1516"/>
                <a:gd name="T20" fmla="*/ 35914 w 2291"/>
                <a:gd name="T21" fmla="*/ 20411 h 1516"/>
                <a:gd name="T22" fmla="*/ 62900 w 2291"/>
                <a:gd name="T23" fmla="*/ 15845 h 1516"/>
                <a:gd name="T24" fmla="*/ 127932 w 2291"/>
                <a:gd name="T25" fmla="*/ 11347 h 1516"/>
                <a:gd name="T26" fmla="*/ 98747 w 2291"/>
                <a:gd name="T27" fmla="*/ 67 h 1516"/>
                <a:gd name="T28" fmla="*/ 65099 w 2291"/>
                <a:gd name="T29" fmla="*/ 2283 h 1516"/>
                <a:gd name="T30" fmla="*/ 33715 w 2291"/>
                <a:gd name="T31" fmla="*/ 6848 h 1516"/>
                <a:gd name="T32" fmla="*/ 17990 w 2291"/>
                <a:gd name="T33" fmla="*/ 9064 h 1516"/>
                <a:gd name="T34" fmla="*/ 2265 w 2291"/>
                <a:gd name="T35" fmla="*/ 15845 h 1516"/>
                <a:gd name="T36" fmla="*/ 67 w 2291"/>
                <a:gd name="T37" fmla="*/ 15845 h 1516"/>
                <a:gd name="T38" fmla="*/ 67 w 2291"/>
                <a:gd name="T39" fmla="*/ 18128 h 1516"/>
                <a:gd name="T40" fmla="*/ 67 w 2291"/>
                <a:gd name="T41" fmla="*/ 38472 h 1516"/>
                <a:gd name="T42" fmla="*/ 2265 w 2291"/>
                <a:gd name="T43" fmla="*/ 58816 h 1516"/>
                <a:gd name="T44" fmla="*/ 6796 w 2291"/>
                <a:gd name="T45" fmla="*/ 79159 h 1516"/>
                <a:gd name="T46" fmla="*/ 13526 w 2291"/>
                <a:gd name="T47" fmla="*/ 99503 h 1516"/>
                <a:gd name="T48" fmla="*/ 13526 w 2291"/>
                <a:gd name="T49" fmla="*/ 101786 h 1516"/>
                <a:gd name="T50" fmla="*/ 15725 w 2291"/>
                <a:gd name="T51" fmla="*/ 101786 h 1516"/>
                <a:gd name="T52" fmla="*/ 20256 w 2291"/>
                <a:gd name="T53" fmla="*/ 99503 h 1516"/>
                <a:gd name="T54" fmla="*/ 35914 w 2291"/>
                <a:gd name="T55" fmla="*/ 101786 h 1516"/>
                <a:gd name="T56" fmla="*/ 49374 w 2291"/>
                <a:gd name="T57" fmla="*/ 101786 h 1516"/>
                <a:gd name="T58" fmla="*/ 80824 w 2291"/>
                <a:gd name="T59" fmla="*/ 99503 h 1516"/>
                <a:gd name="T60" fmla="*/ 112207 w 2291"/>
                <a:gd name="T61" fmla="*/ 92722 h 1516"/>
                <a:gd name="T62" fmla="*/ 139126 w 2291"/>
                <a:gd name="T63" fmla="*/ 83658 h 1516"/>
                <a:gd name="T64" fmla="*/ 143657 w 2291"/>
                <a:gd name="T65" fmla="*/ 88223 h 1516"/>
                <a:gd name="T66" fmla="*/ 148121 w 2291"/>
                <a:gd name="T67" fmla="*/ 88223 h 1516"/>
                <a:gd name="T68" fmla="*/ 150387 w 2291"/>
                <a:gd name="T69" fmla="*/ 85941 h 1516"/>
                <a:gd name="T70" fmla="*/ 152585 w 2291"/>
                <a:gd name="T71" fmla="*/ 81442 h 1516"/>
                <a:gd name="T72" fmla="*/ 143657 w 2291"/>
                <a:gd name="T73" fmla="*/ 45253 h 1516"/>
                <a:gd name="T74" fmla="*/ 134662 w 2291"/>
                <a:gd name="T75" fmla="*/ 11347 h 1516"/>
                <a:gd name="T76" fmla="*/ 136927 w 2291"/>
                <a:gd name="T77" fmla="*/ 6848 h 1516"/>
                <a:gd name="T78" fmla="*/ 136927 w 2291"/>
                <a:gd name="T79" fmla="*/ 4566 h 1516"/>
                <a:gd name="T80" fmla="*/ 134662 w 2291"/>
                <a:gd name="T81" fmla="*/ 67 h 1516"/>
                <a:gd name="T82" fmla="*/ 98747 w 2291"/>
                <a:gd name="T83" fmla="*/ 67 h 151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291" h="1516" extrusionOk="0">
                  <a:moveTo>
                    <a:pt x="1920" y="169"/>
                  </a:moveTo>
                  <a:lnTo>
                    <a:pt x="1920" y="371"/>
                  </a:lnTo>
                  <a:lnTo>
                    <a:pt x="1954" y="573"/>
                  </a:lnTo>
                  <a:lnTo>
                    <a:pt x="2055" y="1078"/>
                  </a:lnTo>
                  <a:lnTo>
                    <a:pt x="1146" y="1280"/>
                  </a:lnTo>
                  <a:lnTo>
                    <a:pt x="741" y="1347"/>
                  </a:lnTo>
                  <a:lnTo>
                    <a:pt x="539" y="1381"/>
                  </a:lnTo>
                  <a:lnTo>
                    <a:pt x="337" y="1415"/>
                  </a:lnTo>
                  <a:lnTo>
                    <a:pt x="203" y="876"/>
                  </a:lnTo>
                  <a:lnTo>
                    <a:pt x="102" y="304"/>
                  </a:lnTo>
                  <a:lnTo>
                    <a:pt x="539" y="304"/>
                  </a:lnTo>
                  <a:lnTo>
                    <a:pt x="944" y="236"/>
                  </a:lnTo>
                  <a:lnTo>
                    <a:pt x="1920" y="169"/>
                  </a:lnTo>
                  <a:close/>
                  <a:moveTo>
                    <a:pt x="1482" y="1"/>
                  </a:moveTo>
                  <a:lnTo>
                    <a:pt x="977" y="34"/>
                  </a:lnTo>
                  <a:lnTo>
                    <a:pt x="506" y="102"/>
                  </a:lnTo>
                  <a:lnTo>
                    <a:pt x="270" y="135"/>
                  </a:lnTo>
                  <a:lnTo>
                    <a:pt x="34" y="236"/>
                  </a:lnTo>
                  <a:lnTo>
                    <a:pt x="1" y="236"/>
                  </a:lnTo>
                  <a:lnTo>
                    <a:pt x="1" y="270"/>
                  </a:lnTo>
                  <a:lnTo>
                    <a:pt x="1" y="573"/>
                  </a:lnTo>
                  <a:lnTo>
                    <a:pt x="34" y="876"/>
                  </a:lnTo>
                  <a:lnTo>
                    <a:pt x="102" y="1179"/>
                  </a:lnTo>
                  <a:lnTo>
                    <a:pt x="203" y="1482"/>
                  </a:lnTo>
                  <a:lnTo>
                    <a:pt x="203" y="1516"/>
                  </a:lnTo>
                  <a:lnTo>
                    <a:pt x="236" y="1516"/>
                  </a:lnTo>
                  <a:lnTo>
                    <a:pt x="304" y="1482"/>
                  </a:lnTo>
                  <a:lnTo>
                    <a:pt x="539" y="1516"/>
                  </a:lnTo>
                  <a:lnTo>
                    <a:pt x="741" y="1516"/>
                  </a:lnTo>
                  <a:lnTo>
                    <a:pt x="1213" y="1482"/>
                  </a:lnTo>
                  <a:lnTo>
                    <a:pt x="1684" y="1381"/>
                  </a:lnTo>
                  <a:lnTo>
                    <a:pt x="2088" y="1246"/>
                  </a:lnTo>
                  <a:lnTo>
                    <a:pt x="2156" y="1314"/>
                  </a:lnTo>
                  <a:lnTo>
                    <a:pt x="2223" y="1314"/>
                  </a:lnTo>
                  <a:lnTo>
                    <a:pt x="2257" y="1280"/>
                  </a:lnTo>
                  <a:lnTo>
                    <a:pt x="2290" y="1213"/>
                  </a:lnTo>
                  <a:lnTo>
                    <a:pt x="2156" y="674"/>
                  </a:lnTo>
                  <a:lnTo>
                    <a:pt x="2021" y="169"/>
                  </a:lnTo>
                  <a:lnTo>
                    <a:pt x="2055" y="102"/>
                  </a:lnTo>
                  <a:lnTo>
                    <a:pt x="2055" y="68"/>
                  </a:lnTo>
                  <a:lnTo>
                    <a:pt x="2021" y="1"/>
                  </a:lnTo>
                  <a:lnTo>
                    <a:pt x="1482"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09" name="Google Shape;116;p2"/>
            <p:cNvSpPr>
              <a:spLocks/>
            </p:cNvSpPr>
            <p:nvPr/>
          </p:nvSpPr>
          <p:spPr bwMode="auto">
            <a:xfrm>
              <a:off x="2980314" y="5457971"/>
              <a:ext cx="144702" cy="111328"/>
            </a:xfrm>
            <a:custGeom>
              <a:avLst/>
              <a:gdLst>
                <a:gd name="T0" fmla="*/ 129101 w 2189"/>
                <a:gd name="T1" fmla="*/ 6739 h 1685"/>
                <a:gd name="T2" fmla="*/ 131349 w 2189"/>
                <a:gd name="T3" fmla="*/ 44531 h 1685"/>
                <a:gd name="T4" fmla="*/ 135778 w 2189"/>
                <a:gd name="T5" fmla="*/ 82389 h 1685"/>
                <a:gd name="T6" fmla="*/ 122425 w 2189"/>
                <a:gd name="T7" fmla="*/ 82389 h 1685"/>
                <a:gd name="T8" fmla="*/ 106890 w 2189"/>
                <a:gd name="T9" fmla="*/ 84570 h 1685"/>
                <a:gd name="T10" fmla="*/ 80184 w 2189"/>
                <a:gd name="T11" fmla="*/ 89062 h 1685"/>
                <a:gd name="T12" fmla="*/ 17848 w 2189"/>
                <a:gd name="T13" fmla="*/ 93489 h 1685"/>
                <a:gd name="T14" fmla="*/ 15601 w 2189"/>
                <a:gd name="T15" fmla="*/ 60124 h 1685"/>
                <a:gd name="T16" fmla="*/ 13419 w 2189"/>
                <a:gd name="T17" fmla="*/ 46778 h 1685"/>
                <a:gd name="T18" fmla="*/ 11172 w 2189"/>
                <a:gd name="T19" fmla="*/ 35612 h 1685"/>
                <a:gd name="T20" fmla="*/ 73508 w 2189"/>
                <a:gd name="T21" fmla="*/ 20085 h 1685"/>
                <a:gd name="T22" fmla="*/ 100214 w 2189"/>
                <a:gd name="T23" fmla="*/ 15593 h 1685"/>
                <a:gd name="T24" fmla="*/ 115748 w 2189"/>
                <a:gd name="T25" fmla="*/ 11166 h 1685"/>
                <a:gd name="T26" fmla="*/ 129101 w 2189"/>
                <a:gd name="T27" fmla="*/ 6739 h 1685"/>
                <a:gd name="T28" fmla="*/ 113567 w 2189"/>
                <a:gd name="T29" fmla="*/ 66 h 1685"/>
                <a:gd name="T30" fmla="*/ 97966 w 2189"/>
                <a:gd name="T31" fmla="*/ 2246 h 1685"/>
                <a:gd name="T32" fmla="*/ 66831 w 2189"/>
                <a:gd name="T33" fmla="*/ 6739 h 1685"/>
                <a:gd name="T34" fmla="*/ 33449 w 2189"/>
                <a:gd name="T35" fmla="*/ 15593 h 1685"/>
                <a:gd name="T36" fmla="*/ 4495 w 2189"/>
                <a:gd name="T37" fmla="*/ 24512 h 1685"/>
                <a:gd name="T38" fmla="*/ 2248 w 2189"/>
                <a:gd name="T39" fmla="*/ 26758 h 1685"/>
                <a:gd name="T40" fmla="*/ 0 w 2189"/>
                <a:gd name="T41" fmla="*/ 28939 h 1685"/>
                <a:gd name="T42" fmla="*/ 0 w 2189"/>
                <a:gd name="T43" fmla="*/ 33431 h 1685"/>
                <a:gd name="T44" fmla="*/ 2248 w 2189"/>
                <a:gd name="T45" fmla="*/ 35612 h 1685"/>
                <a:gd name="T46" fmla="*/ 6743 w 2189"/>
                <a:gd name="T47" fmla="*/ 71223 h 1685"/>
                <a:gd name="T48" fmla="*/ 6743 w 2189"/>
                <a:gd name="T49" fmla="*/ 106835 h 1685"/>
                <a:gd name="T50" fmla="*/ 8924 w 2189"/>
                <a:gd name="T51" fmla="*/ 111262 h 1685"/>
                <a:gd name="T52" fmla="*/ 13419 w 2189"/>
                <a:gd name="T53" fmla="*/ 111262 h 1685"/>
                <a:gd name="T54" fmla="*/ 17848 w 2189"/>
                <a:gd name="T55" fmla="*/ 109082 h 1685"/>
                <a:gd name="T56" fmla="*/ 20096 w 2189"/>
                <a:gd name="T57" fmla="*/ 104589 h 1685"/>
                <a:gd name="T58" fmla="*/ 48983 w 2189"/>
                <a:gd name="T59" fmla="*/ 104589 h 1685"/>
                <a:gd name="T60" fmla="*/ 80184 w 2189"/>
                <a:gd name="T61" fmla="*/ 102409 h 1685"/>
                <a:gd name="T62" fmla="*/ 109072 w 2189"/>
                <a:gd name="T63" fmla="*/ 95735 h 1685"/>
                <a:gd name="T64" fmla="*/ 124672 w 2189"/>
                <a:gd name="T65" fmla="*/ 91243 h 1685"/>
                <a:gd name="T66" fmla="*/ 135778 w 2189"/>
                <a:gd name="T67" fmla="*/ 84570 h 1685"/>
                <a:gd name="T68" fmla="*/ 142454 w 2189"/>
                <a:gd name="T69" fmla="*/ 86816 h 1685"/>
                <a:gd name="T70" fmla="*/ 144702 w 2189"/>
                <a:gd name="T71" fmla="*/ 84570 h 1685"/>
                <a:gd name="T72" fmla="*/ 144702 w 2189"/>
                <a:gd name="T73" fmla="*/ 82389 h 1685"/>
                <a:gd name="T74" fmla="*/ 144702 w 2189"/>
                <a:gd name="T75" fmla="*/ 62370 h 1685"/>
                <a:gd name="T76" fmla="*/ 142454 w 2189"/>
                <a:gd name="T77" fmla="*/ 42285 h 1685"/>
                <a:gd name="T78" fmla="*/ 138025 w 2189"/>
                <a:gd name="T79" fmla="*/ 22266 h 1685"/>
                <a:gd name="T80" fmla="*/ 133597 w 2189"/>
                <a:gd name="T81" fmla="*/ 2246 h 1685"/>
                <a:gd name="T82" fmla="*/ 129101 w 2189"/>
                <a:gd name="T83" fmla="*/ 2246 h 1685"/>
                <a:gd name="T84" fmla="*/ 113567 w 2189"/>
                <a:gd name="T85" fmla="*/ 66 h 168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189" h="1685" extrusionOk="0">
                  <a:moveTo>
                    <a:pt x="1953" y="102"/>
                  </a:moveTo>
                  <a:lnTo>
                    <a:pt x="1987" y="674"/>
                  </a:lnTo>
                  <a:lnTo>
                    <a:pt x="2054" y="1247"/>
                  </a:lnTo>
                  <a:lnTo>
                    <a:pt x="1852" y="1247"/>
                  </a:lnTo>
                  <a:lnTo>
                    <a:pt x="1617" y="1280"/>
                  </a:lnTo>
                  <a:lnTo>
                    <a:pt x="1213" y="1348"/>
                  </a:lnTo>
                  <a:lnTo>
                    <a:pt x="270" y="1415"/>
                  </a:lnTo>
                  <a:lnTo>
                    <a:pt x="236" y="910"/>
                  </a:lnTo>
                  <a:lnTo>
                    <a:pt x="203" y="708"/>
                  </a:lnTo>
                  <a:lnTo>
                    <a:pt x="169" y="539"/>
                  </a:lnTo>
                  <a:lnTo>
                    <a:pt x="1112" y="304"/>
                  </a:lnTo>
                  <a:lnTo>
                    <a:pt x="1516" y="236"/>
                  </a:lnTo>
                  <a:lnTo>
                    <a:pt x="1751" y="169"/>
                  </a:lnTo>
                  <a:lnTo>
                    <a:pt x="1953" y="102"/>
                  </a:lnTo>
                  <a:close/>
                  <a:moveTo>
                    <a:pt x="1718" y="1"/>
                  </a:moveTo>
                  <a:lnTo>
                    <a:pt x="1482" y="34"/>
                  </a:lnTo>
                  <a:lnTo>
                    <a:pt x="1011" y="102"/>
                  </a:lnTo>
                  <a:lnTo>
                    <a:pt x="506" y="236"/>
                  </a:lnTo>
                  <a:lnTo>
                    <a:pt x="68" y="371"/>
                  </a:lnTo>
                  <a:lnTo>
                    <a:pt x="34" y="405"/>
                  </a:lnTo>
                  <a:lnTo>
                    <a:pt x="0" y="438"/>
                  </a:lnTo>
                  <a:lnTo>
                    <a:pt x="0" y="506"/>
                  </a:lnTo>
                  <a:lnTo>
                    <a:pt x="34" y="539"/>
                  </a:lnTo>
                  <a:lnTo>
                    <a:pt x="102" y="1078"/>
                  </a:lnTo>
                  <a:lnTo>
                    <a:pt x="102" y="1617"/>
                  </a:lnTo>
                  <a:lnTo>
                    <a:pt x="135" y="1684"/>
                  </a:lnTo>
                  <a:lnTo>
                    <a:pt x="203" y="1684"/>
                  </a:lnTo>
                  <a:lnTo>
                    <a:pt x="270" y="1651"/>
                  </a:lnTo>
                  <a:lnTo>
                    <a:pt x="304" y="1583"/>
                  </a:lnTo>
                  <a:lnTo>
                    <a:pt x="741" y="1583"/>
                  </a:lnTo>
                  <a:lnTo>
                    <a:pt x="1213" y="1550"/>
                  </a:lnTo>
                  <a:lnTo>
                    <a:pt x="1650" y="1449"/>
                  </a:lnTo>
                  <a:lnTo>
                    <a:pt x="1886" y="1381"/>
                  </a:lnTo>
                  <a:lnTo>
                    <a:pt x="2054" y="1280"/>
                  </a:lnTo>
                  <a:lnTo>
                    <a:pt x="2155" y="1314"/>
                  </a:lnTo>
                  <a:lnTo>
                    <a:pt x="2189" y="1280"/>
                  </a:lnTo>
                  <a:lnTo>
                    <a:pt x="2189" y="1247"/>
                  </a:lnTo>
                  <a:lnTo>
                    <a:pt x="2189" y="944"/>
                  </a:lnTo>
                  <a:lnTo>
                    <a:pt x="2155" y="640"/>
                  </a:lnTo>
                  <a:lnTo>
                    <a:pt x="2088" y="337"/>
                  </a:lnTo>
                  <a:lnTo>
                    <a:pt x="2021" y="34"/>
                  </a:lnTo>
                  <a:lnTo>
                    <a:pt x="1953" y="34"/>
                  </a:lnTo>
                  <a:lnTo>
                    <a:pt x="171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0" name="Google Shape;117;p2"/>
            <p:cNvSpPr>
              <a:spLocks/>
            </p:cNvSpPr>
            <p:nvPr/>
          </p:nvSpPr>
          <p:spPr bwMode="auto">
            <a:xfrm>
              <a:off x="2304513" y="5558166"/>
              <a:ext cx="163782" cy="104967"/>
            </a:xfrm>
            <a:custGeom>
              <a:avLst/>
              <a:gdLst>
                <a:gd name="T0" fmla="*/ 141336 w 2459"/>
                <a:gd name="T1" fmla="*/ 9012 h 1584"/>
                <a:gd name="T2" fmla="*/ 143601 w 2459"/>
                <a:gd name="T3" fmla="*/ 42477 h 1584"/>
                <a:gd name="T4" fmla="*/ 150328 w 2459"/>
                <a:gd name="T5" fmla="*/ 73689 h 1584"/>
                <a:gd name="T6" fmla="*/ 132344 w 2459"/>
                <a:gd name="T7" fmla="*/ 78129 h 1584"/>
                <a:gd name="T8" fmla="*/ 112163 w 2459"/>
                <a:gd name="T9" fmla="*/ 80382 h 1584"/>
                <a:gd name="T10" fmla="*/ 76263 w 2459"/>
                <a:gd name="T11" fmla="*/ 84822 h 1584"/>
                <a:gd name="T12" fmla="*/ 47156 w 2459"/>
                <a:gd name="T13" fmla="*/ 87075 h 1584"/>
                <a:gd name="T14" fmla="*/ 31438 w 2459"/>
                <a:gd name="T15" fmla="*/ 91515 h 1584"/>
                <a:gd name="T16" fmla="*/ 20248 w 2459"/>
                <a:gd name="T17" fmla="*/ 98208 h 1584"/>
                <a:gd name="T18" fmla="*/ 11256 w 2459"/>
                <a:gd name="T19" fmla="*/ 60303 h 1584"/>
                <a:gd name="T20" fmla="*/ 8992 w 2459"/>
                <a:gd name="T21" fmla="*/ 42477 h 1584"/>
                <a:gd name="T22" fmla="*/ 4529 w 2459"/>
                <a:gd name="T23" fmla="*/ 26838 h 1584"/>
                <a:gd name="T24" fmla="*/ 38165 w 2459"/>
                <a:gd name="T25" fmla="*/ 26838 h 1584"/>
                <a:gd name="T26" fmla="*/ 74065 w 2459"/>
                <a:gd name="T27" fmla="*/ 22398 h 1584"/>
                <a:gd name="T28" fmla="*/ 141336 w 2459"/>
                <a:gd name="T29" fmla="*/ 9012 h 1584"/>
                <a:gd name="T30" fmla="*/ 141336 w 2459"/>
                <a:gd name="T31" fmla="*/ 66 h 1584"/>
                <a:gd name="T32" fmla="*/ 107700 w 2459"/>
                <a:gd name="T33" fmla="*/ 6759 h 1584"/>
                <a:gd name="T34" fmla="*/ 71800 w 2459"/>
                <a:gd name="T35" fmla="*/ 9012 h 1584"/>
                <a:gd name="T36" fmla="*/ 35900 w 2459"/>
                <a:gd name="T37" fmla="*/ 15705 h 1584"/>
                <a:gd name="T38" fmla="*/ 2265 w 2459"/>
                <a:gd name="T39" fmla="*/ 22398 h 1584"/>
                <a:gd name="T40" fmla="*/ 67 w 2459"/>
                <a:gd name="T41" fmla="*/ 24585 h 1584"/>
                <a:gd name="T42" fmla="*/ 2265 w 2459"/>
                <a:gd name="T43" fmla="*/ 26838 h 1584"/>
                <a:gd name="T44" fmla="*/ 67 w 2459"/>
                <a:gd name="T45" fmla="*/ 44664 h 1584"/>
                <a:gd name="T46" fmla="*/ 2265 w 2459"/>
                <a:gd name="T47" fmla="*/ 64743 h 1584"/>
                <a:gd name="T48" fmla="*/ 11256 w 2459"/>
                <a:gd name="T49" fmla="*/ 102714 h 1584"/>
                <a:gd name="T50" fmla="*/ 13521 w 2459"/>
                <a:gd name="T51" fmla="*/ 104901 h 1584"/>
                <a:gd name="T52" fmla="*/ 17983 w 2459"/>
                <a:gd name="T53" fmla="*/ 104901 h 1584"/>
                <a:gd name="T54" fmla="*/ 20248 w 2459"/>
                <a:gd name="T55" fmla="*/ 100461 h 1584"/>
                <a:gd name="T56" fmla="*/ 35900 w 2459"/>
                <a:gd name="T57" fmla="*/ 100461 h 1584"/>
                <a:gd name="T58" fmla="*/ 53884 w 2459"/>
                <a:gd name="T59" fmla="*/ 98208 h 1584"/>
                <a:gd name="T60" fmla="*/ 87519 w 2459"/>
                <a:gd name="T61" fmla="*/ 93768 h 1584"/>
                <a:gd name="T62" fmla="*/ 121155 w 2459"/>
                <a:gd name="T63" fmla="*/ 91515 h 1584"/>
                <a:gd name="T64" fmla="*/ 152526 w 2459"/>
                <a:gd name="T65" fmla="*/ 84822 h 1584"/>
                <a:gd name="T66" fmla="*/ 157055 w 2459"/>
                <a:gd name="T67" fmla="*/ 84822 h 1584"/>
                <a:gd name="T68" fmla="*/ 161517 w 2459"/>
                <a:gd name="T69" fmla="*/ 82635 h 1584"/>
                <a:gd name="T70" fmla="*/ 161517 w 2459"/>
                <a:gd name="T71" fmla="*/ 80382 h 1584"/>
                <a:gd name="T72" fmla="*/ 163782 w 2459"/>
                <a:gd name="T73" fmla="*/ 78129 h 1584"/>
                <a:gd name="T74" fmla="*/ 161517 w 2459"/>
                <a:gd name="T75" fmla="*/ 73689 h 1584"/>
                <a:gd name="T76" fmla="*/ 157055 w 2459"/>
                <a:gd name="T77" fmla="*/ 37971 h 1584"/>
                <a:gd name="T78" fmla="*/ 152526 w 2459"/>
                <a:gd name="T79" fmla="*/ 20145 h 1584"/>
                <a:gd name="T80" fmla="*/ 148063 w 2459"/>
                <a:gd name="T81" fmla="*/ 4506 h 1584"/>
                <a:gd name="T82" fmla="*/ 145799 w 2459"/>
                <a:gd name="T83" fmla="*/ 2319 h 1584"/>
                <a:gd name="T84" fmla="*/ 143601 w 2459"/>
                <a:gd name="T85" fmla="*/ 66 h 1584"/>
                <a:gd name="T86" fmla="*/ 141336 w 2459"/>
                <a:gd name="T87" fmla="*/ 66 h 15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459" h="1584" extrusionOk="0">
                  <a:moveTo>
                    <a:pt x="2122" y="136"/>
                  </a:moveTo>
                  <a:lnTo>
                    <a:pt x="2156" y="641"/>
                  </a:lnTo>
                  <a:lnTo>
                    <a:pt x="2257" y="1112"/>
                  </a:lnTo>
                  <a:lnTo>
                    <a:pt x="1987" y="1179"/>
                  </a:lnTo>
                  <a:lnTo>
                    <a:pt x="1684" y="1213"/>
                  </a:lnTo>
                  <a:lnTo>
                    <a:pt x="1145" y="1280"/>
                  </a:lnTo>
                  <a:lnTo>
                    <a:pt x="708" y="1314"/>
                  </a:lnTo>
                  <a:lnTo>
                    <a:pt x="472" y="1381"/>
                  </a:lnTo>
                  <a:lnTo>
                    <a:pt x="304" y="1482"/>
                  </a:lnTo>
                  <a:lnTo>
                    <a:pt x="169" y="910"/>
                  </a:lnTo>
                  <a:lnTo>
                    <a:pt x="135" y="641"/>
                  </a:lnTo>
                  <a:lnTo>
                    <a:pt x="68" y="405"/>
                  </a:lnTo>
                  <a:lnTo>
                    <a:pt x="573" y="405"/>
                  </a:lnTo>
                  <a:lnTo>
                    <a:pt x="1112" y="338"/>
                  </a:lnTo>
                  <a:lnTo>
                    <a:pt x="2122" y="136"/>
                  </a:lnTo>
                  <a:close/>
                  <a:moveTo>
                    <a:pt x="2122" y="1"/>
                  </a:moveTo>
                  <a:lnTo>
                    <a:pt x="1617" y="102"/>
                  </a:lnTo>
                  <a:lnTo>
                    <a:pt x="1078" y="136"/>
                  </a:lnTo>
                  <a:lnTo>
                    <a:pt x="539" y="237"/>
                  </a:lnTo>
                  <a:lnTo>
                    <a:pt x="34" y="338"/>
                  </a:lnTo>
                  <a:lnTo>
                    <a:pt x="1" y="371"/>
                  </a:lnTo>
                  <a:lnTo>
                    <a:pt x="34" y="405"/>
                  </a:lnTo>
                  <a:lnTo>
                    <a:pt x="1" y="674"/>
                  </a:lnTo>
                  <a:lnTo>
                    <a:pt x="34" y="977"/>
                  </a:lnTo>
                  <a:lnTo>
                    <a:pt x="169" y="1550"/>
                  </a:lnTo>
                  <a:lnTo>
                    <a:pt x="203" y="1583"/>
                  </a:lnTo>
                  <a:lnTo>
                    <a:pt x="270" y="1583"/>
                  </a:lnTo>
                  <a:lnTo>
                    <a:pt x="304" y="1516"/>
                  </a:lnTo>
                  <a:lnTo>
                    <a:pt x="539" y="1516"/>
                  </a:lnTo>
                  <a:lnTo>
                    <a:pt x="809" y="1482"/>
                  </a:lnTo>
                  <a:lnTo>
                    <a:pt x="1314" y="1415"/>
                  </a:lnTo>
                  <a:lnTo>
                    <a:pt x="1819" y="1381"/>
                  </a:lnTo>
                  <a:lnTo>
                    <a:pt x="2290" y="1280"/>
                  </a:lnTo>
                  <a:lnTo>
                    <a:pt x="2358" y="1280"/>
                  </a:lnTo>
                  <a:lnTo>
                    <a:pt x="2425" y="1247"/>
                  </a:lnTo>
                  <a:lnTo>
                    <a:pt x="2425" y="1213"/>
                  </a:lnTo>
                  <a:lnTo>
                    <a:pt x="2459" y="1179"/>
                  </a:lnTo>
                  <a:lnTo>
                    <a:pt x="2425" y="1112"/>
                  </a:lnTo>
                  <a:lnTo>
                    <a:pt x="2358" y="573"/>
                  </a:lnTo>
                  <a:lnTo>
                    <a:pt x="2290" y="304"/>
                  </a:lnTo>
                  <a:lnTo>
                    <a:pt x="2223" y="68"/>
                  </a:lnTo>
                  <a:lnTo>
                    <a:pt x="2189" y="35"/>
                  </a:lnTo>
                  <a:lnTo>
                    <a:pt x="2156" y="1"/>
                  </a:lnTo>
                  <a:lnTo>
                    <a:pt x="2122"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1" name="Google Shape;118;p2"/>
            <p:cNvSpPr>
              <a:spLocks/>
            </p:cNvSpPr>
            <p:nvPr/>
          </p:nvSpPr>
          <p:spPr bwMode="auto">
            <a:xfrm>
              <a:off x="3299928" y="5411849"/>
              <a:ext cx="155832" cy="103377"/>
            </a:xfrm>
            <a:custGeom>
              <a:avLst/>
              <a:gdLst>
                <a:gd name="T0" fmla="*/ 135799 w 2357"/>
                <a:gd name="T1" fmla="*/ 9004 h 1550"/>
                <a:gd name="T2" fmla="*/ 133551 w 2357"/>
                <a:gd name="T3" fmla="*/ 18008 h 1550"/>
                <a:gd name="T4" fmla="*/ 135799 w 2357"/>
                <a:gd name="T5" fmla="*/ 24744 h 1550"/>
                <a:gd name="T6" fmla="*/ 137981 w 2357"/>
                <a:gd name="T7" fmla="*/ 40417 h 1550"/>
                <a:gd name="T8" fmla="*/ 140229 w 2357"/>
                <a:gd name="T9" fmla="*/ 56157 h 1550"/>
                <a:gd name="T10" fmla="*/ 142477 w 2357"/>
                <a:gd name="T11" fmla="*/ 71897 h 1550"/>
                <a:gd name="T12" fmla="*/ 77883 w 2357"/>
                <a:gd name="T13" fmla="*/ 80834 h 1550"/>
                <a:gd name="T14" fmla="*/ 46743 w 2357"/>
                <a:gd name="T15" fmla="*/ 87570 h 1550"/>
                <a:gd name="T16" fmla="*/ 15603 w 2357"/>
                <a:gd name="T17" fmla="*/ 96574 h 1550"/>
                <a:gd name="T18" fmla="*/ 15603 w 2357"/>
                <a:gd name="T19" fmla="*/ 85369 h 1550"/>
                <a:gd name="T20" fmla="*/ 15603 w 2357"/>
                <a:gd name="T21" fmla="*/ 76366 h 1550"/>
                <a:gd name="T22" fmla="*/ 13355 w 2357"/>
                <a:gd name="T23" fmla="*/ 53889 h 1550"/>
                <a:gd name="T24" fmla="*/ 11107 w 2357"/>
                <a:gd name="T25" fmla="*/ 40417 h 1550"/>
                <a:gd name="T26" fmla="*/ 8925 w 2357"/>
                <a:gd name="T27" fmla="*/ 24744 h 1550"/>
                <a:gd name="T28" fmla="*/ 28958 w 2357"/>
                <a:gd name="T29" fmla="*/ 24744 h 1550"/>
                <a:gd name="T30" fmla="*/ 48991 w 2357"/>
                <a:gd name="T31" fmla="*/ 20209 h 1550"/>
                <a:gd name="T32" fmla="*/ 89056 w 2357"/>
                <a:gd name="T33" fmla="*/ 15740 h 1550"/>
                <a:gd name="T34" fmla="*/ 109089 w 2357"/>
                <a:gd name="T35" fmla="*/ 11271 h 1550"/>
                <a:gd name="T36" fmla="*/ 117948 w 2357"/>
                <a:gd name="T37" fmla="*/ 11271 h 1550"/>
                <a:gd name="T38" fmla="*/ 129122 w 2357"/>
                <a:gd name="T39" fmla="*/ 9004 h 1550"/>
                <a:gd name="T40" fmla="*/ 131304 w 2357"/>
                <a:gd name="T41" fmla="*/ 11271 h 1550"/>
                <a:gd name="T42" fmla="*/ 135799 w 2357"/>
                <a:gd name="T43" fmla="*/ 9004 h 1550"/>
                <a:gd name="T44" fmla="*/ 117948 w 2357"/>
                <a:gd name="T45" fmla="*/ 0 h 1550"/>
                <a:gd name="T46" fmla="*/ 100164 w 2357"/>
                <a:gd name="T47" fmla="*/ 2268 h 1550"/>
                <a:gd name="T48" fmla="*/ 69024 w 2357"/>
                <a:gd name="T49" fmla="*/ 6736 h 1550"/>
                <a:gd name="T50" fmla="*/ 35636 w 2357"/>
                <a:gd name="T51" fmla="*/ 11271 h 1550"/>
                <a:gd name="T52" fmla="*/ 20033 w 2357"/>
                <a:gd name="T53" fmla="*/ 13472 h 1550"/>
                <a:gd name="T54" fmla="*/ 4430 w 2357"/>
                <a:gd name="T55" fmla="*/ 20209 h 1550"/>
                <a:gd name="T56" fmla="*/ 0 w 2357"/>
                <a:gd name="T57" fmla="*/ 22476 h 1550"/>
                <a:gd name="T58" fmla="*/ 2248 w 2357"/>
                <a:gd name="T59" fmla="*/ 24744 h 1550"/>
                <a:gd name="T60" fmla="*/ 0 w 2357"/>
                <a:gd name="T61" fmla="*/ 31480 h 1550"/>
                <a:gd name="T62" fmla="*/ 2248 w 2357"/>
                <a:gd name="T63" fmla="*/ 40417 h 1550"/>
                <a:gd name="T64" fmla="*/ 2248 w 2357"/>
                <a:gd name="T65" fmla="*/ 56157 h 1550"/>
                <a:gd name="T66" fmla="*/ 4430 w 2357"/>
                <a:gd name="T67" fmla="*/ 76366 h 1550"/>
                <a:gd name="T68" fmla="*/ 6678 w 2357"/>
                <a:gd name="T69" fmla="*/ 87570 h 1550"/>
                <a:gd name="T70" fmla="*/ 8925 w 2357"/>
                <a:gd name="T71" fmla="*/ 96574 h 1550"/>
                <a:gd name="T72" fmla="*/ 13355 w 2357"/>
                <a:gd name="T73" fmla="*/ 98842 h 1550"/>
                <a:gd name="T74" fmla="*/ 13355 w 2357"/>
                <a:gd name="T75" fmla="*/ 101109 h 1550"/>
                <a:gd name="T76" fmla="*/ 15603 w 2357"/>
                <a:gd name="T77" fmla="*/ 103310 h 1550"/>
                <a:gd name="T78" fmla="*/ 48991 w 2357"/>
                <a:gd name="T79" fmla="*/ 101109 h 1550"/>
                <a:gd name="T80" fmla="*/ 82379 w 2357"/>
                <a:gd name="T81" fmla="*/ 94307 h 1550"/>
                <a:gd name="T82" fmla="*/ 146907 w 2357"/>
                <a:gd name="T83" fmla="*/ 83102 h 1550"/>
                <a:gd name="T84" fmla="*/ 149154 w 2357"/>
                <a:gd name="T85" fmla="*/ 83102 h 1550"/>
                <a:gd name="T86" fmla="*/ 151336 w 2357"/>
                <a:gd name="T87" fmla="*/ 80834 h 1550"/>
                <a:gd name="T88" fmla="*/ 155832 w 2357"/>
                <a:gd name="T89" fmla="*/ 80834 h 1550"/>
                <a:gd name="T90" fmla="*/ 155832 w 2357"/>
                <a:gd name="T91" fmla="*/ 76366 h 1550"/>
                <a:gd name="T92" fmla="*/ 155832 w 2357"/>
                <a:gd name="T93" fmla="*/ 74098 h 1550"/>
                <a:gd name="T94" fmla="*/ 151336 w 2357"/>
                <a:gd name="T95" fmla="*/ 71897 h 1550"/>
                <a:gd name="T96" fmla="*/ 149154 w 2357"/>
                <a:gd name="T97" fmla="*/ 53889 h 1550"/>
                <a:gd name="T98" fmla="*/ 146907 w 2357"/>
                <a:gd name="T99" fmla="*/ 38216 h 1550"/>
                <a:gd name="T100" fmla="*/ 144659 w 2357"/>
                <a:gd name="T101" fmla="*/ 20209 h 1550"/>
                <a:gd name="T102" fmla="*/ 142477 w 2357"/>
                <a:gd name="T103" fmla="*/ 9004 h 1550"/>
                <a:gd name="T104" fmla="*/ 137981 w 2357"/>
                <a:gd name="T105" fmla="*/ 2268 h 1550"/>
                <a:gd name="T106" fmla="*/ 137981 w 2357"/>
                <a:gd name="T107" fmla="*/ 4535 h 1550"/>
                <a:gd name="T108" fmla="*/ 133551 w 2357"/>
                <a:gd name="T109" fmla="*/ 0 h 1550"/>
                <a:gd name="T110" fmla="*/ 117948 w 2357"/>
                <a:gd name="T111" fmla="*/ 0 h 155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57" h="1550" extrusionOk="0">
                  <a:moveTo>
                    <a:pt x="2054" y="135"/>
                  </a:moveTo>
                  <a:lnTo>
                    <a:pt x="2020" y="270"/>
                  </a:lnTo>
                  <a:lnTo>
                    <a:pt x="2054" y="371"/>
                  </a:lnTo>
                  <a:lnTo>
                    <a:pt x="2087" y="606"/>
                  </a:lnTo>
                  <a:lnTo>
                    <a:pt x="2121" y="842"/>
                  </a:lnTo>
                  <a:lnTo>
                    <a:pt x="2155" y="1078"/>
                  </a:lnTo>
                  <a:lnTo>
                    <a:pt x="1178" y="1212"/>
                  </a:lnTo>
                  <a:lnTo>
                    <a:pt x="707" y="1313"/>
                  </a:lnTo>
                  <a:lnTo>
                    <a:pt x="236" y="1448"/>
                  </a:lnTo>
                  <a:lnTo>
                    <a:pt x="236" y="1280"/>
                  </a:lnTo>
                  <a:lnTo>
                    <a:pt x="236" y="1145"/>
                  </a:lnTo>
                  <a:lnTo>
                    <a:pt x="202" y="808"/>
                  </a:lnTo>
                  <a:lnTo>
                    <a:pt x="168" y="606"/>
                  </a:lnTo>
                  <a:lnTo>
                    <a:pt x="135" y="371"/>
                  </a:lnTo>
                  <a:lnTo>
                    <a:pt x="438" y="371"/>
                  </a:lnTo>
                  <a:lnTo>
                    <a:pt x="741" y="303"/>
                  </a:lnTo>
                  <a:lnTo>
                    <a:pt x="1347" y="236"/>
                  </a:lnTo>
                  <a:lnTo>
                    <a:pt x="1650" y="169"/>
                  </a:lnTo>
                  <a:lnTo>
                    <a:pt x="1784" y="169"/>
                  </a:lnTo>
                  <a:lnTo>
                    <a:pt x="1953" y="135"/>
                  </a:lnTo>
                  <a:lnTo>
                    <a:pt x="1986" y="169"/>
                  </a:lnTo>
                  <a:lnTo>
                    <a:pt x="2054" y="135"/>
                  </a:lnTo>
                  <a:close/>
                  <a:moveTo>
                    <a:pt x="1784" y="0"/>
                  </a:moveTo>
                  <a:lnTo>
                    <a:pt x="1515" y="34"/>
                  </a:lnTo>
                  <a:lnTo>
                    <a:pt x="1044" y="101"/>
                  </a:lnTo>
                  <a:lnTo>
                    <a:pt x="539" y="169"/>
                  </a:lnTo>
                  <a:lnTo>
                    <a:pt x="303" y="202"/>
                  </a:lnTo>
                  <a:lnTo>
                    <a:pt x="67" y="303"/>
                  </a:lnTo>
                  <a:lnTo>
                    <a:pt x="0" y="337"/>
                  </a:lnTo>
                  <a:lnTo>
                    <a:pt x="34" y="371"/>
                  </a:lnTo>
                  <a:lnTo>
                    <a:pt x="0" y="472"/>
                  </a:lnTo>
                  <a:lnTo>
                    <a:pt x="34" y="606"/>
                  </a:lnTo>
                  <a:lnTo>
                    <a:pt x="34" y="842"/>
                  </a:lnTo>
                  <a:lnTo>
                    <a:pt x="67" y="1145"/>
                  </a:lnTo>
                  <a:lnTo>
                    <a:pt x="101" y="1313"/>
                  </a:lnTo>
                  <a:lnTo>
                    <a:pt x="135" y="1448"/>
                  </a:lnTo>
                  <a:lnTo>
                    <a:pt x="202" y="1482"/>
                  </a:lnTo>
                  <a:lnTo>
                    <a:pt x="202" y="1516"/>
                  </a:lnTo>
                  <a:lnTo>
                    <a:pt x="236" y="1549"/>
                  </a:lnTo>
                  <a:lnTo>
                    <a:pt x="741" y="1516"/>
                  </a:lnTo>
                  <a:lnTo>
                    <a:pt x="1246" y="1414"/>
                  </a:lnTo>
                  <a:lnTo>
                    <a:pt x="2222" y="1246"/>
                  </a:lnTo>
                  <a:lnTo>
                    <a:pt x="2256" y="1246"/>
                  </a:lnTo>
                  <a:lnTo>
                    <a:pt x="2289" y="1212"/>
                  </a:lnTo>
                  <a:lnTo>
                    <a:pt x="2357" y="1212"/>
                  </a:lnTo>
                  <a:lnTo>
                    <a:pt x="2357" y="1145"/>
                  </a:lnTo>
                  <a:lnTo>
                    <a:pt x="2357" y="1111"/>
                  </a:lnTo>
                  <a:lnTo>
                    <a:pt x="2289" y="1078"/>
                  </a:lnTo>
                  <a:lnTo>
                    <a:pt x="2256" y="808"/>
                  </a:lnTo>
                  <a:lnTo>
                    <a:pt x="2222" y="573"/>
                  </a:lnTo>
                  <a:lnTo>
                    <a:pt x="2188" y="303"/>
                  </a:lnTo>
                  <a:lnTo>
                    <a:pt x="2155" y="135"/>
                  </a:lnTo>
                  <a:lnTo>
                    <a:pt x="2087" y="34"/>
                  </a:lnTo>
                  <a:lnTo>
                    <a:pt x="2087" y="68"/>
                  </a:lnTo>
                  <a:lnTo>
                    <a:pt x="2020" y="0"/>
                  </a:lnTo>
                  <a:lnTo>
                    <a:pt x="178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2" name="Google Shape;119;p2"/>
            <p:cNvSpPr>
              <a:spLocks/>
            </p:cNvSpPr>
            <p:nvPr/>
          </p:nvSpPr>
          <p:spPr bwMode="auto">
            <a:xfrm>
              <a:off x="3136145" y="5437295"/>
              <a:ext cx="157422" cy="103377"/>
            </a:xfrm>
            <a:custGeom>
              <a:avLst/>
              <a:gdLst>
                <a:gd name="T0" fmla="*/ 134857 w 2358"/>
                <a:gd name="T1" fmla="*/ 6803 h 1550"/>
                <a:gd name="T2" fmla="*/ 137127 w 2358"/>
                <a:gd name="T3" fmla="*/ 20275 h 1550"/>
                <a:gd name="T4" fmla="*/ 139397 w 2358"/>
                <a:gd name="T5" fmla="*/ 35949 h 1550"/>
                <a:gd name="T6" fmla="*/ 141600 w 2358"/>
                <a:gd name="T7" fmla="*/ 56157 h 1550"/>
                <a:gd name="T8" fmla="*/ 143870 w 2358"/>
                <a:gd name="T9" fmla="*/ 67428 h 1550"/>
                <a:gd name="T10" fmla="*/ 148343 w 2358"/>
                <a:gd name="T11" fmla="*/ 76432 h 1550"/>
                <a:gd name="T12" fmla="*/ 116898 w 2358"/>
                <a:gd name="T13" fmla="*/ 76432 h 1550"/>
                <a:gd name="T14" fmla="*/ 83184 w 2358"/>
                <a:gd name="T15" fmla="*/ 80901 h 1550"/>
                <a:gd name="T16" fmla="*/ 18025 w 2358"/>
                <a:gd name="T17" fmla="*/ 92106 h 1550"/>
                <a:gd name="T18" fmla="*/ 18025 w 2358"/>
                <a:gd name="T19" fmla="*/ 74165 h 1550"/>
                <a:gd name="T20" fmla="*/ 13486 w 2358"/>
                <a:gd name="T21" fmla="*/ 58425 h 1550"/>
                <a:gd name="T22" fmla="*/ 11283 w 2358"/>
                <a:gd name="T23" fmla="*/ 42685 h 1550"/>
                <a:gd name="T24" fmla="*/ 11283 w 2358"/>
                <a:gd name="T25" fmla="*/ 35949 h 1550"/>
                <a:gd name="T26" fmla="*/ 9013 w 2358"/>
                <a:gd name="T27" fmla="*/ 29212 h 1550"/>
                <a:gd name="T28" fmla="*/ 11283 w 2358"/>
                <a:gd name="T29" fmla="*/ 29212 h 1550"/>
                <a:gd name="T30" fmla="*/ 15756 w 2358"/>
                <a:gd name="T31" fmla="*/ 27011 h 1550"/>
                <a:gd name="T32" fmla="*/ 24768 w 2358"/>
                <a:gd name="T33" fmla="*/ 24744 h 1550"/>
                <a:gd name="T34" fmla="*/ 33714 w 2358"/>
                <a:gd name="T35" fmla="*/ 22476 h 1550"/>
                <a:gd name="T36" fmla="*/ 53943 w 2358"/>
                <a:gd name="T37" fmla="*/ 20275 h 1550"/>
                <a:gd name="T38" fmla="*/ 94400 w 2358"/>
                <a:gd name="T39" fmla="*/ 13539 h 1550"/>
                <a:gd name="T40" fmla="*/ 114628 w 2358"/>
                <a:gd name="T41" fmla="*/ 11271 h 1550"/>
                <a:gd name="T42" fmla="*/ 125911 w 2358"/>
                <a:gd name="T43" fmla="*/ 9004 h 1550"/>
                <a:gd name="T44" fmla="*/ 134857 w 2358"/>
                <a:gd name="T45" fmla="*/ 6803 h 1550"/>
                <a:gd name="T46" fmla="*/ 103413 w 2358"/>
                <a:gd name="T47" fmla="*/ 67 h 1550"/>
                <a:gd name="T48" fmla="*/ 71968 w 2358"/>
                <a:gd name="T49" fmla="*/ 6803 h 1550"/>
                <a:gd name="T50" fmla="*/ 38254 w 2358"/>
                <a:gd name="T51" fmla="*/ 11271 h 1550"/>
                <a:gd name="T52" fmla="*/ 22498 w 2358"/>
                <a:gd name="T53" fmla="*/ 13539 h 1550"/>
                <a:gd name="T54" fmla="*/ 6743 w 2358"/>
                <a:gd name="T55" fmla="*/ 18008 h 1550"/>
                <a:gd name="T56" fmla="*/ 4540 w 2358"/>
                <a:gd name="T57" fmla="*/ 24744 h 1550"/>
                <a:gd name="T58" fmla="*/ 2270 w 2358"/>
                <a:gd name="T59" fmla="*/ 22476 h 1550"/>
                <a:gd name="T60" fmla="*/ 0 w 2358"/>
                <a:gd name="T61" fmla="*/ 31480 h 1550"/>
                <a:gd name="T62" fmla="*/ 2270 w 2358"/>
                <a:gd name="T63" fmla="*/ 40484 h 1550"/>
                <a:gd name="T64" fmla="*/ 4540 w 2358"/>
                <a:gd name="T65" fmla="*/ 58425 h 1550"/>
                <a:gd name="T66" fmla="*/ 6743 w 2358"/>
                <a:gd name="T67" fmla="*/ 76432 h 1550"/>
                <a:gd name="T68" fmla="*/ 9013 w 2358"/>
                <a:gd name="T69" fmla="*/ 92106 h 1550"/>
                <a:gd name="T70" fmla="*/ 9013 w 2358"/>
                <a:gd name="T71" fmla="*/ 96641 h 1550"/>
                <a:gd name="T72" fmla="*/ 11283 w 2358"/>
                <a:gd name="T73" fmla="*/ 98842 h 1550"/>
                <a:gd name="T74" fmla="*/ 15756 w 2358"/>
                <a:gd name="T75" fmla="*/ 101109 h 1550"/>
                <a:gd name="T76" fmla="*/ 20229 w 2358"/>
                <a:gd name="T77" fmla="*/ 103377 h 1550"/>
                <a:gd name="T78" fmla="*/ 29241 w 2358"/>
                <a:gd name="T79" fmla="*/ 103377 h 1550"/>
                <a:gd name="T80" fmla="*/ 31511 w 2358"/>
                <a:gd name="T81" fmla="*/ 101109 h 1550"/>
                <a:gd name="T82" fmla="*/ 92197 w 2358"/>
                <a:gd name="T83" fmla="*/ 94373 h 1550"/>
                <a:gd name="T84" fmla="*/ 125911 w 2358"/>
                <a:gd name="T85" fmla="*/ 89905 h 1550"/>
                <a:gd name="T86" fmla="*/ 157355 w 2358"/>
                <a:gd name="T87" fmla="*/ 80901 h 1550"/>
                <a:gd name="T88" fmla="*/ 152882 w 2358"/>
                <a:gd name="T89" fmla="*/ 78633 h 1550"/>
                <a:gd name="T90" fmla="*/ 155085 w 2358"/>
                <a:gd name="T91" fmla="*/ 76432 h 1550"/>
                <a:gd name="T92" fmla="*/ 155085 w 2358"/>
                <a:gd name="T93" fmla="*/ 65161 h 1550"/>
                <a:gd name="T94" fmla="*/ 152882 w 2358"/>
                <a:gd name="T95" fmla="*/ 53956 h 1550"/>
                <a:gd name="T96" fmla="*/ 148343 w 2358"/>
                <a:gd name="T97" fmla="*/ 33748 h 1550"/>
                <a:gd name="T98" fmla="*/ 146139 w 2358"/>
                <a:gd name="T99" fmla="*/ 18008 h 1550"/>
                <a:gd name="T100" fmla="*/ 143870 w 2358"/>
                <a:gd name="T101" fmla="*/ 11271 h 1550"/>
                <a:gd name="T102" fmla="*/ 141600 w 2358"/>
                <a:gd name="T103" fmla="*/ 2268 h 1550"/>
                <a:gd name="T104" fmla="*/ 143870 w 2358"/>
                <a:gd name="T105" fmla="*/ 2268 h 1550"/>
                <a:gd name="T106" fmla="*/ 137127 w 2358"/>
                <a:gd name="T107" fmla="*/ 67 h 1550"/>
                <a:gd name="T108" fmla="*/ 103413 w 2358"/>
                <a:gd name="T109" fmla="*/ 67 h 155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58" h="1550" extrusionOk="0">
                  <a:moveTo>
                    <a:pt x="2020" y="102"/>
                  </a:moveTo>
                  <a:lnTo>
                    <a:pt x="2054" y="304"/>
                  </a:lnTo>
                  <a:lnTo>
                    <a:pt x="2088" y="539"/>
                  </a:lnTo>
                  <a:lnTo>
                    <a:pt x="2121" y="842"/>
                  </a:lnTo>
                  <a:lnTo>
                    <a:pt x="2155" y="1011"/>
                  </a:lnTo>
                  <a:lnTo>
                    <a:pt x="2222" y="1146"/>
                  </a:lnTo>
                  <a:lnTo>
                    <a:pt x="1751" y="1146"/>
                  </a:lnTo>
                  <a:lnTo>
                    <a:pt x="1246" y="1213"/>
                  </a:lnTo>
                  <a:lnTo>
                    <a:pt x="270" y="1381"/>
                  </a:lnTo>
                  <a:lnTo>
                    <a:pt x="270" y="1112"/>
                  </a:lnTo>
                  <a:lnTo>
                    <a:pt x="202" y="876"/>
                  </a:lnTo>
                  <a:lnTo>
                    <a:pt x="169" y="640"/>
                  </a:lnTo>
                  <a:lnTo>
                    <a:pt x="169" y="539"/>
                  </a:lnTo>
                  <a:lnTo>
                    <a:pt x="135" y="438"/>
                  </a:lnTo>
                  <a:lnTo>
                    <a:pt x="169" y="438"/>
                  </a:lnTo>
                  <a:lnTo>
                    <a:pt x="236" y="405"/>
                  </a:lnTo>
                  <a:lnTo>
                    <a:pt x="371" y="371"/>
                  </a:lnTo>
                  <a:lnTo>
                    <a:pt x="505" y="337"/>
                  </a:lnTo>
                  <a:lnTo>
                    <a:pt x="808" y="304"/>
                  </a:lnTo>
                  <a:lnTo>
                    <a:pt x="1414" y="203"/>
                  </a:lnTo>
                  <a:lnTo>
                    <a:pt x="1717" y="169"/>
                  </a:lnTo>
                  <a:lnTo>
                    <a:pt x="1886" y="135"/>
                  </a:lnTo>
                  <a:lnTo>
                    <a:pt x="2020" y="102"/>
                  </a:lnTo>
                  <a:close/>
                  <a:moveTo>
                    <a:pt x="1549" y="1"/>
                  </a:moveTo>
                  <a:lnTo>
                    <a:pt x="1078" y="102"/>
                  </a:lnTo>
                  <a:lnTo>
                    <a:pt x="573" y="169"/>
                  </a:lnTo>
                  <a:lnTo>
                    <a:pt x="337" y="203"/>
                  </a:lnTo>
                  <a:lnTo>
                    <a:pt x="101" y="270"/>
                  </a:lnTo>
                  <a:lnTo>
                    <a:pt x="68" y="371"/>
                  </a:lnTo>
                  <a:lnTo>
                    <a:pt x="34" y="337"/>
                  </a:lnTo>
                  <a:lnTo>
                    <a:pt x="0" y="472"/>
                  </a:lnTo>
                  <a:lnTo>
                    <a:pt x="34" y="607"/>
                  </a:lnTo>
                  <a:lnTo>
                    <a:pt x="68" y="876"/>
                  </a:lnTo>
                  <a:lnTo>
                    <a:pt x="101" y="1146"/>
                  </a:lnTo>
                  <a:lnTo>
                    <a:pt x="135" y="1381"/>
                  </a:lnTo>
                  <a:lnTo>
                    <a:pt x="135" y="1449"/>
                  </a:lnTo>
                  <a:lnTo>
                    <a:pt x="169" y="1482"/>
                  </a:lnTo>
                  <a:lnTo>
                    <a:pt x="236" y="1516"/>
                  </a:lnTo>
                  <a:lnTo>
                    <a:pt x="303" y="1550"/>
                  </a:lnTo>
                  <a:lnTo>
                    <a:pt x="438" y="1550"/>
                  </a:lnTo>
                  <a:lnTo>
                    <a:pt x="472" y="1516"/>
                  </a:lnTo>
                  <a:lnTo>
                    <a:pt x="1381" y="1415"/>
                  </a:lnTo>
                  <a:lnTo>
                    <a:pt x="1886" y="1348"/>
                  </a:lnTo>
                  <a:lnTo>
                    <a:pt x="2357" y="1213"/>
                  </a:lnTo>
                  <a:lnTo>
                    <a:pt x="2290" y="1179"/>
                  </a:lnTo>
                  <a:lnTo>
                    <a:pt x="2323" y="1146"/>
                  </a:lnTo>
                  <a:lnTo>
                    <a:pt x="2323" y="977"/>
                  </a:lnTo>
                  <a:lnTo>
                    <a:pt x="2290" y="809"/>
                  </a:lnTo>
                  <a:lnTo>
                    <a:pt x="2222" y="506"/>
                  </a:lnTo>
                  <a:lnTo>
                    <a:pt x="2189" y="270"/>
                  </a:lnTo>
                  <a:lnTo>
                    <a:pt x="2155" y="169"/>
                  </a:lnTo>
                  <a:lnTo>
                    <a:pt x="2121" y="34"/>
                  </a:lnTo>
                  <a:lnTo>
                    <a:pt x="2155" y="34"/>
                  </a:lnTo>
                  <a:lnTo>
                    <a:pt x="2054" y="1"/>
                  </a:lnTo>
                  <a:lnTo>
                    <a:pt x="154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3" name="Google Shape;120;p2"/>
            <p:cNvSpPr>
              <a:spLocks/>
            </p:cNvSpPr>
            <p:nvPr/>
          </p:nvSpPr>
          <p:spPr bwMode="auto">
            <a:xfrm>
              <a:off x="1808395" y="5637686"/>
              <a:ext cx="151061" cy="101786"/>
            </a:xfrm>
            <a:custGeom>
              <a:avLst/>
              <a:gdLst>
                <a:gd name="T0" fmla="*/ 126654 w 2290"/>
                <a:gd name="T1" fmla="*/ 11347 h 1516"/>
                <a:gd name="T2" fmla="*/ 126654 w 2290"/>
                <a:gd name="T3" fmla="*/ 24909 h 1516"/>
                <a:gd name="T4" fmla="*/ 128831 w 2290"/>
                <a:gd name="T5" fmla="*/ 38472 h 1516"/>
                <a:gd name="T6" fmla="*/ 137736 w 2290"/>
                <a:gd name="T7" fmla="*/ 70163 h 1516"/>
                <a:gd name="T8" fmla="*/ 75531 w 2290"/>
                <a:gd name="T9" fmla="*/ 83725 h 1516"/>
                <a:gd name="T10" fmla="*/ 48880 w 2290"/>
                <a:gd name="T11" fmla="*/ 88223 h 1516"/>
                <a:gd name="T12" fmla="*/ 35555 w 2290"/>
                <a:gd name="T13" fmla="*/ 90506 h 1516"/>
                <a:gd name="T14" fmla="*/ 22230 w 2290"/>
                <a:gd name="T15" fmla="*/ 95005 h 1516"/>
                <a:gd name="T16" fmla="*/ 13325 w 2290"/>
                <a:gd name="T17" fmla="*/ 58816 h 1516"/>
                <a:gd name="T18" fmla="*/ 6663 w 2290"/>
                <a:gd name="T19" fmla="*/ 20411 h 1516"/>
                <a:gd name="T20" fmla="*/ 19988 w 2290"/>
                <a:gd name="T21" fmla="*/ 20411 h 1516"/>
                <a:gd name="T22" fmla="*/ 35555 w 2290"/>
                <a:gd name="T23" fmla="*/ 18128 h 1516"/>
                <a:gd name="T24" fmla="*/ 64448 w 2290"/>
                <a:gd name="T25" fmla="*/ 15912 h 1516"/>
                <a:gd name="T26" fmla="*/ 126654 w 2290"/>
                <a:gd name="T27" fmla="*/ 11347 h 1516"/>
                <a:gd name="T28" fmla="*/ 66625 w 2290"/>
                <a:gd name="T29" fmla="*/ 67 h 1516"/>
                <a:gd name="T30" fmla="*/ 33313 w 2290"/>
                <a:gd name="T31" fmla="*/ 4566 h 1516"/>
                <a:gd name="T32" fmla="*/ 17811 w 2290"/>
                <a:gd name="T33" fmla="*/ 9131 h 1516"/>
                <a:gd name="T34" fmla="*/ 4486 w 2290"/>
                <a:gd name="T35" fmla="*/ 13630 h 1516"/>
                <a:gd name="T36" fmla="*/ 2243 w 2290"/>
                <a:gd name="T37" fmla="*/ 15912 h 1516"/>
                <a:gd name="T38" fmla="*/ 0 w 2290"/>
                <a:gd name="T39" fmla="*/ 18128 h 1516"/>
                <a:gd name="T40" fmla="*/ 2243 w 2290"/>
                <a:gd name="T41" fmla="*/ 38472 h 1516"/>
                <a:gd name="T42" fmla="*/ 4486 w 2290"/>
                <a:gd name="T43" fmla="*/ 58816 h 1516"/>
                <a:gd name="T44" fmla="*/ 8905 w 2290"/>
                <a:gd name="T45" fmla="*/ 79159 h 1516"/>
                <a:gd name="T46" fmla="*/ 13325 w 2290"/>
                <a:gd name="T47" fmla="*/ 97288 h 1516"/>
                <a:gd name="T48" fmla="*/ 15568 w 2290"/>
                <a:gd name="T49" fmla="*/ 99503 h 1516"/>
                <a:gd name="T50" fmla="*/ 17811 w 2290"/>
                <a:gd name="T51" fmla="*/ 101786 h 1516"/>
                <a:gd name="T52" fmla="*/ 22230 w 2290"/>
                <a:gd name="T53" fmla="*/ 99503 h 1516"/>
                <a:gd name="T54" fmla="*/ 35555 w 2290"/>
                <a:gd name="T55" fmla="*/ 99503 h 1516"/>
                <a:gd name="T56" fmla="*/ 51123 w 2290"/>
                <a:gd name="T57" fmla="*/ 101786 h 1516"/>
                <a:gd name="T58" fmla="*/ 79950 w 2290"/>
                <a:gd name="T59" fmla="*/ 97288 h 1516"/>
                <a:gd name="T60" fmla="*/ 111086 w 2290"/>
                <a:gd name="T61" fmla="*/ 90506 h 1516"/>
                <a:gd name="T62" fmla="*/ 139979 w 2290"/>
                <a:gd name="T63" fmla="*/ 81442 h 1516"/>
                <a:gd name="T64" fmla="*/ 139979 w 2290"/>
                <a:gd name="T65" fmla="*/ 83725 h 1516"/>
                <a:gd name="T66" fmla="*/ 142156 w 2290"/>
                <a:gd name="T67" fmla="*/ 85941 h 1516"/>
                <a:gd name="T68" fmla="*/ 146641 w 2290"/>
                <a:gd name="T69" fmla="*/ 88223 h 1516"/>
                <a:gd name="T70" fmla="*/ 151061 w 2290"/>
                <a:gd name="T71" fmla="*/ 85941 h 1516"/>
                <a:gd name="T72" fmla="*/ 151061 w 2290"/>
                <a:gd name="T73" fmla="*/ 81442 h 1516"/>
                <a:gd name="T74" fmla="*/ 142156 w 2290"/>
                <a:gd name="T75" fmla="*/ 45253 h 1516"/>
                <a:gd name="T76" fmla="*/ 135493 w 2290"/>
                <a:gd name="T77" fmla="*/ 9131 h 1516"/>
                <a:gd name="T78" fmla="*/ 135493 w 2290"/>
                <a:gd name="T79" fmla="*/ 6848 h 1516"/>
                <a:gd name="T80" fmla="*/ 135493 w 2290"/>
                <a:gd name="T81" fmla="*/ 2350 h 1516"/>
                <a:gd name="T82" fmla="*/ 133316 w 2290"/>
                <a:gd name="T83" fmla="*/ 67 h 1516"/>
                <a:gd name="T84" fmla="*/ 66625 w 2290"/>
                <a:gd name="T85" fmla="*/ 67 h 151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290" h="1516" extrusionOk="0">
                  <a:moveTo>
                    <a:pt x="1920" y="169"/>
                  </a:moveTo>
                  <a:lnTo>
                    <a:pt x="1920" y="371"/>
                  </a:lnTo>
                  <a:lnTo>
                    <a:pt x="1953" y="573"/>
                  </a:lnTo>
                  <a:lnTo>
                    <a:pt x="2088" y="1045"/>
                  </a:lnTo>
                  <a:lnTo>
                    <a:pt x="1145" y="1247"/>
                  </a:lnTo>
                  <a:lnTo>
                    <a:pt x="741" y="1314"/>
                  </a:lnTo>
                  <a:lnTo>
                    <a:pt x="539" y="1348"/>
                  </a:lnTo>
                  <a:lnTo>
                    <a:pt x="337" y="1415"/>
                  </a:lnTo>
                  <a:lnTo>
                    <a:pt x="202" y="876"/>
                  </a:lnTo>
                  <a:lnTo>
                    <a:pt x="101" y="304"/>
                  </a:lnTo>
                  <a:lnTo>
                    <a:pt x="303" y="304"/>
                  </a:lnTo>
                  <a:lnTo>
                    <a:pt x="539" y="270"/>
                  </a:lnTo>
                  <a:lnTo>
                    <a:pt x="977" y="237"/>
                  </a:lnTo>
                  <a:lnTo>
                    <a:pt x="1920" y="169"/>
                  </a:lnTo>
                  <a:close/>
                  <a:moveTo>
                    <a:pt x="1010" y="1"/>
                  </a:moveTo>
                  <a:lnTo>
                    <a:pt x="505" y="68"/>
                  </a:lnTo>
                  <a:lnTo>
                    <a:pt x="270" y="136"/>
                  </a:lnTo>
                  <a:lnTo>
                    <a:pt x="68" y="203"/>
                  </a:lnTo>
                  <a:lnTo>
                    <a:pt x="34" y="237"/>
                  </a:lnTo>
                  <a:lnTo>
                    <a:pt x="0" y="270"/>
                  </a:lnTo>
                  <a:lnTo>
                    <a:pt x="34" y="573"/>
                  </a:lnTo>
                  <a:lnTo>
                    <a:pt x="68" y="876"/>
                  </a:lnTo>
                  <a:lnTo>
                    <a:pt x="135" y="1179"/>
                  </a:lnTo>
                  <a:lnTo>
                    <a:pt x="202" y="1449"/>
                  </a:lnTo>
                  <a:lnTo>
                    <a:pt x="236" y="1482"/>
                  </a:lnTo>
                  <a:lnTo>
                    <a:pt x="270" y="1516"/>
                  </a:lnTo>
                  <a:lnTo>
                    <a:pt x="337" y="1482"/>
                  </a:lnTo>
                  <a:lnTo>
                    <a:pt x="539" y="1482"/>
                  </a:lnTo>
                  <a:lnTo>
                    <a:pt x="775" y="1516"/>
                  </a:lnTo>
                  <a:lnTo>
                    <a:pt x="1212" y="1449"/>
                  </a:lnTo>
                  <a:lnTo>
                    <a:pt x="1684" y="1348"/>
                  </a:lnTo>
                  <a:lnTo>
                    <a:pt x="2122" y="1213"/>
                  </a:lnTo>
                  <a:lnTo>
                    <a:pt x="2122" y="1247"/>
                  </a:lnTo>
                  <a:lnTo>
                    <a:pt x="2155" y="1280"/>
                  </a:lnTo>
                  <a:lnTo>
                    <a:pt x="2223" y="1314"/>
                  </a:lnTo>
                  <a:lnTo>
                    <a:pt x="2290" y="1280"/>
                  </a:lnTo>
                  <a:lnTo>
                    <a:pt x="2290" y="1213"/>
                  </a:lnTo>
                  <a:lnTo>
                    <a:pt x="2155" y="674"/>
                  </a:lnTo>
                  <a:lnTo>
                    <a:pt x="2054" y="136"/>
                  </a:lnTo>
                  <a:lnTo>
                    <a:pt x="2054" y="102"/>
                  </a:lnTo>
                  <a:lnTo>
                    <a:pt x="2054" y="35"/>
                  </a:lnTo>
                  <a:lnTo>
                    <a:pt x="2021" y="1"/>
                  </a:lnTo>
                  <a:lnTo>
                    <a:pt x="101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4" name="Google Shape;121;p2"/>
            <p:cNvSpPr>
              <a:spLocks/>
            </p:cNvSpPr>
            <p:nvPr/>
          </p:nvSpPr>
          <p:spPr bwMode="auto">
            <a:xfrm>
              <a:off x="1970587" y="5607469"/>
              <a:ext cx="163782" cy="106557"/>
            </a:xfrm>
            <a:custGeom>
              <a:avLst/>
              <a:gdLst>
                <a:gd name="T0" fmla="*/ 112209 w 2458"/>
                <a:gd name="T1" fmla="*/ 66 h 1617"/>
                <a:gd name="T2" fmla="*/ 76294 w 2458"/>
                <a:gd name="T3" fmla="*/ 4481 h 1617"/>
                <a:gd name="T4" fmla="*/ 38180 w 2458"/>
                <a:gd name="T5" fmla="*/ 11137 h 1617"/>
                <a:gd name="T6" fmla="*/ 4531 w 2458"/>
                <a:gd name="T7" fmla="*/ 24448 h 1617"/>
                <a:gd name="T8" fmla="*/ 0 w 2458"/>
                <a:gd name="T9" fmla="*/ 24448 h 1617"/>
                <a:gd name="T10" fmla="*/ 0 w 2458"/>
                <a:gd name="T11" fmla="*/ 26689 h 1617"/>
                <a:gd name="T12" fmla="*/ 2265 w 2458"/>
                <a:gd name="T13" fmla="*/ 48830 h 1617"/>
                <a:gd name="T14" fmla="*/ 6730 w 2458"/>
                <a:gd name="T15" fmla="*/ 68797 h 1617"/>
                <a:gd name="T16" fmla="*/ 11261 w 2458"/>
                <a:gd name="T17" fmla="*/ 86590 h 1617"/>
                <a:gd name="T18" fmla="*/ 15725 w 2458"/>
                <a:gd name="T19" fmla="*/ 104316 h 1617"/>
                <a:gd name="T20" fmla="*/ 17991 w 2458"/>
                <a:gd name="T21" fmla="*/ 106557 h 1617"/>
                <a:gd name="T22" fmla="*/ 24721 w 2458"/>
                <a:gd name="T23" fmla="*/ 106557 h 1617"/>
                <a:gd name="T24" fmla="*/ 24721 w 2458"/>
                <a:gd name="T25" fmla="*/ 102076 h 1617"/>
                <a:gd name="T26" fmla="*/ 20190 w 2458"/>
                <a:gd name="T27" fmla="*/ 82109 h 1617"/>
                <a:gd name="T28" fmla="*/ 15725 w 2458"/>
                <a:gd name="T29" fmla="*/ 62142 h 1617"/>
                <a:gd name="T30" fmla="*/ 11261 w 2458"/>
                <a:gd name="T31" fmla="*/ 44415 h 1617"/>
                <a:gd name="T32" fmla="*/ 6730 w 2458"/>
                <a:gd name="T33" fmla="*/ 26689 h 1617"/>
                <a:gd name="T34" fmla="*/ 22455 w 2458"/>
                <a:gd name="T35" fmla="*/ 26689 h 1617"/>
                <a:gd name="T36" fmla="*/ 40379 w 2458"/>
                <a:gd name="T37" fmla="*/ 24448 h 1617"/>
                <a:gd name="T38" fmla="*/ 74028 w 2458"/>
                <a:gd name="T39" fmla="*/ 17792 h 1617"/>
                <a:gd name="T40" fmla="*/ 109943 w 2458"/>
                <a:gd name="T41" fmla="*/ 13377 h 1617"/>
                <a:gd name="T42" fmla="*/ 125668 w 2458"/>
                <a:gd name="T43" fmla="*/ 11137 h 1617"/>
                <a:gd name="T44" fmla="*/ 143592 w 2458"/>
                <a:gd name="T45" fmla="*/ 13377 h 1617"/>
                <a:gd name="T46" fmla="*/ 143592 w 2458"/>
                <a:gd name="T47" fmla="*/ 24448 h 1617"/>
                <a:gd name="T48" fmla="*/ 143592 w 2458"/>
                <a:gd name="T49" fmla="*/ 35519 h 1617"/>
                <a:gd name="T50" fmla="*/ 148057 w 2458"/>
                <a:gd name="T51" fmla="*/ 59967 h 1617"/>
                <a:gd name="T52" fmla="*/ 152588 w 2458"/>
                <a:gd name="T53" fmla="*/ 84349 h 1617"/>
                <a:gd name="T54" fmla="*/ 121137 w 2458"/>
                <a:gd name="T55" fmla="*/ 88765 h 1617"/>
                <a:gd name="T56" fmla="*/ 89754 w 2458"/>
                <a:gd name="T57" fmla="*/ 93246 h 1617"/>
                <a:gd name="T58" fmla="*/ 56104 w 2458"/>
                <a:gd name="T59" fmla="*/ 95420 h 1617"/>
                <a:gd name="T60" fmla="*/ 40379 w 2458"/>
                <a:gd name="T61" fmla="*/ 97661 h 1617"/>
                <a:gd name="T62" fmla="*/ 24721 w 2458"/>
                <a:gd name="T63" fmla="*/ 102076 h 1617"/>
                <a:gd name="T64" fmla="*/ 40379 w 2458"/>
                <a:gd name="T65" fmla="*/ 104316 h 1617"/>
                <a:gd name="T66" fmla="*/ 53839 w 2458"/>
                <a:gd name="T67" fmla="*/ 106557 h 1617"/>
                <a:gd name="T68" fmla="*/ 83024 w 2458"/>
                <a:gd name="T69" fmla="*/ 104316 h 1617"/>
                <a:gd name="T70" fmla="*/ 121137 w 2458"/>
                <a:gd name="T71" fmla="*/ 99901 h 1617"/>
                <a:gd name="T72" fmla="*/ 139128 w 2458"/>
                <a:gd name="T73" fmla="*/ 97661 h 1617"/>
                <a:gd name="T74" fmla="*/ 157052 w 2458"/>
                <a:gd name="T75" fmla="*/ 91005 h 1617"/>
                <a:gd name="T76" fmla="*/ 161517 w 2458"/>
                <a:gd name="T77" fmla="*/ 88765 h 1617"/>
                <a:gd name="T78" fmla="*/ 163782 w 2458"/>
                <a:gd name="T79" fmla="*/ 88765 h 1617"/>
                <a:gd name="T80" fmla="*/ 163782 w 2458"/>
                <a:gd name="T81" fmla="*/ 84349 h 1617"/>
                <a:gd name="T82" fmla="*/ 154787 w 2458"/>
                <a:gd name="T83" fmla="*/ 40000 h 1617"/>
                <a:gd name="T84" fmla="*/ 154787 w 2458"/>
                <a:gd name="T85" fmla="*/ 26689 h 1617"/>
                <a:gd name="T86" fmla="*/ 152588 w 2458"/>
                <a:gd name="T87" fmla="*/ 11137 h 1617"/>
                <a:gd name="T88" fmla="*/ 152588 w 2458"/>
                <a:gd name="T89" fmla="*/ 8896 h 1617"/>
                <a:gd name="T90" fmla="*/ 152588 w 2458"/>
                <a:gd name="T91" fmla="*/ 4481 h 1617"/>
                <a:gd name="T92" fmla="*/ 152588 w 2458"/>
                <a:gd name="T93" fmla="*/ 2241 h 1617"/>
                <a:gd name="T94" fmla="*/ 148057 w 2458"/>
                <a:gd name="T95" fmla="*/ 66 h 1617"/>
                <a:gd name="T96" fmla="*/ 112209 w 2458"/>
                <a:gd name="T97" fmla="*/ 66 h 161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458" h="1617" extrusionOk="0">
                  <a:moveTo>
                    <a:pt x="1684" y="1"/>
                  </a:moveTo>
                  <a:lnTo>
                    <a:pt x="1145" y="68"/>
                  </a:lnTo>
                  <a:lnTo>
                    <a:pt x="573" y="169"/>
                  </a:lnTo>
                  <a:lnTo>
                    <a:pt x="68" y="371"/>
                  </a:lnTo>
                  <a:lnTo>
                    <a:pt x="0" y="371"/>
                  </a:lnTo>
                  <a:lnTo>
                    <a:pt x="0" y="405"/>
                  </a:lnTo>
                  <a:lnTo>
                    <a:pt x="34" y="741"/>
                  </a:lnTo>
                  <a:lnTo>
                    <a:pt x="101" y="1044"/>
                  </a:lnTo>
                  <a:lnTo>
                    <a:pt x="169" y="1314"/>
                  </a:lnTo>
                  <a:lnTo>
                    <a:pt x="236" y="1583"/>
                  </a:lnTo>
                  <a:lnTo>
                    <a:pt x="270" y="1617"/>
                  </a:lnTo>
                  <a:lnTo>
                    <a:pt x="371" y="1617"/>
                  </a:lnTo>
                  <a:lnTo>
                    <a:pt x="371" y="1549"/>
                  </a:lnTo>
                  <a:lnTo>
                    <a:pt x="303" y="1246"/>
                  </a:lnTo>
                  <a:lnTo>
                    <a:pt x="236" y="943"/>
                  </a:lnTo>
                  <a:lnTo>
                    <a:pt x="169" y="674"/>
                  </a:lnTo>
                  <a:lnTo>
                    <a:pt x="101" y="405"/>
                  </a:lnTo>
                  <a:lnTo>
                    <a:pt x="337" y="405"/>
                  </a:lnTo>
                  <a:lnTo>
                    <a:pt x="606" y="371"/>
                  </a:lnTo>
                  <a:lnTo>
                    <a:pt x="1111" y="270"/>
                  </a:lnTo>
                  <a:lnTo>
                    <a:pt x="1650" y="203"/>
                  </a:lnTo>
                  <a:lnTo>
                    <a:pt x="1886" y="169"/>
                  </a:lnTo>
                  <a:lnTo>
                    <a:pt x="2155" y="203"/>
                  </a:lnTo>
                  <a:lnTo>
                    <a:pt x="2155" y="371"/>
                  </a:lnTo>
                  <a:lnTo>
                    <a:pt x="2155" y="539"/>
                  </a:lnTo>
                  <a:lnTo>
                    <a:pt x="2222" y="910"/>
                  </a:lnTo>
                  <a:lnTo>
                    <a:pt x="2290" y="1280"/>
                  </a:lnTo>
                  <a:lnTo>
                    <a:pt x="1818" y="1347"/>
                  </a:lnTo>
                  <a:lnTo>
                    <a:pt x="1347" y="1415"/>
                  </a:lnTo>
                  <a:lnTo>
                    <a:pt x="842" y="1448"/>
                  </a:lnTo>
                  <a:lnTo>
                    <a:pt x="606" y="1482"/>
                  </a:lnTo>
                  <a:lnTo>
                    <a:pt x="371" y="1549"/>
                  </a:lnTo>
                  <a:lnTo>
                    <a:pt x="606" y="1583"/>
                  </a:lnTo>
                  <a:lnTo>
                    <a:pt x="808" y="1617"/>
                  </a:lnTo>
                  <a:lnTo>
                    <a:pt x="1246" y="1583"/>
                  </a:lnTo>
                  <a:lnTo>
                    <a:pt x="1818" y="1516"/>
                  </a:lnTo>
                  <a:lnTo>
                    <a:pt x="2088" y="1482"/>
                  </a:lnTo>
                  <a:lnTo>
                    <a:pt x="2357" y="1381"/>
                  </a:lnTo>
                  <a:lnTo>
                    <a:pt x="2424" y="1347"/>
                  </a:lnTo>
                  <a:lnTo>
                    <a:pt x="2458" y="1347"/>
                  </a:lnTo>
                  <a:lnTo>
                    <a:pt x="2458" y="1280"/>
                  </a:lnTo>
                  <a:lnTo>
                    <a:pt x="2323" y="607"/>
                  </a:lnTo>
                  <a:lnTo>
                    <a:pt x="2323" y="405"/>
                  </a:lnTo>
                  <a:lnTo>
                    <a:pt x="2290" y="169"/>
                  </a:lnTo>
                  <a:lnTo>
                    <a:pt x="2290" y="135"/>
                  </a:lnTo>
                  <a:lnTo>
                    <a:pt x="2290" y="68"/>
                  </a:lnTo>
                  <a:lnTo>
                    <a:pt x="2290" y="34"/>
                  </a:lnTo>
                  <a:lnTo>
                    <a:pt x="2222" y="1"/>
                  </a:lnTo>
                  <a:lnTo>
                    <a:pt x="168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5" name="Google Shape;122;p2"/>
            <p:cNvSpPr>
              <a:spLocks/>
            </p:cNvSpPr>
            <p:nvPr/>
          </p:nvSpPr>
          <p:spPr bwMode="auto">
            <a:xfrm>
              <a:off x="1816345" y="5739472"/>
              <a:ext cx="154242" cy="147908"/>
            </a:xfrm>
            <a:custGeom>
              <a:avLst/>
              <a:gdLst>
                <a:gd name="T0" fmla="*/ 127362 w 2324"/>
                <a:gd name="T1" fmla="*/ 11239 h 2224"/>
                <a:gd name="T2" fmla="*/ 129619 w 2324"/>
                <a:gd name="T3" fmla="*/ 35913 h 2224"/>
                <a:gd name="T4" fmla="*/ 134066 w 2324"/>
                <a:gd name="T5" fmla="*/ 60520 h 2224"/>
                <a:gd name="T6" fmla="*/ 138579 w 2324"/>
                <a:gd name="T7" fmla="*/ 91844 h 2224"/>
                <a:gd name="T8" fmla="*/ 143026 w 2324"/>
                <a:gd name="T9" fmla="*/ 120973 h 2224"/>
                <a:gd name="T10" fmla="*/ 118469 w 2324"/>
                <a:gd name="T11" fmla="*/ 120973 h 2224"/>
                <a:gd name="T12" fmla="*/ 93846 w 2324"/>
                <a:gd name="T13" fmla="*/ 125429 h 2224"/>
                <a:gd name="T14" fmla="*/ 91656 w 2324"/>
                <a:gd name="T15" fmla="*/ 125429 h 2224"/>
                <a:gd name="T16" fmla="*/ 93846 w 2324"/>
                <a:gd name="T17" fmla="*/ 123234 h 2224"/>
                <a:gd name="T18" fmla="*/ 91656 w 2324"/>
                <a:gd name="T19" fmla="*/ 111995 h 2224"/>
                <a:gd name="T20" fmla="*/ 89399 w 2324"/>
                <a:gd name="T21" fmla="*/ 100822 h 2224"/>
                <a:gd name="T22" fmla="*/ 87143 w 2324"/>
                <a:gd name="T23" fmla="*/ 78410 h 2224"/>
                <a:gd name="T24" fmla="*/ 84953 w 2324"/>
                <a:gd name="T25" fmla="*/ 76215 h 2224"/>
                <a:gd name="T26" fmla="*/ 80439 w 2324"/>
                <a:gd name="T27" fmla="*/ 73954 h 2224"/>
                <a:gd name="T28" fmla="*/ 78249 w 2324"/>
                <a:gd name="T29" fmla="*/ 76215 h 2224"/>
                <a:gd name="T30" fmla="*/ 75993 w 2324"/>
                <a:gd name="T31" fmla="*/ 80671 h 2224"/>
                <a:gd name="T32" fmla="*/ 78249 w 2324"/>
                <a:gd name="T33" fmla="*/ 103083 h 2224"/>
                <a:gd name="T34" fmla="*/ 80439 w 2324"/>
                <a:gd name="T35" fmla="*/ 114256 h 2224"/>
                <a:gd name="T36" fmla="*/ 84953 w 2324"/>
                <a:gd name="T37" fmla="*/ 125429 h 2224"/>
                <a:gd name="T38" fmla="*/ 87143 w 2324"/>
                <a:gd name="T39" fmla="*/ 125429 h 2224"/>
                <a:gd name="T40" fmla="*/ 58073 w 2324"/>
                <a:gd name="T41" fmla="*/ 129952 h 2224"/>
                <a:gd name="T42" fmla="*/ 44666 w 2324"/>
                <a:gd name="T43" fmla="*/ 134407 h 2224"/>
                <a:gd name="T44" fmla="*/ 31260 w 2324"/>
                <a:gd name="T45" fmla="*/ 138863 h 2224"/>
                <a:gd name="T46" fmla="*/ 24557 w 2324"/>
                <a:gd name="T47" fmla="*/ 107539 h 2224"/>
                <a:gd name="T48" fmla="*/ 17853 w 2324"/>
                <a:gd name="T49" fmla="*/ 78410 h 2224"/>
                <a:gd name="T50" fmla="*/ 13407 w 2324"/>
                <a:gd name="T51" fmla="*/ 51542 h 2224"/>
                <a:gd name="T52" fmla="*/ 6703 w 2324"/>
                <a:gd name="T53" fmla="*/ 29196 h 2224"/>
                <a:gd name="T54" fmla="*/ 67033 w 2324"/>
                <a:gd name="T55" fmla="*/ 20218 h 2224"/>
                <a:gd name="T56" fmla="*/ 127362 w 2324"/>
                <a:gd name="T57" fmla="*/ 11239 h 2224"/>
                <a:gd name="T58" fmla="*/ 125172 w 2324"/>
                <a:gd name="T59" fmla="*/ 67 h 2224"/>
                <a:gd name="T60" fmla="*/ 64776 w 2324"/>
                <a:gd name="T61" fmla="*/ 6784 h 2224"/>
                <a:gd name="T62" fmla="*/ 4447 w 2324"/>
                <a:gd name="T63" fmla="*/ 17956 h 2224"/>
                <a:gd name="T64" fmla="*/ 2257 w 2324"/>
                <a:gd name="T65" fmla="*/ 20218 h 2224"/>
                <a:gd name="T66" fmla="*/ 0 w 2324"/>
                <a:gd name="T67" fmla="*/ 24674 h 2224"/>
                <a:gd name="T68" fmla="*/ 0 w 2324"/>
                <a:gd name="T69" fmla="*/ 38108 h 2224"/>
                <a:gd name="T70" fmla="*/ 2257 w 2324"/>
                <a:gd name="T71" fmla="*/ 51542 h 2224"/>
                <a:gd name="T72" fmla="*/ 6703 w 2324"/>
                <a:gd name="T73" fmla="*/ 78410 h 2224"/>
                <a:gd name="T74" fmla="*/ 13407 w 2324"/>
                <a:gd name="T75" fmla="*/ 111995 h 2224"/>
                <a:gd name="T76" fmla="*/ 17853 w 2324"/>
                <a:gd name="T77" fmla="*/ 129952 h 2224"/>
                <a:gd name="T78" fmla="*/ 24557 w 2324"/>
                <a:gd name="T79" fmla="*/ 143386 h 2224"/>
                <a:gd name="T80" fmla="*/ 26813 w 2324"/>
                <a:gd name="T81" fmla="*/ 147841 h 2224"/>
                <a:gd name="T82" fmla="*/ 31260 w 2324"/>
                <a:gd name="T83" fmla="*/ 145580 h 2224"/>
                <a:gd name="T84" fmla="*/ 58073 w 2324"/>
                <a:gd name="T85" fmla="*/ 145580 h 2224"/>
                <a:gd name="T86" fmla="*/ 87143 w 2324"/>
                <a:gd name="T87" fmla="*/ 141124 h 2224"/>
                <a:gd name="T88" fmla="*/ 116212 w 2324"/>
                <a:gd name="T89" fmla="*/ 136669 h 2224"/>
                <a:gd name="T90" fmla="*/ 131876 w 2324"/>
                <a:gd name="T91" fmla="*/ 134407 h 2224"/>
                <a:gd name="T92" fmla="*/ 145282 w 2324"/>
                <a:gd name="T93" fmla="*/ 129952 h 2224"/>
                <a:gd name="T94" fmla="*/ 147472 w 2324"/>
                <a:gd name="T95" fmla="*/ 132146 h 2224"/>
                <a:gd name="T96" fmla="*/ 149729 w 2324"/>
                <a:gd name="T97" fmla="*/ 132146 h 2224"/>
                <a:gd name="T98" fmla="*/ 151985 w 2324"/>
                <a:gd name="T99" fmla="*/ 129952 h 2224"/>
                <a:gd name="T100" fmla="*/ 154176 w 2324"/>
                <a:gd name="T101" fmla="*/ 127690 h 2224"/>
                <a:gd name="T102" fmla="*/ 154176 w 2324"/>
                <a:gd name="T103" fmla="*/ 114256 h 2224"/>
                <a:gd name="T104" fmla="*/ 151985 w 2324"/>
                <a:gd name="T105" fmla="*/ 98561 h 2224"/>
                <a:gd name="T106" fmla="*/ 147472 w 2324"/>
                <a:gd name="T107" fmla="*/ 69498 h 2224"/>
                <a:gd name="T108" fmla="*/ 143026 w 2324"/>
                <a:gd name="T109" fmla="*/ 35913 h 2224"/>
                <a:gd name="T110" fmla="*/ 138579 w 2324"/>
                <a:gd name="T111" fmla="*/ 17956 h 2224"/>
                <a:gd name="T112" fmla="*/ 131876 w 2324"/>
                <a:gd name="T113" fmla="*/ 2328 h 2224"/>
                <a:gd name="T114" fmla="*/ 129619 w 2324"/>
                <a:gd name="T115" fmla="*/ 67 h 2224"/>
                <a:gd name="T116" fmla="*/ 125172 w 2324"/>
                <a:gd name="T117" fmla="*/ 67 h 22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24" h="2224" extrusionOk="0">
                  <a:moveTo>
                    <a:pt x="1919" y="169"/>
                  </a:moveTo>
                  <a:lnTo>
                    <a:pt x="1953" y="540"/>
                  </a:lnTo>
                  <a:lnTo>
                    <a:pt x="2020" y="910"/>
                  </a:lnTo>
                  <a:lnTo>
                    <a:pt x="2088" y="1381"/>
                  </a:lnTo>
                  <a:lnTo>
                    <a:pt x="2155" y="1819"/>
                  </a:lnTo>
                  <a:lnTo>
                    <a:pt x="1785" y="1819"/>
                  </a:lnTo>
                  <a:lnTo>
                    <a:pt x="1414" y="1886"/>
                  </a:lnTo>
                  <a:lnTo>
                    <a:pt x="1381" y="1886"/>
                  </a:lnTo>
                  <a:lnTo>
                    <a:pt x="1414" y="1853"/>
                  </a:lnTo>
                  <a:lnTo>
                    <a:pt x="1381" y="1684"/>
                  </a:lnTo>
                  <a:lnTo>
                    <a:pt x="1347" y="1516"/>
                  </a:lnTo>
                  <a:lnTo>
                    <a:pt x="1313" y="1179"/>
                  </a:lnTo>
                  <a:lnTo>
                    <a:pt x="1280" y="1146"/>
                  </a:lnTo>
                  <a:lnTo>
                    <a:pt x="1212" y="1112"/>
                  </a:lnTo>
                  <a:lnTo>
                    <a:pt x="1179" y="1146"/>
                  </a:lnTo>
                  <a:lnTo>
                    <a:pt x="1145" y="1213"/>
                  </a:lnTo>
                  <a:lnTo>
                    <a:pt x="1179" y="1550"/>
                  </a:lnTo>
                  <a:lnTo>
                    <a:pt x="1212" y="1718"/>
                  </a:lnTo>
                  <a:lnTo>
                    <a:pt x="1280" y="1886"/>
                  </a:lnTo>
                  <a:lnTo>
                    <a:pt x="1313" y="1886"/>
                  </a:lnTo>
                  <a:lnTo>
                    <a:pt x="875" y="1954"/>
                  </a:lnTo>
                  <a:lnTo>
                    <a:pt x="673" y="2021"/>
                  </a:lnTo>
                  <a:lnTo>
                    <a:pt x="471" y="2088"/>
                  </a:lnTo>
                  <a:lnTo>
                    <a:pt x="370" y="1617"/>
                  </a:lnTo>
                  <a:lnTo>
                    <a:pt x="269" y="1179"/>
                  </a:lnTo>
                  <a:lnTo>
                    <a:pt x="202" y="775"/>
                  </a:lnTo>
                  <a:lnTo>
                    <a:pt x="101" y="439"/>
                  </a:lnTo>
                  <a:lnTo>
                    <a:pt x="1010" y="304"/>
                  </a:lnTo>
                  <a:lnTo>
                    <a:pt x="1919" y="169"/>
                  </a:lnTo>
                  <a:close/>
                  <a:moveTo>
                    <a:pt x="1886" y="1"/>
                  </a:moveTo>
                  <a:lnTo>
                    <a:pt x="976" y="102"/>
                  </a:lnTo>
                  <a:lnTo>
                    <a:pt x="67" y="270"/>
                  </a:lnTo>
                  <a:lnTo>
                    <a:pt x="34" y="304"/>
                  </a:lnTo>
                  <a:lnTo>
                    <a:pt x="0" y="371"/>
                  </a:lnTo>
                  <a:lnTo>
                    <a:pt x="0" y="573"/>
                  </a:lnTo>
                  <a:lnTo>
                    <a:pt x="34" y="775"/>
                  </a:lnTo>
                  <a:lnTo>
                    <a:pt x="101" y="1179"/>
                  </a:lnTo>
                  <a:lnTo>
                    <a:pt x="202" y="1684"/>
                  </a:lnTo>
                  <a:lnTo>
                    <a:pt x="269" y="1954"/>
                  </a:lnTo>
                  <a:lnTo>
                    <a:pt x="370" y="2156"/>
                  </a:lnTo>
                  <a:lnTo>
                    <a:pt x="404" y="2223"/>
                  </a:lnTo>
                  <a:lnTo>
                    <a:pt x="471" y="2189"/>
                  </a:lnTo>
                  <a:lnTo>
                    <a:pt x="875" y="2189"/>
                  </a:lnTo>
                  <a:lnTo>
                    <a:pt x="1313" y="2122"/>
                  </a:lnTo>
                  <a:lnTo>
                    <a:pt x="1751" y="2055"/>
                  </a:lnTo>
                  <a:lnTo>
                    <a:pt x="1987" y="2021"/>
                  </a:lnTo>
                  <a:lnTo>
                    <a:pt x="2189" y="1954"/>
                  </a:lnTo>
                  <a:lnTo>
                    <a:pt x="2222" y="1987"/>
                  </a:lnTo>
                  <a:lnTo>
                    <a:pt x="2256" y="1987"/>
                  </a:lnTo>
                  <a:lnTo>
                    <a:pt x="2290" y="1954"/>
                  </a:lnTo>
                  <a:lnTo>
                    <a:pt x="2323" y="1920"/>
                  </a:lnTo>
                  <a:lnTo>
                    <a:pt x="2323" y="1718"/>
                  </a:lnTo>
                  <a:lnTo>
                    <a:pt x="2290" y="1482"/>
                  </a:lnTo>
                  <a:lnTo>
                    <a:pt x="2222" y="1045"/>
                  </a:lnTo>
                  <a:lnTo>
                    <a:pt x="2155" y="540"/>
                  </a:lnTo>
                  <a:lnTo>
                    <a:pt x="2088" y="270"/>
                  </a:lnTo>
                  <a:lnTo>
                    <a:pt x="1987" y="35"/>
                  </a:lnTo>
                  <a:lnTo>
                    <a:pt x="1953" y="1"/>
                  </a:lnTo>
                  <a:lnTo>
                    <a:pt x="188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6" name="Google Shape;123;p2"/>
            <p:cNvSpPr>
              <a:spLocks/>
            </p:cNvSpPr>
            <p:nvPr/>
          </p:nvSpPr>
          <p:spPr bwMode="auto">
            <a:xfrm>
              <a:off x="2046913" y="5784003"/>
              <a:ext cx="42933" cy="50893"/>
            </a:xfrm>
            <a:custGeom>
              <a:avLst/>
              <a:gdLst>
                <a:gd name="T0" fmla="*/ 9109 w 641"/>
                <a:gd name="T1" fmla="*/ 0 h 775"/>
                <a:gd name="T2" fmla="*/ 4555 w 641"/>
                <a:gd name="T3" fmla="*/ 4465 h 775"/>
                <a:gd name="T4" fmla="*/ 2344 w 641"/>
                <a:gd name="T5" fmla="*/ 11098 h 775"/>
                <a:gd name="T6" fmla="*/ 2344 w 641"/>
                <a:gd name="T7" fmla="*/ 15498 h 775"/>
                <a:gd name="T8" fmla="*/ 6832 w 641"/>
                <a:gd name="T9" fmla="*/ 15498 h 775"/>
                <a:gd name="T10" fmla="*/ 15874 w 641"/>
                <a:gd name="T11" fmla="*/ 8865 h 775"/>
                <a:gd name="T12" fmla="*/ 11319 w 641"/>
                <a:gd name="T13" fmla="*/ 26530 h 775"/>
                <a:gd name="T14" fmla="*/ 2344 w 641"/>
                <a:gd name="T15" fmla="*/ 42028 h 775"/>
                <a:gd name="T16" fmla="*/ 67 w 641"/>
                <a:gd name="T17" fmla="*/ 46428 h 775"/>
                <a:gd name="T18" fmla="*/ 67 w 641"/>
                <a:gd name="T19" fmla="*/ 48660 h 775"/>
                <a:gd name="T20" fmla="*/ 2344 w 641"/>
                <a:gd name="T21" fmla="*/ 50893 h 775"/>
                <a:gd name="T22" fmla="*/ 6832 w 641"/>
                <a:gd name="T23" fmla="*/ 50893 h 775"/>
                <a:gd name="T24" fmla="*/ 24849 w 641"/>
                <a:gd name="T25" fmla="*/ 46428 h 775"/>
                <a:gd name="T26" fmla="*/ 33891 w 641"/>
                <a:gd name="T27" fmla="*/ 44260 h 775"/>
                <a:gd name="T28" fmla="*/ 42933 w 641"/>
                <a:gd name="T29" fmla="*/ 39795 h 775"/>
                <a:gd name="T30" fmla="*/ 42933 w 641"/>
                <a:gd name="T31" fmla="*/ 35395 h 775"/>
                <a:gd name="T32" fmla="*/ 42933 w 641"/>
                <a:gd name="T33" fmla="*/ 33163 h 775"/>
                <a:gd name="T34" fmla="*/ 31614 w 641"/>
                <a:gd name="T35" fmla="*/ 33163 h 775"/>
                <a:gd name="T36" fmla="*/ 22639 w 641"/>
                <a:gd name="T37" fmla="*/ 35395 h 775"/>
                <a:gd name="T38" fmla="*/ 18084 w 641"/>
                <a:gd name="T39" fmla="*/ 37628 h 775"/>
                <a:gd name="T40" fmla="*/ 24849 w 641"/>
                <a:gd name="T41" fmla="*/ 22130 h 775"/>
                <a:gd name="T42" fmla="*/ 29403 w 641"/>
                <a:gd name="T43" fmla="*/ 4465 h 775"/>
                <a:gd name="T44" fmla="*/ 27126 w 641"/>
                <a:gd name="T45" fmla="*/ 0 h 775"/>
                <a:gd name="T46" fmla="*/ 9109 w 641"/>
                <a:gd name="T47" fmla="*/ 0 h 77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41" h="775" extrusionOk="0">
                  <a:moveTo>
                    <a:pt x="136" y="0"/>
                  </a:moveTo>
                  <a:lnTo>
                    <a:pt x="68" y="68"/>
                  </a:lnTo>
                  <a:lnTo>
                    <a:pt x="35" y="169"/>
                  </a:lnTo>
                  <a:lnTo>
                    <a:pt x="35" y="236"/>
                  </a:lnTo>
                  <a:lnTo>
                    <a:pt x="102" y="236"/>
                  </a:lnTo>
                  <a:lnTo>
                    <a:pt x="237" y="135"/>
                  </a:lnTo>
                  <a:lnTo>
                    <a:pt x="169" y="404"/>
                  </a:lnTo>
                  <a:lnTo>
                    <a:pt x="35" y="640"/>
                  </a:lnTo>
                  <a:lnTo>
                    <a:pt x="1" y="707"/>
                  </a:lnTo>
                  <a:lnTo>
                    <a:pt x="1" y="741"/>
                  </a:lnTo>
                  <a:lnTo>
                    <a:pt x="35" y="775"/>
                  </a:lnTo>
                  <a:lnTo>
                    <a:pt x="102" y="775"/>
                  </a:lnTo>
                  <a:lnTo>
                    <a:pt x="371" y="707"/>
                  </a:lnTo>
                  <a:lnTo>
                    <a:pt x="506" y="674"/>
                  </a:lnTo>
                  <a:lnTo>
                    <a:pt x="641" y="606"/>
                  </a:lnTo>
                  <a:lnTo>
                    <a:pt x="641" y="539"/>
                  </a:lnTo>
                  <a:lnTo>
                    <a:pt x="641" y="505"/>
                  </a:lnTo>
                  <a:lnTo>
                    <a:pt x="472" y="505"/>
                  </a:lnTo>
                  <a:lnTo>
                    <a:pt x="338" y="539"/>
                  </a:lnTo>
                  <a:lnTo>
                    <a:pt x="270" y="573"/>
                  </a:lnTo>
                  <a:lnTo>
                    <a:pt x="371" y="337"/>
                  </a:lnTo>
                  <a:lnTo>
                    <a:pt x="439" y="68"/>
                  </a:lnTo>
                  <a:lnTo>
                    <a:pt x="405" y="0"/>
                  </a:lnTo>
                  <a:lnTo>
                    <a:pt x="13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7" name="Google Shape;124;p2"/>
            <p:cNvSpPr>
              <a:spLocks/>
            </p:cNvSpPr>
            <p:nvPr/>
          </p:nvSpPr>
          <p:spPr bwMode="auto">
            <a:xfrm>
              <a:off x="2135960" y="5585203"/>
              <a:ext cx="159012" cy="106557"/>
            </a:xfrm>
            <a:custGeom>
              <a:avLst/>
              <a:gdLst>
                <a:gd name="T0" fmla="*/ 127635 w 2392"/>
                <a:gd name="T1" fmla="*/ 66 h 1617"/>
                <a:gd name="T2" fmla="*/ 111947 w 2392"/>
                <a:gd name="T3" fmla="*/ 2306 h 1617"/>
                <a:gd name="T4" fmla="*/ 80636 w 2392"/>
                <a:gd name="T5" fmla="*/ 6722 h 1617"/>
                <a:gd name="T6" fmla="*/ 44805 w 2392"/>
                <a:gd name="T7" fmla="*/ 11137 h 1617"/>
                <a:gd name="T8" fmla="*/ 8974 w 2392"/>
                <a:gd name="T9" fmla="*/ 20033 h 1617"/>
                <a:gd name="T10" fmla="*/ 6781 w 2392"/>
                <a:gd name="T11" fmla="*/ 17792 h 1617"/>
                <a:gd name="T12" fmla="*/ 2260 w 2392"/>
                <a:gd name="T13" fmla="*/ 17792 h 1617"/>
                <a:gd name="T14" fmla="*/ 66 w 2392"/>
                <a:gd name="T15" fmla="*/ 20033 h 1617"/>
                <a:gd name="T16" fmla="*/ 4520 w 2392"/>
                <a:gd name="T17" fmla="*/ 62208 h 1617"/>
                <a:gd name="T18" fmla="*/ 8974 w 2392"/>
                <a:gd name="T19" fmla="*/ 102142 h 1617"/>
                <a:gd name="T20" fmla="*/ 11235 w 2392"/>
                <a:gd name="T21" fmla="*/ 106557 h 1617"/>
                <a:gd name="T22" fmla="*/ 15688 w 2392"/>
                <a:gd name="T23" fmla="*/ 106557 h 1617"/>
                <a:gd name="T24" fmla="*/ 17949 w 2392"/>
                <a:gd name="T25" fmla="*/ 104316 h 1617"/>
                <a:gd name="T26" fmla="*/ 20209 w 2392"/>
                <a:gd name="T27" fmla="*/ 99901 h 1617"/>
                <a:gd name="T28" fmla="*/ 15688 w 2392"/>
                <a:gd name="T29" fmla="*/ 62208 h 1617"/>
                <a:gd name="T30" fmla="*/ 8974 w 2392"/>
                <a:gd name="T31" fmla="*/ 24448 h 1617"/>
                <a:gd name="T32" fmla="*/ 47065 w 2392"/>
                <a:gd name="T33" fmla="*/ 22274 h 1617"/>
                <a:gd name="T34" fmla="*/ 82830 w 2392"/>
                <a:gd name="T35" fmla="*/ 15618 h 1617"/>
                <a:gd name="T36" fmla="*/ 111947 w 2392"/>
                <a:gd name="T37" fmla="*/ 13377 h 1617"/>
                <a:gd name="T38" fmla="*/ 127635 w 2392"/>
                <a:gd name="T39" fmla="*/ 11137 h 1617"/>
                <a:gd name="T40" fmla="*/ 143257 w 2392"/>
                <a:gd name="T41" fmla="*/ 6722 h 1617"/>
                <a:gd name="T42" fmla="*/ 143257 w 2392"/>
                <a:gd name="T43" fmla="*/ 22274 h 1617"/>
                <a:gd name="T44" fmla="*/ 143257 w 2392"/>
                <a:gd name="T45" fmla="*/ 40000 h 1617"/>
                <a:gd name="T46" fmla="*/ 147777 w 2392"/>
                <a:gd name="T47" fmla="*/ 75519 h 1617"/>
                <a:gd name="T48" fmla="*/ 116401 w 2392"/>
                <a:gd name="T49" fmla="*/ 77694 h 1617"/>
                <a:gd name="T50" fmla="*/ 87350 w 2392"/>
                <a:gd name="T51" fmla="*/ 84349 h 1617"/>
                <a:gd name="T52" fmla="*/ 55973 w 2392"/>
                <a:gd name="T53" fmla="*/ 88830 h 1617"/>
                <a:gd name="T54" fmla="*/ 42545 w 2392"/>
                <a:gd name="T55" fmla="*/ 91005 h 1617"/>
                <a:gd name="T56" fmla="*/ 29117 w 2392"/>
                <a:gd name="T57" fmla="*/ 97661 h 1617"/>
                <a:gd name="T58" fmla="*/ 42545 w 2392"/>
                <a:gd name="T59" fmla="*/ 99901 h 1617"/>
                <a:gd name="T60" fmla="*/ 55973 w 2392"/>
                <a:gd name="T61" fmla="*/ 97661 h 1617"/>
                <a:gd name="T62" fmla="*/ 85090 w 2392"/>
                <a:gd name="T63" fmla="*/ 93246 h 1617"/>
                <a:gd name="T64" fmla="*/ 118661 w 2392"/>
                <a:gd name="T65" fmla="*/ 88830 h 1617"/>
                <a:gd name="T66" fmla="*/ 143257 w 2392"/>
                <a:gd name="T67" fmla="*/ 84349 h 1617"/>
                <a:gd name="T68" fmla="*/ 145517 w 2392"/>
                <a:gd name="T69" fmla="*/ 88830 h 1617"/>
                <a:gd name="T70" fmla="*/ 149971 w 2392"/>
                <a:gd name="T71" fmla="*/ 88830 h 1617"/>
                <a:gd name="T72" fmla="*/ 154492 w 2392"/>
                <a:gd name="T73" fmla="*/ 86590 h 1617"/>
                <a:gd name="T74" fmla="*/ 156685 w 2392"/>
                <a:gd name="T75" fmla="*/ 84349 h 1617"/>
                <a:gd name="T76" fmla="*/ 156685 w 2392"/>
                <a:gd name="T77" fmla="*/ 79934 h 1617"/>
                <a:gd name="T78" fmla="*/ 158946 w 2392"/>
                <a:gd name="T79" fmla="*/ 77694 h 1617"/>
                <a:gd name="T80" fmla="*/ 154492 w 2392"/>
                <a:gd name="T81" fmla="*/ 37760 h 1617"/>
                <a:gd name="T82" fmla="*/ 152231 w 2392"/>
                <a:gd name="T83" fmla="*/ 17792 h 1617"/>
                <a:gd name="T84" fmla="*/ 145517 w 2392"/>
                <a:gd name="T85" fmla="*/ 66 h 1617"/>
                <a:gd name="T86" fmla="*/ 143257 w 2392"/>
                <a:gd name="T87" fmla="*/ 66 h 1617"/>
                <a:gd name="T88" fmla="*/ 143257 w 2392"/>
                <a:gd name="T89" fmla="*/ 2306 h 1617"/>
                <a:gd name="T90" fmla="*/ 127635 w 2392"/>
                <a:gd name="T91" fmla="*/ 66 h 161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92" h="1617" extrusionOk="0">
                  <a:moveTo>
                    <a:pt x="1920" y="1"/>
                  </a:moveTo>
                  <a:lnTo>
                    <a:pt x="1684" y="35"/>
                  </a:lnTo>
                  <a:lnTo>
                    <a:pt x="1213" y="102"/>
                  </a:lnTo>
                  <a:lnTo>
                    <a:pt x="674" y="169"/>
                  </a:lnTo>
                  <a:lnTo>
                    <a:pt x="135" y="304"/>
                  </a:lnTo>
                  <a:lnTo>
                    <a:pt x="102" y="270"/>
                  </a:lnTo>
                  <a:lnTo>
                    <a:pt x="34" y="270"/>
                  </a:lnTo>
                  <a:lnTo>
                    <a:pt x="1" y="304"/>
                  </a:lnTo>
                  <a:lnTo>
                    <a:pt x="68" y="944"/>
                  </a:lnTo>
                  <a:lnTo>
                    <a:pt x="135" y="1550"/>
                  </a:lnTo>
                  <a:lnTo>
                    <a:pt x="169" y="1617"/>
                  </a:lnTo>
                  <a:lnTo>
                    <a:pt x="236" y="1617"/>
                  </a:lnTo>
                  <a:lnTo>
                    <a:pt x="270" y="1583"/>
                  </a:lnTo>
                  <a:lnTo>
                    <a:pt x="304" y="1516"/>
                  </a:lnTo>
                  <a:lnTo>
                    <a:pt x="236" y="944"/>
                  </a:lnTo>
                  <a:lnTo>
                    <a:pt x="135" y="371"/>
                  </a:lnTo>
                  <a:lnTo>
                    <a:pt x="708" y="338"/>
                  </a:lnTo>
                  <a:lnTo>
                    <a:pt x="1246" y="237"/>
                  </a:lnTo>
                  <a:lnTo>
                    <a:pt x="1684" y="203"/>
                  </a:lnTo>
                  <a:lnTo>
                    <a:pt x="1920" y="169"/>
                  </a:lnTo>
                  <a:lnTo>
                    <a:pt x="2155" y="102"/>
                  </a:lnTo>
                  <a:lnTo>
                    <a:pt x="2155" y="338"/>
                  </a:lnTo>
                  <a:lnTo>
                    <a:pt x="2155" y="607"/>
                  </a:lnTo>
                  <a:lnTo>
                    <a:pt x="2223" y="1146"/>
                  </a:lnTo>
                  <a:lnTo>
                    <a:pt x="1751" y="1179"/>
                  </a:lnTo>
                  <a:lnTo>
                    <a:pt x="1314" y="1280"/>
                  </a:lnTo>
                  <a:lnTo>
                    <a:pt x="842" y="1348"/>
                  </a:lnTo>
                  <a:lnTo>
                    <a:pt x="640" y="1381"/>
                  </a:lnTo>
                  <a:lnTo>
                    <a:pt x="438" y="1482"/>
                  </a:lnTo>
                  <a:lnTo>
                    <a:pt x="640" y="1516"/>
                  </a:lnTo>
                  <a:lnTo>
                    <a:pt x="842" y="1482"/>
                  </a:lnTo>
                  <a:lnTo>
                    <a:pt x="1280" y="1415"/>
                  </a:lnTo>
                  <a:lnTo>
                    <a:pt x="1785" y="1348"/>
                  </a:lnTo>
                  <a:lnTo>
                    <a:pt x="2155" y="1280"/>
                  </a:lnTo>
                  <a:lnTo>
                    <a:pt x="2189" y="1348"/>
                  </a:lnTo>
                  <a:lnTo>
                    <a:pt x="2256" y="1348"/>
                  </a:lnTo>
                  <a:lnTo>
                    <a:pt x="2324" y="1314"/>
                  </a:lnTo>
                  <a:lnTo>
                    <a:pt x="2357" y="1280"/>
                  </a:lnTo>
                  <a:lnTo>
                    <a:pt x="2357" y="1213"/>
                  </a:lnTo>
                  <a:lnTo>
                    <a:pt x="2391" y="1179"/>
                  </a:lnTo>
                  <a:lnTo>
                    <a:pt x="2324" y="573"/>
                  </a:lnTo>
                  <a:lnTo>
                    <a:pt x="2290" y="270"/>
                  </a:lnTo>
                  <a:lnTo>
                    <a:pt x="2189" y="1"/>
                  </a:lnTo>
                  <a:lnTo>
                    <a:pt x="2155" y="1"/>
                  </a:lnTo>
                  <a:lnTo>
                    <a:pt x="2155" y="35"/>
                  </a:lnTo>
                  <a:lnTo>
                    <a:pt x="192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8" name="Google Shape;125;p2"/>
            <p:cNvSpPr>
              <a:spLocks/>
            </p:cNvSpPr>
            <p:nvPr/>
          </p:nvSpPr>
          <p:spPr bwMode="auto">
            <a:xfrm>
              <a:off x="1980128" y="5712435"/>
              <a:ext cx="154241" cy="152679"/>
            </a:xfrm>
            <a:custGeom>
              <a:avLst/>
              <a:gdLst>
                <a:gd name="T0" fmla="*/ 129685 w 2324"/>
                <a:gd name="T1" fmla="*/ 67 h 2291"/>
                <a:gd name="T2" fmla="*/ 129685 w 2324"/>
                <a:gd name="T3" fmla="*/ 2333 h 2291"/>
                <a:gd name="T4" fmla="*/ 129685 w 2324"/>
                <a:gd name="T5" fmla="*/ 6798 h 2291"/>
                <a:gd name="T6" fmla="*/ 96168 w 2324"/>
                <a:gd name="T7" fmla="*/ 9063 h 2291"/>
                <a:gd name="T8" fmla="*/ 62652 w 2324"/>
                <a:gd name="T9" fmla="*/ 11263 h 2291"/>
                <a:gd name="T10" fmla="*/ 33583 w 2324"/>
                <a:gd name="T11" fmla="*/ 13529 h 2291"/>
                <a:gd name="T12" fmla="*/ 17920 w 2324"/>
                <a:gd name="T13" fmla="*/ 15794 h 2291"/>
                <a:gd name="T14" fmla="*/ 11216 w 2324"/>
                <a:gd name="T15" fmla="*/ 20259 h 2291"/>
                <a:gd name="T16" fmla="*/ 6770 w 2324"/>
                <a:gd name="T17" fmla="*/ 22525 h 2291"/>
                <a:gd name="T18" fmla="*/ 6770 w 2324"/>
                <a:gd name="T19" fmla="*/ 24725 h 2291"/>
                <a:gd name="T20" fmla="*/ 17920 w 2324"/>
                <a:gd name="T21" fmla="*/ 26990 h 2291"/>
                <a:gd name="T22" fmla="*/ 29136 w 2324"/>
                <a:gd name="T23" fmla="*/ 26990 h 2291"/>
                <a:gd name="T24" fmla="*/ 55949 w 2324"/>
                <a:gd name="T25" fmla="*/ 24725 h 2291"/>
                <a:gd name="T26" fmla="*/ 91655 w 2324"/>
                <a:gd name="T27" fmla="*/ 22525 h 2291"/>
                <a:gd name="T28" fmla="*/ 129685 w 2324"/>
                <a:gd name="T29" fmla="*/ 17994 h 2291"/>
                <a:gd name="T30" fmla="*/ 131875 w 2324"/>
                <a:gd name="T31" fmla="*/ 40452 h 2291"/>
                <a:gd name="T32" fmla="*/ 134131 w 2324"/>
                <a:gd name="T33" fmla="*/ 62911 h 2291"/>
                <a:gd name="T34" fmla="*/ 138578 w 2324"/>
                <a:gd name="T35" fmla="*/ 92034 h 2291"/>
                <a:gd name="T36" fmla="*/ 140835 w 2324"/>
                <a:gd name="T37" fmla="*/ 105496 h 2291"/>
                <a:gd name="T38" fmla="*/ 145281 w 2324"/>
                <a:gd name="T39" fmla="*/ 121224 h 2291"/>
                <a:gd name="T40" fmla="*/ 143091 w 2324"/>
                <a:gd name="T41" fmla="*/ 121224 h 2291"/>
                <a:gd name="T42" fmla="*/ 84952 w 2324"/>
                <a:gd name="T43" fmla="*/ 127954 h 2291"/>
                <a:gd name="T44" fmla="*/ 53692 w 2324"/>
                <a:gd name="T45" fmla="*/ 132420 h 2291"/>
                <a:gd name="T46" fmla="*/ 26879 w 2324"/>
                <a:gd name="T47" fmla="*/ 141416 h 2291"/>
                <a:gd name="T48" fmla="*/ 20176 w 2324"/>
                <a:gd name="T49" fmla="*/ 112227 h 2291"/>
                <a:gd name="T50" fmla="*/ 15729 w 2324"/>
                <a:gd name="T51" fmla="*/ 83104 h 2291"/>
                <a:gd name="T52" fmla="*/ 13473 w 2324"/>
                <a:gd name="T53" fmla="*/ 53914 h 2291"/>
                <a:gd name="T54" fmla="*/ 11216 w 2324"/>
                <a:gd name="T55" fmla="*/ 38186 h 2291"/>
                <a:gd name="T56" fmla="*/ 4513 w 2324"/>
                <a:gd name="T57" fmla="*/ 24725 h 2291"/>
                <a:gd name="T58" fmla="*/ 2323 w 2324"/>
                <a:gd name="T59" fmla="*/ 33721 h 2291"/>
                <a:gd name="T60" fmla="*/ 66 w 2324"/>
                <a:gd name="T61" fmla="*/ 42718 h 2291"/>
                <a:gd name="T62" fmla="*/ 66 w 2324"/>
                <a:gd name="T63" fmla="*/ 65110 h 2291"/>
                <a:gd name="T64" fmla="*/ 6770 w 2324"/>
                <a:gd name="T65" fmla="*/ 105496 h 2291"/>
                <a:gd name="T66" fmla="*/ 6770 w 2324"/>
                <a:gd name="T67" fmla="*/ 118958 h 2291"/>
                <a:gd name="T68" fmla="*/ 9026 w 2324"/>
                <a:gd name="T69" fmla="*/ 132420 h 2291"/>
                <a:gd name="T70" fmla="*/ 11216 w 2324"/>
                <a:gd name="T71" fmla="*/ 139150 h 2291"/>
                <a:gd name="T72" fmla="*/ 13473 w 2324"/>
                <a:gd name="T73" fmla="*/ 145881 h 2291"/>
                <a:gd name="T74" fmla="*/ 17920 w 2324"/>
                <a:gd name="T75" fmla="*/ 150413 h 2291"/>
                <a:gd name="T76" fmla="*/ 24623 w 2324"/>
                <a:gd name="T77" fmla="*/ 152612 h 2291"/>
                <a:gd name="T78" fmla="*/ 26879 w 2324"/>
                <a:gd name="T79" fmla="*/ 152612 h 2291"/>
                <a:gd name="T80" fmla="*/ 29136 w 2324"/>
                <a:gd name="T81" fmla="*/ 148147 h 2291"/>
                <a:gd name="T82" fmla="*/ 55949 w 2324"/>
                <a:gd name="T83" fmla="*/ 148147 h 2291"/>
                <a:gd name="T84" fmla="*/ 87209 w 2324"/>
                <a:gd name="T85" fmla="*/ 143682 h 2291"/>
                <a:gd name="T86" fmla="*/ 145281 w 2324"/>
                <a:gd name="T87" fmla="*/ 132420 h 2291"/>
                <a:gd name="T88" fmla="*/ 149794 w 2324"/>
                <a:gd name="T89" fmla="*/ 130220 h 2291"/>
                <a:gd name="T90" fmla="*/ 151984 w 2324"/>
                <a:gd name="T91" fmla="*/ 132420 h 2291"/>
                <a:gd name="T92" fmla="*/ 154241 w 2324"/>
                <a:gd name="T93" fmla="*/ 130220 h 2291"/>
                <a:gd name="T94" fmla="*/ 154241 w 2324"/>
                <a:gd name="T95" fmla="*/ 114493 h 2291"/>
                <a:gd name="T96" fmla="*/ 151984 w 2324"/>
                <a:gd name="T97" fmla="*/ 101031 h 2291"/>
                <a:gd name="T98" fmla="*/ 147538 w 2324"/>
                <a:gd name="T99" fmla="*/ 69642 h 2291"/>
                <a:gd name="T100" fmla="*/ 143091 w 2324"/>
                <a:gd name="T101" fmla="*/ 35987 h 2291"/>
                <a:gd name="T102" fmla="*/ 140835 w 2324"/>
                <a:gd name="T103" fmla="*/ 17994 h 2291"/>
                <a:gd name="T104" fmla="*/ 136388 w 2324"/>
                <a:gd name="T105" fmla="*/ 2333 h 2291"/>
                <a:gd name="T106" fmla="*/ 134131 w 2324"/>
                <a:gd name="T107" fmla="*/ 67 h 2291"/>
                <a:gd name="T108" fmla="*/ 129685 w 2324"/>
                <a:gd name="T109" fmla="*/ 67 h 229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24" h="2291" extrusionOk="0">
                  <a:moveTo>
                    <a:pt x="1954" y="1"/>
                  </a:moveTo>
                  <a:lnTo>
                    <a:pt x="1954" y="35"/>
                  </a:lnTo>
                  <a:lnTo>
                    <a:pt x="1954" y="102"/>
                  </a:lnTo>
                  <a:lnTo>
                    <a:pt x="1449" y="136"/>
                  </a:lnTo>
                  <a:lnTo>
                    <a:pt x="944" y="169"/>
                  </a:lnTo>
                  <a:lnTo>
                    <a:pt x="506" y="203"/>
                  </a:lnTo>
                  <a:lnTo>
                    <a:pt x="270" y="237"/>
                  </a:lnTo>
                  <a:lnTo>
                    <a:pt x="169" y="304"/>
                  </a:lnTo>
                  <a:lnTo>
                    <a:pt x="102" y="338"/>
                  </a:lnTo>
                  <a:lnTo>
                    <a:pt x="102" y="371"/>
                  </a:lnTo>
                  <a:lnTo>
                    <a:pt x="270" y="405"/>
                  </a:lnTo>
                  <a:lnTo>
                    <a:pt x="439" y="405"/>
                  </a:lnTo>
                  <a:lnTo>
                    <a:pt x="843" y="371"/>
                  </a:lnTo>
                  <a:lnTo>
                    <a:pt x="1381" y="338"/>
                  </a:lnTo>
                  <a:lnTo>
                    <a:pt x="1954" y="270"/>
                  </a:lnTo>
                  <a:lnTo>
                    <a:pt x="1987" y="607"/>
                  </a:lnTo>
                  <a:lnTo>
                    <a:pt x="2021" y="944"/>
                  </a:lnTo>
                  <a:lnTo>
                    <a:pt x="2088" y="1381"/>
                  </a:lnTo>
                  <a:lnTo>
                    <a:pt x="2122" y="1583"/>
                  </a:lnTo>
                  <a:lnTo>
                    <a:pt x="2189" y="1819"/>
                  </a:lnTo>
                  <a:lnTo>
                    <a:pt x="2156" y="1819"/>
                  </a:lnTo>
                  <a:lnTo>
                    <a:pt x="1280" y="1920"/>
                  </a:lnTo>
                  <a:lnTo>
                    <a:pt x="809" y="1987"/>
                  </a:lnTo>
                  <a:lnTo>
                    <a:pt x="405" y="2122"/>
                  </a:lnTo>
                  <a:lnTo>
                    <a:pt x="304" y="1684"/>
                  </a:lnTo>
                  <a:lnTo>
                    <a:pt x="237" y="1247"/>
                  </a:lnTo>
                  <a:lnTo>
                    <a:pt x="203" y="809"/>
                  </a:lnTo>
                  <a:lnTo>
                    <a:pt x="169" y="573"/>
                  </a:lnTo>
                  <a:lnTo>
                    <a:pt x="68" y="371"/>
                  </a:lnTo>
                  <a:lnTo>
                    <a:pt x="35" y="506"/>
                  </a:lnTo>
                  <a:lnTo>
                    <a:pt x="1" y="641"/>
                  </a:lnTo>
                  <a:lnTo>
                    <a:pt x="1" y="977"/>
                  </a:lnTo>
                  <a:lnTo>
                    <a:pt x="102" y="1583"/>
                  </a:lnTo>
                  <a:lnTo>
                    <a:pt x="102" y="1785"/>
                  </a:lnTo>
                  <a:lnTo>
                    <a:pt x="136" y="1987"/>
                  </a:lnTo>
                  <a:lnTo>
                    <a:pt x="169" y="2088"/>
                  </a:lnTo>
                  <a:lnTo>
                    <a:pt x="203" y="2189"/>
                  </a:lnTo>
                  <a:lnTo>
                    <a:pt x="270" y="2257"/>
                  </a:lnTo>
                  <a:lnTo>
                    <a:pt x="371" y="2290"/>
                  </a:lnTo>
                  <a:lnTo>
                    <a:pt x="405" y="2290"/>
                  </a:lnTo>
                  <a:lnTo>
                    <a:pt x="439" y="2223"/>
                  </a:lnTo>
                  <a:lnTo>
                    <a:pt x="843" y="2223"/>
                  </a:lnTo>
                  <a:lnTo>
                    <a:pt x="1314" y="2156"/>
                  </a:lnTo>
                  <a:lnTo>
                    <a:pt x="2189" y="1987"/>
                  </a:lnTo>
                  <a:lnTo>
                    <a:pt x="2257" y="1954"/>
                  </a:lnTo>
                  <a:lnTo>
                    <a:pt x="2290" y="1987"/>
                  </a:lnTo>
                  <a:lnTo>
                    <a:pt x="2324" y="1954"/>
                  </a:lnTo>
                  <a:lnTo>
                    <a:pt x="2324" y="1718"/>
                  </a:lnTo>
                  <a:lnTo>
                    <a:pt x="2290" y="1516"/>
                  </a:lnTo>
                  <a:lnTo>
                    <a:pt x="2223" y="1045"/>
                  </a:lnTo>
                  <a:lnTo>
                    <a:pt x="2156" y="540"/>
                  </a:lnTo>
                  <a:lnTo>
                    <a:pt x="2122" y="270"/>
                  </a:lnTo>
                  <a:lnTo>
                    <a:pt x="2055" y="35"/>
                  </a:lnTo>
                  <a:lnTo>
                    <a:pt x="2021" y="1"/>
                  </a:lnTo>
                  <a:lnTo>
                    <a:pt x="195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19" name="Google Shape;126;p2"/>
            <p:cNvSpPr>
              <a:spLocks/>
            </p:cNvSpPr>
            <p:nvPr/>
          </p:nvSpPr>
          <p:spPr bwMode="auto">
            <a:xfrm>
              <a:off x="2358577" y="5739472"/>
              <a:ext cx="44523" cy="49303"/>
            </a:xfrm>
            <a:custGeom>
              <a:avLst/>
              <a:gdLst>
                <a:gd name="T0" fmla="*/ 17809 w 675"/>
                <a:gd name="T1" fmla="*/ 66 h 742"/>
                <a:gd name="T2" fmla="*/ 11147 w 675"/>
                <a:gd name="T3" fmla="*/ 9037 h 742"/>
                <a:gd name="T4" fmla="*/ 6728 w 675"/>
                <a:gd name="T5" fmla="*/ 17940 h 742"/>
                <a:gd name="T6" fmla="*/ 66 w 675"/>
                <a:gd name="T7" fmla="*/ 35881 h 742"/>
                <a:gd name="T8" fmla="*/ 66 w 675"/>
                <a:gd name="T9" fmla="*/ 38074 h 742"/>
                <a:gd name="T10" fmla="*/ 66 w 675"/>
                <a:gd name="T11" fmla="*/ 42592 h 742"/>
                <a:gd name="T12" fmla="*/ 17809 w 675"/>
                <a:gd name="T13" fmla="*/ 42592 h 742"/>
                <a:gd name="T14" fmla="*/ 31133 w 675"/>
                <a:gd name="T15" fmla="*/ 40333 h 742"/>
                <a:gd name="T16" fmla="*/ 33376 w 675"/>
                <a:gd name="T17" fmla="*/ 44785 h 742"/>
                <a:gd name="T18" fmla="*/ 35552 w 675"/>
                <a:gd name="T19" fmla="*/ 49303 h 742"/>
                <a:gd name="T20" fmla="*/ 37795 w 675"/>
                <a:gd name="T21" fmla="*/ 49303 h 742"/>
                <a:gd name="T22" fmla="*/ 40038 w 675"/>
                <a:gd name="T23" fmla="*/ 47044 h 742"/>
                <a:gd name="T24" fmla="*/ 40038 w 675"/>
                <a:gd name="T25" fmla="*/ 42592 h 742"/>
                <a:gd name="T26" fmla="*/ 40038 w 675"/>
                <a:gd name="T27" fmla="*/ 38074 h 742"/>
                <a:gd name="T28" fmla="*/ 42214 w 675"/>
                <a:gd name="T29" fmla="*/ 35881 h 742"/>
                <a:gd name="T30" fmla="*/ 44457 w 675"/>
                <a:gd name="T31" fmla="*/ 33622 h 742"/>
                <a:gd name="T32" fmla="*/ 42214 w 675"/>
                <a:gd name="T33" fmla="*/ 29170 h 742"/>
                <a:gd name="T34" fmla="*/ 40038 w 675"/>
                <a:gd name="T35" fmla="*/ 26911 h 742"/>
                <a:gd name="T36" fmla="*/ 40038 w 675"/>
                <a:gd name="T37" fmla="*/ 15748 h 742"/>
                <a:gd name="T38" fmla="*/ 37795 w 675"/>
                <a:gd name="T39" fmla="*/ 13489 h 742"/>
                <a:gd name="T40" fmla="*/ 35552 w 675"/>
                <a:gd name="T41" fmla="*/ 15748 h 742"/>
                <a:gd name="T42" fmla="*/ 33376 w 675"/>
                <a:gd name="T43" fmla="*/ 26911 h 742"/>
                <a:gd name="T44" fmla="*/ 13390 w 675"/>
                <a:gd name="T45" fmla="*/ 31363 h 742"/>
                <a:gd name="T46" fmla="*/ 17809 w 675"/>
                <a:gd name="T47" fmla="*/ 17940 h 742"/>
                <a:gd name="T48" fmla="*/ 22229 w 675"/>
                <a:gd name="T49" fmla="*/ 2326 h 742"/>
                <a:gd name="T50" fmla="*/ 22229 w 675"/>
                <a:gd name="T51" fmla="*/ 66 h 742"/>
                <a:gd name="T52" fmla="*/ 17809 w 675"/>
                <a:gd name="T53" fmla="*/ 66 h 7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75" h="742" extrusionOk="0">
                  <a:moveTo>
                    <a:pt x="270" y="1"/>
                  </a:moveTo>
                  <a:lnTo>
                    <a:pt x="169" y="136"/>
                  </a:lnTo>
                  <a:lnTo>
                    <a:pt x="102" y="270"/>
                  </a:lnTo>
                  <a:lnTo>
                    <a:pt x="1" y="540"/>
                  </a:lnTo>
                  <a:lnTo>
                    <a:pt x="1" y="573"/>
                  </a:lnTo>
                  <a:lnTo>
                    <a:pt x="1" y="641"/>
                  </a:lnTo>
                  <a:lnTo>
                    <a:pt x="270" y="641"/>
                  </a:lnTo>
                  <a:lnTo>
                    <a:pt x="472" y="607"/>
                  </a:lnTo>
                  <a:lnTo>
                    <a:pt x="506" y="674"/>
                  </a:lnTo>
                  <a:lnTo>
                    <a:pt x="539" y="742"/>
                  </a:lnTo>
                  <a:lnTo>
                    <a:pt x="573" y="742"/>
                  </a:lnTo>
                  <a:lnTo>
                    <a:pt x="607" y="708"/>
                  </a:lnTo>
                  <a:lnTo>
                    <a:pt x="607" y="641"/>
                  </a:lnTo>
                  <a:lnTo>
                    <a:pt x="607" y="573"/>
                  </a:lnTo>
                  <a:lnTo>
                    <a:pt x="640" y="540"/>
                  </a:lnTo>
                  <a:lnTo>
                    <a:pt x="674" y="506"/>
                  </a:lnTo>
                  <a:lnTo>
                    <a:pt x="640" y="439"/>
                  </a:lnTo>
                  <a:lnTo>
                    <a:pt x="607" y="405"/>
                  </a:lnTo>
                  <a:lnTo>
                    <a:pt x="607" y="237"/>
                  </a:lnTo>
                  <a:lnTo>
                    <a:pt x="573" y="203"/>
                  </a:lnTo>
                  <a:lnTo>
                    <a:pt x="539" y="237"/>
                  </a:lnTo>
                  <a:lnTo>
                    <a:pt x="506" y="405"/>
                  </a:lnTo>
                  <a:lnTo>
                    <a:pt x="203" y="472"/>
                  </a:lnTo>
                  <a:lnTo>
                    <a:pt x="270" y="270"/>
                  </a:lnTo>
                  <a:lnTo>
                    <a:pt x="337" y="35"/>
                  </a:lnTo>
                  <a:lnTo>
                    <a:pt x="337" y="1"/>
                  </a:lnTo>
                  <a:lnTo>
                    <a:pt x="27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0" name="Google Shape;127;p2"/>
            <p:cNvSpPr>
              <a:spLocks/>
            </p:cNvSpPr>
            <p:nvPr/>
          </p:nvSpPr>
          <p:spPr bwMode="auto">
            <a:xfrm>
              <a:off x="2298152" y="5667904"/>
              <a:ext cx="155832" cy="147907"/>
            </a:xfrm>
            <a:custGeom>
              <a:avLst/>
              <a:gdLst>
                <a:gd name="T0" fmla="*/ 124639 w 2358"/>
                <a:gd name="T1" fmla="*/ 11244 h 2223"/>
                <a:gd name="T2" fmla="*/ 124639 w 2358"/>
                <a:gd name="T3" fmla="*/ 13507 h 2223"/>
                <a:gd name="T4" fmla="*/ 131314 w 2358"/>
                <a:gd name="T5" fmla="*/ 13507 h 2223"/>
                <a:gd name="T6" fmla="*/ 131314 w 2358"/>
                <a:gd name="T7" fmla="*/ 31404 h 2223"/>
                <a:gd name="T8" fmla="*/ 133561 w 2358"/>
                <a:gd name="T9" fmla="*/ 51565 h 2223"/>
                <a:gd name="T10" fmla="*/ 142483 w 2358"/>
                <a:gd name="T11" fmla="*/ 118765 h 2223"/>
                <a:gd name="T12" fmla="*/ 129067 w 2358"/>
                <a:gd name="T13" fmla="*/ 118765 h 2223"/>
                <a:gd name="T14" fmla="*/ 115717 w 2358"/>
                <a:gd name="T15" fmla="*/ 121027 h 2223"/>
                <a:gd name="T16" fmla="*/ 89019 w 2358"/>
                <a:gd name="T17" fmla="*/ 125485 h 2223"/>
                <a:gd name="T18" fmla="*/ 55645 w 2358"/>
                <a:gd name="T19" fmla="*/ 129943 h 2223"/>
                <a:gd name="T20" fmla="*/ 40115 w 2358"/>
                <a:gd name="T21" fmla="*/ 132205 h 2223"/>
                <a:gd name="T22" fmla="*/ 33440 w 2358"/>
                <a:gd name="T23" fmla="*/ 136663 h 2223"/>
                <a:gd name="T24" fmla="*/ 28946 w 2358"/>
                <a:gd name="T25" fmla="*/ 141187 h 2223"/>
                <a:gd name="T26" fmla="*/ 26765 w 2358"/>
                <a:gd name="T27" fmla="*/ 125485 h 2223"/>
                <a:gd name="T28" fmla="*/ 22271 w 2358"/>
                <a:gd name="T29" fmla="*/ 107587 h 2223"/>
                <a:gd name="T30" fmla="*/ 15596 w 2358"/>
                <a:gd name="T31" fmla="*/ 73987 h 2223"/>
                <a:gd name="T32" fmla="*/ 13416 w 2358"/>
                <a:gd name="T33" fmla="*/ 49302 h 2223"/>
                <a:gd name="T34" fmla="*/ 8922 w 2358"/>
                <a:gd name="T35" fmla="*/ 24684 h 2223"/>
                <a:gd name="T36" fmla="*/ 35621 w 2358"/>
                <a:gd name="T37" fmla="*/ 24684 h 2223"/>
                <a:gd name="T38" fmla="*/ 62320 w 2358"/>
                <a:gd name="T39" fmla="*/ 20227 h 2223"/>
                <a:gd name="T40" fmla="*/ 124639 w 2358"/>
                <a:gd name="T41" fmla="*/ 11244 h 2223"/>
                <a:gd name="T42" fmla="*/ 122392 w 2358"/>
                <a:gd name="T43" fmla="*/ 67 h 2223"/>
                <a:gd name="T44" fmla="*/ 111290 w 2358"/>
                <a:gd name="T45" fmla="*/ 2262 h 2223"/>
                <a:gd name="T46" fmla="*/ 89019 w 2358"/>
                <a:gd name="T47" fmla="*/ 6787 h 2223"/>
                <a:gd name="T48" fmla="*/ 46789 w 2358"/>
                <a:gd name="T49" fmla="*/ 11244 h 2223"/>
                <a:gd name="T50" fmla="*/ 26765 w 2358"/>
                <a:gd name="T51" fmla="*/ 15702 h 2223"/>
                <a:gd name="T52" fmla="*/ 8922 w 2358"/>
                <a:gd name="T53" fmla="*/ 20227 h 2223"/>
                <a:gd name="T54" fmla="*/ 6741 w 2358"/>
                <a:gd name="T55" fmla="*/ 15702 h 2223"/>
                <a:gd name="T56" fmla="*/ 6741 w 2358"/>
                <a:gd name="T57" fmla="*/ 13507 h 2223"/>
                <a:gd name="T58" fmla="*/ 4494 w 2358"/>
                <a:gd name="T59" fmla="*/ 13507 h 2223"/>
                <a:gd name="T60" fmla="*/ 66 w 2358"/>
                <a:gd name="T61" fmla="*/ 15702 h 2223"/>
                <a:gd name="T62" fmla="*/ 66 w 2358"/>
                <a:gd name="T63" fmla="*/ 31404 h 2223"/>
                <a:gd name="T64" fmla="*/ 66 w 2358"/>
                <a:gd name="T65" fmla="*/ 47107 h 2223"/>
                <a:gd name="T66" fmla="*/ 4494 w 2358"/>
                <a:gd name="T67" fmla="*/ 76182 h 2223"/>
                <a:gd name="T68" fmla="*/ 8922 w 2358"/>
                <a:gd name="T69" fmla="*/ 112045 h 2223"/>
                <a:gd name="T70" fmla="*/ 13416 w 2358"/>
                <a:gd name="T71" fmla="*/ 127747 h 2223"/>
                <a:gd name="T72" fmla="*/ 20090 w 2358"/>
                <a:gd name="T73" fmla="*/ 145645 h 2223"/>
                <a:gd name="T74" fmla="*/ 22271 w 2358"/>
                <a:gd name="T75" fmla="*/ 147907 h 2223"/>
                <a:gd name="T76" fmla="*/ 24518 w 2358"/>
                <a:gd name="T77" fmla="*/ 147907 h 2223"/>
                <a:gd name="T78" fmla="*/ 28946 w 2358"/>
                <a:gd name="T79" fmla="*/ 145645 h 2223"/>
                <a:gd name="T80" fmla="*/ 28946 w 2358"/>
                <a:gd name="T81" fmla="*/ 143383 h 2223"/>
                <a:gd name="T82" fmla="*/ 35621 w 2358"/>
                <a:gd name="T83" fmla="*/ 145645 h 2223"/>
                <a:gd name="T84" fmla="*/ 40115 w 2358"/>
                <a:gd name="T85" fmla="*/ 147907 h 2223"/>
                <a:gd name="T86" fmla="*/ 55645 w 2358"/>
                <a:gd name="T87" fmla="*/ 147907 h 2223"/>
                <a:gd name="T88" fmla="*/ 82344 w 2358"/>
                <a:gd name="T89" fmla="*/ 141187 h 2223"/>
                <a:gd name="T90" fmla="*/ 113537 w 2358"/>
                <a:gd name="T91" fmla="*/ 138925 h 2223"/>
                <a:gd name="T92" fmla="*/ 131314 w 2358"/>
                <a:gd name="T93" fmla="*/ 134467 h 2223"/>
                <a:gd name="T94" fmla="*/ 144663 w 2358"/>
                <a:gd name="T95" fmla="*/ 129943 h 2223"/>
                <a:gd name="T96" fmla="*/ 149157 w 2358"/>
                <a:gd name="T97" fmla="*/ 132205 h 2223"/>
                <a:gd name="T98" fmla="*/ 151338 w 2358"/>
                <a:gd name="T99" fmla="*/ 132205 h 2223"/>
                <a:gd name="T100" fmla="*/ 155832 w 2358"/>
                <a:gd name="T101" fmla="*/ 129943 h 2223"/>
                <a:gd name="T102" fmla="*/ 155832 w 2358"/>
                <a:gd name="T103" fmla="*/ 125485 h 2223"/>
                <a:gd name="T104" fmla="*/ 146910 w 2358"/>
                <a:gd name="T105" fmla="*/ 58285 h 2223"/>
                <a:gd name="T106" fmla="*/ 142483 w 2358"/>
                <a:gd name="T107" fmla="*/ 29142 h 2223"/>
                <a:gd name="T108" fmla="*/ 140236 w 2358"/>
                <a:gd name="T109" fmla="*/ 15702 h 2223"/>
                <a:gd name="T110" fmla="*/ 135742 w 2358"/>
                <a:gd name="T111" fmla="*/ 2262 h 2223"/>
                <a:gd name="T112" fmla="*/ 133561 w 2358"/>
                <a:gd name="T113" fmla="*/ 2262 h 2223"/>
                <a:gd name="T114" fmla="*/ 133561 w 2358"/>
                <a:gd name="T115" fmla="*/ 4524 h 2223"/>
                <a:gd name="T116" fmla="*/ 131314 w 2358"/>
                <a:gd name="T117" fmla="*/ 4524 h 2223"/>
                <a:gd name="T118" fmla="*/ 126886 w 2358"/>
                <a:gd name="T119" fmla="*/ 2262 h 2223"/>
                <a:gd name="T120" fmla="*/ 122392 w 2358"/>
                <a:gd name="T121" fmla="*/ 67 h 222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358" h="2223" extrusionOk="0">
                  <a:moveTo>
                    <a:pt x="1886" y="169"/>
                  </a:moveTo>
                  <a:lnTo>
                    <a:pt x="1886" y="203"/>
                  </a:lnTo>
                  <a:lnTo>
                    <a:pt x="1987" y="203"/>
                  </a:lnTo>
                  <a:lnTo>
                    <a:pt x="1987" y="472"/>
                  </a:lnTo>
                  <a:lnTo>
                    <a:pt x="2021" y="775"/>
                  </a:lnTo>
                  <a:lnTo>
                    <a:pt x="2156" y="1785"/>
                  </a:lnTo>
                  <a:lnTo>
                    <a:pt x="1953" y="1785"/>
                  </a:lnTo>
                  <a:lnTo>
                    <a:pt x="1751" y="1819"/>
                  </a:lnTo>
                  <a:lnTo>
                    <a:pt x="1347" y="1886"/>
                  </a:lnTo>
                  <a:lnTo>
                    <a:pt x="842" y="1953"/>
                  </a:lnTo>
                  <a:lnTo>
                    <a:pt x="607" y="1987"/>
                  </a:lnTo>
                  <a:lnTo>
                    <a:pt x="506" y="2054"/>
                  </a:lnTo>
                  <a:lnTo>
                    <a:pt x="438" y="2122"/>
                  </a:lnTo>
                  <a:lnTo>
                    <a:pt x="405" y="1886"/>
                  </a:lnTo>
                  <a:lnTo>
                    <a:pt x="337" y="1617"/>
                  </a:lnTo>
                  <a:lnTo>
                    <a:pt x="236" y="1112"/>
                  </a:lnTo>
                  <a:lnTo>
                    <a:pt x="203" y="741"/>
                  </a:lnTo>
                  <a:lnTo>
                    <a:pt x="135" y="371"/>
                  </a:lnTo>
                  <a:lnTo>
                    <a:pt x="539" y="371"/>
                  </a:lnTo>
                  <a:lnTo>
                    <a:pt x="943" y="304"/>
                  </a:lnTo>
                  <a:lnTo>
                    <a:pt x="1886" y="169"/>
                  </a:lnTo>
                  <a:close/>
                  <a:moveTo>
                    <a:pt x="1852" y="1"/>
                  </a:moveTo>
                  <a:lnTo>
                    <a:pt x="1684" y="34"/>
                  </a:lnTo>
                  <a:lnTo>
                    <a:pt x="1347" y="102"/>
                  </a:lnTo>
                  <a:lnTo>
                    <a:pt x="708" y="169"/>
                  </a:lnTo>
                  <a:lnTo>
                    <a:pt x="405" y="236"/>
                  </a:lnTo>
                  <a:lnTo>
                    <a:pt x="135" y="304"/>
                  </a:lnTo>
                  <a:lnTo>
                    <a:pt x="102" y="236"/>
                  </a:lnTo>
                  <a:lnTo>
                    <a:pt x="102" y="203"/>
                  </a:lnTo>
                  <a:lnTo>
                    <a:pt x="68" y="203"/>
                  </a:lnTo>
                  <a:lnTo>
                    <a:pt x="1" y="236"/>
                  </a:lnTo>
                  <a:lnTo>
                    <a:pt x="1" y="472"/>
                  </a:lnTo>
                  <a:lnTo>
                    <a:pt x="1" y="708"/>
                  </a:lnTo>
                  <a:lnTo>
                    <a:pt x="68" y="1145"/>
                  </a:lnTo>
                  <a:lnTo>
                    <a:pt x="135" y="1684"/>
                  </a:lnTo>
                  <a:lnTo>
                    <a:pt x="203" y="1920"/>
                  </a:lnTo>
                  <a:lnTo>
                    <a:pt x="304" y="2189"/>
                  </a:lnTo>
                  <a:lnTo>
                    <a:pt x="337" y="2223"/>
                  </a:lnTo>
                  <a:lnTo>
                    <a:pt x="371" y="2223"/>
                  </a:lnTo>
                  <a:lnTo>
                    <a:pt x="438" y="2189"/>
                  </a:lnTo>
                  <a:lnTo>
                    <a:pt x="438" y="2155"/>
                  </a:lnTo>
                  <a:lnTo>
                    <a:pt x="539" y="2189"/>
                  </a:lnTo>
                  <a:lnTo>
                    <a:pt x="607" y="2223"/>
                  </a:lnTo>
                  <a:lnTo>
                    <a:pt x="842" y="2223"/>
                  </a:lnTo>
                  <a:lnTo>
                    <a:pt x="1246" y="2122"/>
                  </a:lnTo>
                  <a:lnTo>
                    <a:pt x="1718" y="2088"/>
                  </a:lnTo>
                  <a:lnTo>
                    <a:pt x="1987" y="2021"/>
                  </a:lnTo>
                  <a:lnTo>
                    <a:pt x="2189" y="1953"/>
                  </a:lnTo>
                  <a:lnTo>
                    <a:pt x="2257" y="1987"/>
                  </a:lnTo>
                  <a:lnTo>
                    <a:pt x="2290" y="1987"/>
                  </a:lnTo>
                  <a:lnTo>
                    <a:pt x="2358" y="1953"/>
                  </a:lnTo>
                  <a:lnTo>
                    <a:pt x="2358" y="1886"/>
                  </a:lnTo>
                  <a:lnTo>
                    <a:pt x="2223" y="876"/>
                  </a:lnTo>
                  <a:lnTo>
                    <a:pt x="2156" y="438"/>
                  </a:lnTo>
                  <a:lnTo>
                    <a:pt x="2122" y="236"/>
                  </a:lnTo>
                  <a:lnTo>
                    <a:pt x="2054" y="34"/>
                  </a:lnTo>
                  <a:lnTo>
                    <a:pt x="2021" y="34"/>
                  </a:lnTo>
                  <a:lnTo>
                    <a:pt x="2021" y="68"/>
                  </a:lnTo>
                  <a:lnTo>
                    <a:pt x="1987" y="68"/>
                  </a:lnTo>
                  <a:lnTo>
                    <a:pt x="1920" y="34"/>
                  </a:lnTo>
                  <a:lnTo>
                    <a:pt x="1852"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1" name="Google Shape;128;p2"/>
            <p:cNvSpPr>
              <a:spLocks/>
            </p:cNvSpPr>
            <p:nvPr/>
          </p:nvSpPr>
          <p:spPr bwMode="auto">
            <a:xfrm>
              <a:off x="2471475" y="5535900"/>
              <a:ext cx="159012" cy="104967"/>
            </a:xfrm>
            <a:custGeom>
              <a:avLst/>
              <a:gdLst>
                <a:gd name="T0" fmla="*/ 143324 w 2392"/>
                <a:gd name="T1" fmla="*/ 2255 h 1583"/>
                <a:gd name="T2" fmla="*/ 143324 w 2392"/>
                <a:gd name="T3" fmla="*/ 20092 h 1583"/>
                <a:gd name="T4" fmla="*/ 145517 w 2392"/>
                <a:gd name="T5" fmla="*/ 37995 h 1583"/>
                <a:gd name="T6" fmla="*/ 150038 w 2392"/>
                <a:gd name="T7" fmla="*/ 75924 h 1583"/>
                <a:gd name="T8" fmla="*/ 134349 w 2392"/>
                <a:gd name="T9" fmla="*/ 73669 h 1583"/>
                <a:gd name="T10" fmla="*/ 120921 w 2392"/>
                <a:gd name="T11" fmla="*/ 73669 h 1583"/>
                <a:gd name="T12" fmla="*/ 91804 w 2392"/>
                <a:gd name="T13" fmla="*/ 80366 h 1583"/>
                <a:gd name="T14" fmla="*/ 56040 w 2392"/>
                <a:gd name="T15" fmla="*/ 87064 h 1583"/>
                <a:gd name="T16" fmla="*/ 35897 w 2392"/>
                <a:gd name="T17" fmla="*/ 89318 h 1583"/>
                <a:gd name="T18" fmla="*/ 17949 w 2392"/>
                <a:gd name="T19" fmla="*/ 91573 h 1583"/>
                <a:gd name="T20" fmla="*/ 13495 w 2392"/>
                <a:gd name="T21" fmla="*/ 58087 h 1583"/>
                <a:gd name="T22" fmla="*/ 6781 w 2392"/>
                <a:gd name="T23" fmla="*/ 26789 h 1583"/>
                <a:gd name="T24" fmla="*/ 76182 w 2392"/>
                <a:gd name="T25" fmla="*/ 20092 h 1583"/>
                <a:gd name="T26" fmla="*/ 109753 w 2392"/>
                <a:gd name="T27" fmla="*/ 13394 h 1583"/>
                <a:gd name="T28" fmla="*/ 143324 w 2392"/>
                <a:gd name="T29" fmla="*/ 2255 h 1583"/>
                <a:gd name="T30" fmla="*/ 143324 w 2392"/>
                <a:gd name="T31" fmla="*/ 0 h 1583"/>
                <a:gd name="T32" fmla="*/ 109753 w 2392"/>
                <a:gd name="T33" fmla="*/ 2255 h 1583"/>
                <a:gd name="T34" fmla="*/ 73922 w 2392"/>
                <a:gd name="T35" fmla="*/ 6697 h 1583"/>
                <a:gd name="T36" fmla="*/ 38091 w 2392"/>
                <a:gd name="T37" fmla="*/ 13394 h 1583"/>
                <a:gd name="T38" fmla="*/ 4520 w 2392"/>
                <a:gd name="T39" fmla="*/ 17903 h 1583"/>
                <a:gd name="T40" fmla="*/ 2327 w 2392"/>
                <a:gd name="T41" fmla="*/ 20092 h 1583"/>
                <a:gd name="T42" fmla="*/ 66 w 2392"/>
                <a:gd name="T43" fmla="*/ 20092 h 1583"/>
                <a:gd name="T44" fmla="*/ 66 w 2392"/>
                <a:gd name="T45" fmla="*/ 22346 h 1583"/>
                <a:gd name="T46" fmla="*/ 66 w 2392"/>
                <a:gd name="T47" fmla="*/ 40183 h 1583"/>
                <a:gd name="T48" fmla="*/ 2327 w 2392"/>
                <a:gd name="T49" fmla="*/ 58087 h 1583"/>
                <a:gd name="T50" fmla="*/ 6781 w 2392"/>
                <a:gd name="T51" fmla="*/ 93761 h 1583"/>
                <a:gd name="T52" fmla="*/ 6781 w 2392"/>
                <a:gd name="T53" fmla="*/ 100458 h 1583"/>
                <a:gd name="T54" fmla="*/ 9041 w 2392"/>
                <a:gd name="T55" fmla="*/ 100458 h 1583"/>
                <a:gd name="T56" fmla="*/ 11235 w 2392"/>
                <a:gd name="T57" fmla="*/ 102712 h 1583"/>
                <a:gd name="T58" fmla="*/ 13495 w 2392"/>
                <a:gd name="T59" fmla="*/ 104967 h 1583"/>
                <a:gd name="T60" fmla="*/ 17949 w 2392"/>
                <a:gd name="T61" fmla="*/ 102712 h 1583"/>
                <a:gd name="T62" fmla="*/ 51519 w 2392"/>
                <a:gd name="T63" fmla="*/ 98270 h 1583"/>
                <a:gd name="T64" fmla="*/ 82896 w 2392"/>
                <a:gd name="T65" fmla="*/ 93761 h 1583"/>
                <a:gd name="T66" fmla="*/ 116467 w 2392"/>
                <a:gd name="T67" fmla="*/ 87064 h 1583"/>
                <a:gd name="T68" fmla="*/ 134349 w 2392"/>
                <a:gd name="T69" fmla="*/ 84875 h 1583"/>
                <a:gd name="T70" fmla="*/ 150038 w 2392"/>
                <a:gd name="T71" fmla="*/ 78178 h 1583"/>
                <a:gd name="T72" fmla="*/ 152231 w 2392"/>
                <a:gd name="T73" fmla="*/ 82621 h 1583"/>
                <a:gd name="T74" fmla="*/ 154492 w 2392"/>
                <a:gd name="T75" fmla="*/ 82621 h 1583"/>
                <a:gd name="T76" fmla="*/ 158946 w 2392"/>
                <a:gd name="T77" fmla="*/ 80366 h 1583"/>
                <a:gd name="T78" fmla="*/ 158946 w 2392"/>
                <a:gd name="T79" fmla="*/ 78178 h 1583"/>
                <a:gd name="T80" fmla="*/ 156752 w 2392"/>
                <a:gd name="T81" fmla="*/ 37995 h 1583"/>
                <a:gd name="T82" fmla="*/ 152231 w 2392"/>
                <a:gd name="T83" fmla="*/ 20092 h 1583"/>
                <a:gd name="T84" fmla="*/ 145517 w 2392"/>
                <a:gd name="T85" fmla="*/ 2255 h 1583"/>
                <a:gd name="T86" fmla="*/ 145517 w 2392"/>
                <a:gd name="T87" fmla="*/ 0 h 1583"/>
                <a:gd name="T88" fmla="*/ 143324 w 2392"/>
                <a:gd name="T89" fmla="*/ 0 h 158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392" h="1583" extrusionOk="0">
                  <a:moveTo>
                    <a:pt x="2156" y="34"/>
                  </a:moveTo>
                  <a:lnTo>
                    <a:pt x="2156" y="303"/>
                  </a:lnTo>
                  <a:lnTo>
                    <a:pt x="2189" y="573"/>
                  </a:lnTo>
                  <a:lnTo>
                    <a:pt x="2257" y="1145"/>
                  </a:lnTo>
                  <a:lnTo>
                    <a:pt x="2021" y="1111"/>
                  </a:lnTo>
                  <a:lnTo>
                    <a:pt x="1819" y="1111"/>
                  </a:lnTo>
                  <a:lnTo>
                    <a:pt x="1381" y="1212"/>
                  </a:lnTo>
                  <a:lnTo>
                    <a:pt x="843" y="1313"/>
                  </a:lnTo>
                  <a:lnTo>
                    <a:pt x="540" y="1347"/>
                  </a:lnTo>
                  <a:lnTo>
                    <a:pt x="270" y="1381"/>
                  </a:lnTo>
                  <a:lnTo>
                    <a:pt x="203" y="876"/>
                  </a:lnTo>
                  <a:lnTo>
                    <a:pt x="102" y="404"/>
                  </a:lnTo>
                  <a:lnTo>
                    <a:pt x="1146" y="303"/>
                  </a:lnTo>
                  <a:lnTo>
                    <a:pt x="1651" y="202"/>
                  </a:lnTo>
                  <a:lnTo>
                    <a:pt x="2156" y="34"/>
                  </a:lnTo>
                  <a:close/>
                  <a:moveTo>
                    <a:pt x="2156" y="0"/>
                  </a:moveTo>
                  <a:lnTo>
                    <a:pt x="1651" y="34"/>
                  </a:lnTo>
                  <a:lnTo>
                    <a:pt x="1112" y="101"/>
                  </a:lnTo>
                  <a:lnTo>
                    <a:pt x="573" y="202"/>
                  </a:lnTo>
                  <a:lnTo>
                    <a:pt x="68" y="270"/>
                  </a:lnTo>
                  <a:lnTo>
                    <a:pt x="35" y="303"/>
                  </a:lnTo>
                  <a:lnTo>
                    <a:pt x="1" y="303"/>
                  </a:lnTo>
                  <a:lnTo>
                    <a:pt x="1" y="337"/>
                  </a:lnTo>
                  <a:lnTo>
                    <a:pt x="1" y="606"/>
                  </a:lnTo>
                  <a:lnTo>
                    <a:pt x="35" y="876"/>
                  </a:lnTo>
                  <a:lnTo>
                    <a:pt x="102" y="1414"/>
                  </a:lnTo>
                  <a:lnTo>
                    <a:pt x="102" y="1515"/>
                  </a:lnTo>
                  <a:lnTo>
                    <a:pt x="136" y="1515"/>
                  </a:lnTo>
                  <a:lnTo>
                    <a:pt x="169" y="1549"/>
                  </a:lnTo>
                  <a:lnTo>
                    <a:pt x="203" y="1583"/>
                  </a:lnTo>
                  <a:lnTo>
                    <a:pt x="270" y="1549"/>
                  </a:lnTo>
                  <a:lnTo>
                    <a:pt x="775" y="1482"/>
                  </a:lnTo>
                  <a:lnTo>
                    <a:pt x="1247" y="1414"/>
                  </a:lnTo>
                  <a:lnTo>
                    <a:pt x="1752" y="1313"/>
                  </a:lnTo>
                  <a:lnTo>
                    <a:pt x="2021" y="1280"/>
                  </a:lnTo>
                  <a:lnTo>
                    <a:pt x="2257" y="1179"/>
                  </a:lnTo>
                  <a:lnTo>
                    <a:pt x="2290" y="1246"/>
                  </a:lnTo>
                  <a:lnTo>
                    <a:pt x="2324" y="1246"/>
                  </a:lnTo>
                  <a:lnTo>
                    <a:pt x="2391" y="1212"/>
                  </a:lnTo>
                  <a:lnTo>
                    <a:pt x="2391" y="1179"/>
                  </a:lnTo>
                  <a:lnTo>
                    <a:pt x="2358" y="573"/>
                  </a:lnTo>
                  <a:lnTo>
                    <a:pt x="2290" y="303"/>
                  </a:lnTo>
                  <a:lnTo>
                    <a:pt x="2189" y="34"/>
                  </a:lnTo>
                  <a:lnTo>
                    <a:pt x="2189" y="0"/>
                  </a:lnTo>
                  <a:lnTo>
                    <a:pt x="215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2" name="Google Shape;129;p2"/>
            <p:cNvSpPr>
              <a:spLocks/>
            </p:cNvSpPr>
            <p:nvPr/>
          </p:nvSpPr>
          <p:spPr bwMode="auto">
            <a:xfrm>
              <a:off x="3982090" y="6165700"/>
              <a:ext cx="28622" cy="42941"/>
            </a:xfrm>
            <a:custGeom>
              <a:avLst/>
              <a:gdLst>
                <a:gd name="T0" fmla="*/ 4433 w 439"/>
                <a:gd name="T1" fmla="*/ 67 h 641"/>
                <a:gd name="T2" fmla="*/ 2217 w 439"/>
                <a:gd name="T3" fmla="*/ 4555 h 641"/>
                <a:gd name="T4" fmla="*/ 2217 w 439"/>
                <a:gd name="T5" fmla="*/ 9044 h 641"/>
                <a:gd name="T6" fmla="*/ 4433 w 439"/>
                <a:gd name="T7" fmla="*/ 11321 h 641"/>
                <a:gd name="T8" fmla="*/ 8802 w 439"/>
                <a:gd name="T9" fmla="*/ 15810 h 641"/>
                <a:gd name="T10" fmla="*/ 13235 w 439"/>
                <a:gd name="T11" fmla="*/ 18087 h 641"/>
                <a:gd name="T12" fmla="*/ 11018 w 439"/>
                <a:gd name="T13" fmla="*/ 20365 h 641"/>
                <a:gd name="T14" fmla="*/ 2217 w 439"/>
                <a:gd name="T15" fmla="*/ 33897 h 641"/>
                <a:gd name="T16" fmla="*/ 65 w 439"/>
                <a:gd name="T17" fmla="*/ 38386 h 641"/>
                <a:gd name="T18" fmla="*/ 4433 w 439"/>
                <a:gd name="T19" fmla="*/ 42874 h 641"/>
                <a:gd name="T20" fmla="*/ 8802 w 439"/>
                <a:gd name="T21" fmla="*/ 42874 h 641"/>
                <a:gd name="T22" fmla="*/ 13235 w 439"/>
                <a:gd name="T23" fmla="*/ 40663 h 641"/>
                <a:gd name="T24" fmla="*/ 21972 w 439"/>
                <a:gd name="T25" fmla="*/ 27131 h 641"/>
                <a:gd name="T26" fmla="*/ 26405 w 439"/>
                <a:gd name="T27" fmla="*/ 20365 h 641"/>
                <a:gd name="T28" fmla="*/ 28557 w 439"/>
                <a:gd name="T29" fmla="*/ 18087 h 641"/>
                <a:gd name="T30" fmla="*/ 28557 w 439"/>
                <a:gd name="T31" fmla="*/ 15810 h 641"/>
                <a:gd name="T32" fmla="*/ 28557 w 439"/>
                <a:gd name="T33" fmla="*/ 13599 h 641"/>
                <a:gd name="T34" fmla="*/ 26405 w 439"/>
                <a:gd name="T35" fmla="*/ 11321 h 641"/>
                <a:gd name="T36" fmla="*/ 19820 w 439"/>
                <a:gd name="T37" fmla="*/ 6833 h 641"/>
                <a:gd name="T38" fmla="*/ 15387 w 439"/>
                <a:gd name="T39" fmla="*/ 4555 h 641"/>
                <a:gd name="T40" fmla="*/ 11018 w 439"/>
                <a:gd name="T41" fmla="*/ 2278 h 641"/>
                <a:gd name="T42" fmla="*/ 8802 w 439"/>
                <a:gd name="T43" fmla="*/ 67 h 641"/>
                <a:gd name="T44" fmla="*/ 4433 w 439"/>
                <a:gd name="T45" fmla="*/ 67 h 6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39" h="641" extrusionOk="0">
                  <a:moveTo>
                    <a:pt x="68" y="1"/>
                  </a:moveTo>
                  <a:lnTo>
                    <a:pt x="34" y="68"/>
                  </a:lnTo>
                  <a:lnTo>
                    <a:pt x="34" y="135"/>
                  </a:lnTo>
                  <a:lnTo>
                    <a:pt x="68" y="169"/>
                  </a:lnTo>
                  <a:lnTo>
                    <a:pt x="135" y="236"/>
                  </a:lnTo>
                  <a:lnTo>
                    <a:pt x="203" y="270"/>
                  </a:lnTo>
                  <a:lnTo>
                    <a:pt x="169" y="304"/>
                  </a:lnTo>
                  <a:lnTo>
                    <a:pt x="34" y="506"/>
                  </a:lnTo>
                  <a:lnTo>
                    <a:pt x="1" y="573"/>
                  </a:lnTo>
                  <a:lnTo>
                    <a:pt x="68" y="640"/>
                  </a:lnTo>
                  <a:lnTo>
                    <a:pt x="135" y="640"/>
                  </a:lnTo>
                  <a:lnTo>
                    <a:pt x="203" y="607"/>
                  </a:lnTo>
                  <a:lnTo>
                    <a:pt x="337" y="405"/>
                  </a:lnTo>
                  <a:lnTo>
                    <a:pt x="405" y="304"/>
                  </a:lnTo>
                  <a:lnTo>
                    <a:pt x="438" y="270"/>
                  </a:lnTo>
                  <a:lnTo>
                    <a:pt x="438" y="236"/>
                  </a:lnTo>
                  <a:lnTo>
                    <a:pt x="438" y="203"/>
                  </a:lnTo>
                  <a:lnTo>
                    <a:pt x="405" y="169"/>
                  </a:lnTo>
                  <a:lnTo>
                    <a:pt x="304" y="102"/>
                  </a:lnTo>
                  <a:lnTo>
                    <a:pt x="236" y="68"/>
                  </a:lnTo>
                  <a:lnTo>
                    <a:pt x="169" y="34"/>
                  </a:lnTo>
                  <a:lnTo>
                    <a:pt x="135" y="1"/>
                  </a:lnTo>
                  <a:lnTo>
                    <a:pt x="6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3" name="Google Shape;130;p2"/>
            <p:cNvSpPr>
              <a:spLocks/>
            </p:cNvSpPr>
            <p:nvPr/>
          </p:nvSpPr>
          <p:spPr bwMode="auto">
            <a:xfrm>
              <a:off x="3921665" y="6164110"/>
              <a:ext cx="17492" cy="77929"/>
            </a:xfrm>
            <a:custGeom>
              <a:avLst/>
              <a:gdLst>
                <a:gd name="T0" fmla="*/ 2195 w 271"/>
                <a:gd name="T1" fmla="*/ 66 h 1180"/>
                <a:gd name="T2" fmla="*/ 65 w 271"/>
                <a:gd name="T3" fmla="*/ 6736 h 1180"/>
                <a:gd name="T4" fmla="*/ 65 w 271"/>
                <a:gd name="T5" fmla="*/ 13406 h 1180"/>
                <a:gd name="T6" fmla="*/ 2195 w 271"/>
                <a:gd name="T7" fmla="*/ 28992 h 1180"/>
                <a:gd name="T8" fmla="*/ 6584 w 271"/>
                <a:gd name="T9" fmla="*/ 73438 h 1180"/>
                <a:gd name="T10" fmla="*/ 8714 w 271"/>
                <a:gd name="T11" fmla="*/ 75684 h 1180"/>
                <a:gd name="T12" fmla="*/ 13103 w 271"/>
                <a:gd name="T13" fmla="*/ 77863 h 1180"/>
                <a:gd name="T14" fmla="*/ 15233 w 271"/>
                <a:gd name="T15" fmla="*/ 75684 h 1180"/>
                <a:gd name="T16" fmla="*/ 17427 w 271"/>
                <a:gd name="T17" fmla="*/ 71193 h 1180"/>
                <a:gd name="T18" fmla="*/ 10908 w 271"/>
                <a:gd name="T19" fmla="*/ 26747 h 1180"/>
                <a:gd name="T20" fmla="*/ 8714 w 271"/>
                <a:gd name="T21" fmla="*/ 13406 h 1180"/>
                <a:gd name="T22" fmla="*/ 6584 w 271"/>
                <a:gd name="T23" fmla="*/ 4491 h 1180"/>
                <a:gd name="T24" fmla="*/ 2195 w 271"/>
                <a:gd name="T25" fmla="*/ 66 h 1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71" h="1180" extrusionOk="0">
                  <a:moveTo>
                    <a:pt x="34" y="1"/>
                  </a:moveTo>
                  <a:lnTo>
                    <a:pt x="1" y="102"/>
                  </a:lnTo>
                  <a:lnTo>
                    <a:pt x="1" y="203"/>
                  </a:lnTo>
                  <a:lnTo>
                    <a:pt x="34" y="439"/>
                  </a:lnTo>
                  <a:lnTo>
                    <a:pt x="102" y="1112"/>
                  </a:lnTo>
                  <a:lnTo>
                    <a:pt x="135" y="1146"/>
                  </a:lnTo>
                  <a:lnTo>
                    <a:pt x="203" y="1179"/>
                  </a:lnTo>
                  <a:lnTo>
                    <a:pt x="236" y="1146"/>
                  </a:lnTo>
                  <a:lnTo>
                    <a:pt x="270" y="1078"/>
                  </a:lnTo>
                  <a:lnTo>
                    <a:pt x="169" y="405"/>
                  </a:lnTo>
                  <a:lnTo>
                    <a:pt x="135" y="203"/>
                  </a:lnTo>
                  <a:lnTo>
                    <a:pt x="102" y="68"/>
                  </a:lnTo>
                  <a:lnTo>
                    <a:pt x="3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4" name="Google Shape;131;p2"/>
            <p:cNvSpPr>
              <a:spLocks/>
            </p:cNvSpPr>
            <p:nvPr/>
          </p:nvSpPr>
          <p:spPr bwMode="auto">
            <a:xfrm>
              <a:off x="3921665" y="6132302"/>
              <a:ext cx="154242" cy="103376"/>
            </a:xfrm>
            <a:custGeom>
              <a:avLst/>
              <a:gdLst>
                <a:gd name="T0" fmla="*/ 125172 w 2324"/>
                <a:gd name="T1" fmla="*/ 67 h 1550"/>
                <a:gd name="T2" fmla="*/ 125172 w 2324"/>
                <a:gd name="T3" fmla="*/ 2268 h 1550"/>
                <a:gd name="T4" fmla="*/ 127429 w 2324"/>
                <a:gd name="T5" fmla="*/ 4535 h 1550"/>
                <a:gd name="T6" fmla="*/ 114022 w 2324"/>
                <a:gd name="T7" fmla="*/ 2268 h 1550"/>
                <a:gd name="T8" fmla="*/ 100616 w 2324"/>
                <a:gd name="T9" fmla="*/ 4535 h 1550"/>
                <a:gd name="T10" fmla="*/ 73803 w 2324"/>
                <a:gd name="T11" fmla="*/ 6803 h 1550"/>
                <a:gd name="T12" fmla="*/ 38030 w 2324"/>
                <a:gd name="T13" fmla="*/ 13539 h 1550"/>
                <a:gd name="T14" fmla="*/ 20176 w 2324"/>
                <a:gd name="T15" fmla="*/ 15740 h 1550"/>
                <a:gd name="T16" fmla="*/ 2257 w 2324"/>
                <a:gd name="T17" fmla="*/ 22476 h 1550"/>
                <a:gd name="T18" fmla="*/ 66 w 2324"/>
                <a:gd name="T19" fmla="*/ 24744 h 1550"/>
                <a:gd name="T20" fmla="*/ 66 w 2324"/>
                <a:gd name="T21" fmla="*/ 27011 h 1550"/>
                <a:gd name="T22" fmla="*/ 2257 w 2324"/>
                <a:gd name="T23" fmla="*/ 29212 h 1550"/>
                <a:gd name="T24" fmla="*/ 4513 w 2324"/>
                <a:gd name="T25" fmla="*/ 29212 h 1550"/>
                <a:gd name="T26" fmla="*/ 40286 w 2324"/>
                <a:gd name="T27" fmla="*/ 24744 h 1550"/>
                <a:gd name="T28" fmla="*/ 73803 w 2324"/>
                <a:gd name="T29" fmla="*/ 20275 h 1550"/>
                <a:gd name="T30" fmla="*/ 102806 w 2324"/>
                <a:gd name="T31" fmla="*/ 18007 h 1550"/>
                <a:gd name="T32" fmla="*/ 116212 w 2324"/>
                <a:gd name="T33" fmla="*/ 15740 h 1550"/>
                <a:gd name="T34" fmla="*/ 129619 w 2324"/>
                <a:gd name="T35" fmla="*/ 13539 h 1550"/>
                <a:gd name="T36" fmla="*/ 136322 w 2324"/>
                <a:gd name="T37" fmla="*/ 29212 h 1550"/>
                <a:gd name="T38" fmla="*/ 138579 w 2324"/>
                <a:gd name="T39" fmla="*/ 44952 h 1550"/>
                <a:gd name="T40" fmla="*/ 140835 w 2324"/>
                <a:gd name="T41" fmla="*/ 78632 h 1550"/>
                <a:gd name="T42" fmla="*/ 78249 w 2324"/>
                <a:gd name="T43" fmla="*/ 87636 h 1550"/>
                <a:gd name="T44" fmla="*/ 49180 w 2324"/>
                <a:gd name="T45" fmla="*/ 89837 h 1550"/>
                <a:gd name="T46" fmla="*/ 33583 w 2324"/>
                <a:gd name="T47" fmla="*/ 94372 h 1550"/>
                <a:gd name="T48" fmla="*/ 20176 w 2324"/>
                <a:gd name="T49" fmla="*/ 98841 h 1550"/>
                <a:gd name="T50" fmla="*/ 17920 w 2324"/>
                <a:gd name="T51" fmla="*/ 101108 h 1550"/>
                <a:gd name="T52" fmla="*/ 20176 w 2324"/>
                <a:gd name="T53" fmla="*/ 103309 h 1550"/>
                <a:gd name="T54" fmla="*/ 49180 w 2324"/>
                <a:gd name="T55" fmla="*/ 103309 h 1550"/>
                <a:gd name="T56" fmla="*/ 80506 w 2324"/>
                <a:gd name="T57" fmla="*/ 98841 h 1550"/>
                <a:gd name="T58" fmla="*/ 147539 w 2324"/>
                <a:gd name="T59" fmla="*/ 89837 h 1550"/>
                <a:gd name="T60" fmla="*/ 151985 w 2324"/>
                <a:gd name="T61" fmla="*/ 87636 h 1550"/>
                <a:gd name="T62" fmla="*/ 154242 w 2324"/>
                <a:gd name="T63" fmla="*/ 83101 h 1550"/>
                <a:gd name="T64" fmla="*/ 149795 w 2324"/>
                <a:gd name="T65" fmla="*/ 65160 h 1550"/>
                <a:gd name="T66" fmla="*/ 145282 w 2324"/>
                <a:gd name="T67" fmla="*/ 47219 h 1550"/>
                <a:gd name="T68" fmla="*/ 134132 w 2324"/>
                <a:gd name="T69" fmla="*/ 13539 h 1550"/>
                <a:gd name="T70" fmla="*/ 136322 w 2324"/>
                <a:gd name="T71" fmla="*/ 11271 h 1550"/>
                <a:gd name="T72" fmla="*/ 138579 w 2324"/>
                <a:gd name="T73" fmla="*/ 11271 h 1550"/>
                <a:gd name="T74" fmla="*/ 138579 w 2324"/>
                <a:gd name="T75" fmla="*/ 9004 h 1550"/>
                <a:gd name="T76" fmla="*/ 136322 w 2324"/>
                <a:gd name="T77" fmla="*/ 6803 h 1550"/>
                <a:gd name="T78" fmla="*/ 134132 w 2324"/>
                <a:gd name="T79" fmla="*/ 4535 h 1550"/>
                <a:gd name="T80" fmla="*/ 131876 w 2324"/>
                <a:gd name="T81" fmla="*/ 4535 h 1550"/>
                <a:gd name="T82" fmla="*/ 129619 w 2324"/>
                <a:gd name="T83" fmla="*/ 67 h 1550"/>
                <a:gd name="T84" fmla="*/ 125172 w 2324"/>
                <a:gd name="T85" fmla="*/ 67 h 155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324" h="1550" extrusionOk="0">
                  <a:moveTo>
                    <a:pt x="1886" y="1"/>
                  </a:moveTo>
                  <a:lnTo>
                    <a:pt x="1886" y="34"/>
                  </a:lnTo>
                  <a:lnTo>
                    <a:pt x="1920" y="68"/>
                  </a:lnTo>
                  <a:lnTo>
                    <a:pt x="1718" y="34"/>
                  </a:lnTo>
                  <a:lnTo>
                    <a:pt x="1516" y="68"/>
                  </a:lnTo>
                  <a:lnTo>
                    <a:pt x="1112" y="102"/>
                  </a:lnTo>
                  <a:lnTo>
                    <a:pt x="573" y="203"/>
                  </a:lnTo>
                  <a:lnTo>
                    <a:pt x="304" y="236"/>
                  </a:lnTo>
                  <a:lnTo>
                    <a:pt x="34" y="337"/>
                  </a:lnTo>
                  <a:lnTo>
                    <a:pt x="1" y="371"/>
                  </a:lnTo>
                  <a:lnTo>
                    <a:pt x="1" y="405"/>
                  </a:lnTo>
                  <a:lnTo>
                    <a:pt x="34" y="438"/>
                  </a:lnTo>
                  <a:lnTo>
                    <a:pt x="68" y="438"/>
                  </a:lnTo>
                  <a:lnTo>
                    <a:pt x="607" y="371"/>
                  </a:lnTo>
                  <a:lnTo>
                    <a:pt x="1112" y="304"/>
                  </a:lnTo>
                  <a:lnTo>
                    <a:pt x="1549" y="270"/>
                  </a:lnTo>
                  <a:lnTo>
                    <a:pt x="1751" y="236"/>
                  </a:lnTo>
                  <a:lnTo>
                    <a:pt x="1953" y="203"/>
                  </a:lnTo>
                  <a:lnTo>
                    <a:pt x="2054" y="438"/>
                  </a:lnTo>
                  <a:lnTo>
                    <a:pt x="2088" y="674"/>
                  </a:lnTo>
                  <a:lnTo>
                    <a:pt x="2122" y="1179"/>
                  </a:lnTo>
                  <a:lnTo>
                    <a:pt x="1179" y="1314"/>
                  </a:lnTo>
                  <a:lnTo>
                    <a:pt x="741" y="1347"/>
                  </a:lnTo>
                  <a:lnTo>
                    <a:pt x="506" y="1415"/>
                  </a:lnTo>
                  <a:lnTo>
                    <a:pt x="304" y="1482"/>
                  </a:lnTo>
                  <a:lnTo>
                    <a:pt x="270" y="1516"/>
                  </a:lnTo>
                  <a:lnTo>
                    <a:pt x="304" y="1549"/>
                  </a:lnTo>
                  <a:lnTo>
                    <a:pt x="741" y="1549"/>
                  </a:lnTo>
                  <a:lnTo>
                    <a:pt x="1213" y="1482"/>
                  </a:lnTo>
                  <a:lnTo>
                    <a:pt x="2223" y="1347"/>
                  </a:lnTo>
                  <a:lnTo>
                    <a:pt x="2290" y="1314"/>
                  </a:lnTo>
                  <a:lnTo>
                    <a:pt x="2324" y="1246"/>
                  </a:lnTo>
                  <a:lnTo>
                    <a:pt x="2257" y="977"/>
                  </a:lnTo>
                  <a:lnTo>
                    <a:pt x="2189" y="708"/>
                  </a:lnTo>
                  <a:lnTo>
                    <a:pt x="2021" y="203"/>
                  </a:lnTo>
                  <a:lnTo>
                    <a:pt x="2054" y="169"/>
                  </a:lnTo>
                  <a:lnTo>
                    <a:pt x="2088" y="169"/>
                  </a:lnTo>
                  <a:lnTo>
                    <a:pt x="2088" y="135"/>
                  </a:lnTo>
                  <a:lnTo>
                    <a:pt x="2054" y="102"/>
                  </a:lnTo>
                  <a:lnTo>
                    <a:pt x="2021" y="68"/>
                  </a:lnTo>
                  <a:lnTo>
                    <a:pt x="1987" y="68"/>
                  </a:lnTo>
                  <a:lnTo>
                    <a:pt x="1953" y="1"/>
                  </a:lnTo>
                  <a:lnTo>
                    <a:pt x="188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5" name="Google Shape;132;p2"/>
            <p:cNvSpPr>
              <a:spLocks/>
            </p:cNvSpPr>
            <p:nvPr/>
          </p:nvSpPr>
          <p:spPr bwMode="auto">
            <a:xfrm>
              <a:off x="3805587" y="6113217"/>
              <a:ext cx="49293" cy="30217"/>
            </a:xfrm>
            <a:custGeom>
              <a:avLst/>
              <a:gdLst>
                <a:gd name="T0" fmla="*/ 20156 w 741"/>
                <a:gd name="T1" fmla="*/ 64 h 472"/>
                <a:gd name="T2" fmla="*/ 13437 w 741"/>
                <a:gd name="T3" fmla="*/ 6530 h 472"/>
                <a:gd name="T4" fmla="*/ 8981 w 741"/>
                <a:gd name="T5" fmla="*/ 12996 h 472"/>
                <a:gd name="T6" fmla="*/ 2262 w 741"/>
                <a:gd name="T7" fmla="*/ 19462 h 472"/>
                <a:gd name="T8" fmla="*/ 0 w 741"/>
                <a:gd name="T9" fmla="*/ 21574 h 472"/>
                <a:gd name="T10" fmla="*/ 0 w 741"/>
                <a:gd name="T11" fmla="*/ 25928 h 472"/>
                <a:gd name="T12" fmla="*/ 0 w 741"/>
                <a:gd name="T13" fmla="*/ 30217 h 472"/>
                <a:gd name="T14" fmla="*/ 4457 w 741"/>
                <a:gd name="T15" fmla="*/ 30217 h 472"/>
                <a:gd name="T16" fmla="*/ 11176 w 741"/>
                <a:gd name="T17" fmla="*/ 28040 h 472"/>
                <a:gd name="T18" fmla="*/ 15699 w 741"/>
                <a:gd name="T19" fmla="*/ 21574 h 472"/>
                <a:gd name="T20" fmla="*/ 24613 w 741"/>
                <a:gd name="T21" fmla="*/ 12996 h 472"/>
                <a:gd name="T22" fmla="*/ 33594 w 741"/>
                <a:gd name="T23" fmla="*/ 21574 h 472"/>
                <a:gd name="T24" fmla="*/ 42574 w 741"/>
                <a:gd name="T25" fmla="*/ 28040 h 472"/>
                <a:gd name="T26" fmla="*/ 47031 w 741"/>
                <a:gd name="T27" fmla="*/ 28040 h 472"/>
                <a:gd name="T28" fmla="*/ 49293 w 741"/>
                <a:gd name="T29" fmla="*/ 25928 h 472"/>
                <a:gd name="T30" fmla="*/ 49293 w 741"/>
                <a:gd name="T31" fmla="*/ 21574 h 472"/>
                <a:gd name="T32" fmla="*/ 38051 w 741"/>
                <a:gd name="T33" fmla="*/ 15109 h 472"/>
                <a:gd name="T34" fmla="*/ 26875 w 741"/>
                <a:gd name="T35" fmla="*/ 6530 h 472"/>
                <a:gd name="T36" fmla="*/ 26875 w 741"/>
                <a:gd name="T37" fmla="*/ 4353 h 472"/>
                <a:gd name="T38" fmla="*/ 26875 w 741"/>
                <a:gd name="T39" fmla="*/ 2177 h 472"/>
                <a:gd name="T40" fmla="*/ 22418 w 741"/>
                <a:gd name="T41" fmla="*/ 64 h 472"/>
                <a:gd name="T42" fmla="*/ 20156 w 741"/>
                <a:gd name="T43" fmla="*/ 64 h 4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41" h="472" extrusionOk="0">
                  <a:moveTo>
                    <a:pt x="303" y="1"/>
                  </a:moveTo>
                  <a:lnTo>
                    <a:pt x="202" y="102"/>
                  </a:lnTo>
                  <a:lnTo>
                    <a:pt x="135" y="203"/>
                  </a:lnTo>
                  <a:lnTo>
                    <a:pt x="34" y="304"/>
                  </a:lnTo>
                  <a:lnTo>
                    <a:pt x="0" y="337"/>
                  </a:lnTo>
                  <a:lnTo>
                    <a:pt x="0" y="405"/>
                  </a:lnTo>
                  <a:lnTo>
                    <a:pt x="0" y="472"/>
                  </a:lnTo>
                  <a:lnTo>
                    <a:pt x="67" y="472"/>
                  </a:lnTo>
                  <a:lnTo>
                    <a:pt x="168" y="438"/>
                  </a:lnTo>
                  <a:lnTo>
                    <a:pt x="236" y="337"/>
                  </a:lnTo>
                  <a:lnTo>
                    <a:pt x="370" y="203"/>
                  </a:lnTo>
                  <a:lnTo>
                    <a:pt x="505" y="337"/>
                  </a:lnTo>
                  <a:lnTo>
                    <a:pt x="640" y="438"/>
                  </a:lnTo>
                  <a:lnTo>
                    <a:pt x="707" y="438"/>
                  </a:lnTo>
                  <a:lnTo>
                    <a:pt x="741" y="405"/>
                  </a:lnTo>
                  <a:lnTo>
                    <a:pt x="741" y="337"/>
                  </a:lnTo>
                  <a:lnTo>
                    <a:pt x="572" y="236"/>
                  </a:lnTo>
                  <a:lnTo>
                    <a:pt x="404" y="102"/>
                  </a:lnTo>
                  <a:lnTo>
                    <a:pt x="404" y="68"/>
                  </a:lnTo>
                  <a:lnTo>
                    <a:pt x="404" y="34"/>
                  </a:lnTo>
                  <a:lnTo>
                    <a:pt x="337" y="1"/>
                  </a:lnTo>
                  <a:lnTo>
                    <a:pt x="303"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6" name="Google Shape;133;p2"/>
            <p:cNvSpPr>
              <a:spLocks/>
            </p:cNvSpPr>
            <p:nvPr/>
          </p:nvSpPr>
          <p:spPr bwMode="auto">
            <a:xfrm>
              <a:off x="3624313" y="5359366"/>
              <a:ext cx="165373" cy="109737"/>
            </a:xfrm>
            <a:custGeom>
              <a:avLst/>
              <a:gdLst>
                <a:gd name="T0" fmla="*/ 113963 w 2493"/>
                <a:gd name="T1" fmla="*/ 0 h 1651"/>
                <a:gd name="T2" fmla="*/ 76020 w 2493"/>
                <a:gd name="T3" fmla="*/ 4520 h 1651"/>
                <a:gd name="T4" fmla="*/ 40265 w 2493"/>
                <a:gd name="T5" fmla="*/ 13426 h 1651"/>
                <a:gd name="T6" fmla="*/ 6766 w 2493"/>
                <a:gd name="T7" fmla="*/ 24659 h 1651"/>
                <a:gd name="T8" fmla="*/ 6766 w 2493"/>
                <a:gd name="T9" fmla="*/ 26853 h 1651"/>
                <a:gd name="T10" fmla="*/ 2322 w 2493"/>
                <a:gd name="T11" fmla="*/ 24659 h 1651"/>
                <a:gd name="T12" fmla="*/ 66 w 2493"/>
                <a:gd name="T13" fmla="*/ 29113 h 1651"/>
                <a:gd name="T14" fmla="*/ 4511 w 2493"/>
                <a:gd name="T15" fmla="*/ 49252 h 1651"/>
                <a:gd name="T16" fmla="*/ 9022 w 2493"/>
                <a:gd name="T17" fmla="*/ 69392 h 1651"/>
                <a:gd name="T18" fmla="*/ 11211 w 2493"/>
                <a:gd name="T19" fmla="*/ 89531 h 1651"/>
                <a:gd name="T20" fmla="*/ 17910 w 2493"/>
                <a:gd name="T21" fmla="*/ 107411 h 1651"/>
                <a:gd name="T22" fmla="*/ 20166 w 2493"/>
                <a:gd name="T23" fmla="*/ 109671 h 1651"/>
                <a:gd name="T24" fmla="*/ 22421 w 2493"/>
                <a:gd name="T25" fmla="*/ 109671 h 1651"/>
                <a:gd name="T26" fmla="*/ 24610 w 2493"/>
                <a:gd name="T27" fmla="*/ 107411 h 1651"/>
                <a:gd name="T28" fmla="*/ 26866 w 2493"/>
                <a:gd name="T29" fmla="*/ 105217 h 1651"/>
                <a:gd name="T30" fmla="*/ 22421 w 2493"/>
                <a:gd name="T31" fmla="*/ 82818 h 1651"/>
                <a:gd name="T32" fmla="*/ 15721 w 2493"/>
                <a:gd name="T33" fmla="*/ 62678 h 1651"/>
                <a:gd name="T34" fmla="*/ 13466 w 2493"/>
                <a:gd name="T35" fmla="*/ 44799 h 1651"/>
                <a:gd name="T36" fmla="*/ 6766 w 2493"/>
                <a:gd name="T37" fmla="*/ 29113 h 1651"/>
                <a:gd name="T38" fmla="*/ 24610 w 2493"/>
                <a:gd name="T39" fmla="*/ 26853 h 1651"/>
                <a:gd name="T40" fmla="*/ 42521 w 2493"/>
                <a:gd name="T41" fmla="*/ 24659 h 1651"/>
                <a:gd name="T42" fmla="*/ 76020 w 2493"/>
                <a:gd name="T43" fmla="*/ 20139 h 1651"/>
                <a:gd name="T44" fmla="*/ 109519 w 2493"/>
                <a:gd name="T45" fmla="*/ 13426 h 1651"/>
                <a:gd name="T46" fmla="*/ 145207 w 2493"/>
                <a:gd name="T47" fmla="*/ 13426 h 1651"/>
                <a:gd name="T48" fmla="*/ 145207 w 2493"/>
                <a:gd name="T49" fmla="*/ 24659 h 1651"/>
                <a:gd name="T50" fmla="*/ 145207 w 2493"/>
                <a:gd name="T51" fmla="*/ 35826 h 1651"/>
                <a:gd name="T52" fmla="*/ 147463 w 2493"/>
                <a:gd name="T53" fmla="*/ 60418 h 1651"/>
                <a:gd name="T54" fmla="*/ 154162 w 2493"/>
                <a:gd name="T55" fmla="*/ 85078 h 1651"/>
                <a:gd name="T56" fmla="*/ 122919 w 2493"/>
                <a:gd name="T57" fmla="*/ 89531 h 1651"/>
                <a:gd name="T58" fmla="*/ 91609 w 2493"/>
                <a:gd name="T59" fmla="*/ 93984 h 1651"/>
                <a:gd name="T60" fmla="*/ 58109 w 2493"/>
                <a:gd name="T61" fmla="*/ 96244 h 1651"/>
                <a:gd name="T62" fmla="*/ 42521 w 2493"/>
                <a:gd name="T63" fmla="*/ 98504 h 1651"/>
                <a:gd name="T64" fmla="*/ 26866 w 2493"/>
                <a:gd name="T65" fmla="*/ 102957 h 1651"/>
                <a:gd name="T66" fmla="*/ 40265 w 2493"/>
                <a:gd name="T67" fmla="*/ 107411 h 1651"/>
                <a:gd name="T68" fmla="*/ 55920 w 2493"/>
                <a:gd name="T69" fmla="*/ 107411 h 1651"/>
                <a:gd name="T70" fmla="*/ 82720 w 2493"/>
                <a:gd name="T71" fmla="*/ 105217 h 1651"/>
                <a:gd name="T72" fmla="*/ 120663 w 2493"/>
                <a:gd name="T73" fmla="*/ 102957 h 1651"/>
                <a:gd name="T74" fmla="*/ 140763 w 2493"/>
                <a:gd name="T75" fmla="*/ 98504 h 1651"/>
                <a:gd name="T76" fmla="*/ 158607 w 2493"/>
                <a:gd name="T77" fmla="*/ 91791 h 1651"/>
                <a:gd name="T78" fmla="*/ 163118 w 2493"/>
                <a:gd name="T79" fmla="*/ 91791 h 1651"/>
                <a:gd name="T80" fmla="*/ 165307 w 2493"/>
                <a:gd name="T81" fmla="*/ 89531 h 1651"/>
                <a:gd name="T82" fmla="*/ 165307 w 2493"/>
                <a:gd name="T83" fmla="*/ 87271 h 1651"/>
                <a:gd name="T84" fmla="*/ 156418 w 2493"/>
                <a:gd name="T85" fmla="*/ 42539 h 1651"/>
                <a:gd name="T86" fmla="*/ 154162 w 2493"/>
                <a:gd name="T87" fmla="*/ 26853 h 1651"/>
                <a:gd name="T88" fmla="*/ 151907 w 2493"/>
                <a:gd name="T89" fmla="*/ 11233 h 1651"/>
                <a:gd name="T90" fmla="*/ 154162 w 2493"/>
                <a:gd name="T91" fmla="*/ 8973 h 1651"/>
                <a:gd name="T92" fmla="*/ 154162 w 2493"/>
                <a:gd name="T93" fmla="*/ 6713 h 1651"/>
                <a:gd name="T94" fmla="*/ 151907 w 2493"/>
                <a:gd name="T95" fmla="*/ 2260 h 1651"/>
                <a:gd name="T96" fmla="*/ 149718 w 2493"/>
                <a:gd name="T97" fmla="*/ 2260 h 1651"/>
                <a:gd name="T98" fmla="*/ 113963 w 2493"/>
                <a:gd name="T99" fmla="*/ 0 h 16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493" h="1651" extrusionOk="0">
                  <a:moveTo>
                    <a:pt x="1718" y="0"/>
                  </a:moveTo>
                  <a:lnTo>
                    <a:pt x="1146" y="68"/>
                  </a:lnTo>
                  <a:lnTo>
                    <a:pt x="607" y="202"/>
                  </a:lnTo>
                  <a:lnTo>
                    <a:pt x="102" y="371"/>
                  </a:lnTo>
                  <a:lnTo>
                    <a:pt x="102" y="404"/>
                  </a:lnTo>
                  <a:lnTo>
                    <a:pt x="35" y="371"/>
                  </a:lnTo>
                  <a:lnTo>
                    <a:pt x="1" y="438"/>
                  </a:lnTo>
                  <a:lnTo>
                    <a:pt x="68" y="741"/>
                  </a:lnTo>
                  <a:lnTo>
                    <a:pt x="136" y="1044"/>
                  </a:lnTo>
                  <a:lnTo>
                    <a:pt x="169" y="1347"/>
                  </a:lnTo>
                  <a:lnTo>
                    <a:pt x="270" y="1616"/>
                  </a:lnTo>
                  <a:lnTo>
                    <a:pt x="304" y="1650"/>
                  </a:lnTo>
                  <a:lnTo>
                    <a:pt x="338" y="1650"/>
                  </a:lnTo>
                  <a:lnTo>
                    <a:pt x="371" y="1616"/>
                  </a:lnTo>
                  <a:lnTo>
                    <a:pt x="405" y="1583"/>
                  </a:lnTo>
                  <a:lnTo>
                    <a:pt x="338" y="1246"/>
                  </a:lnTo>
                  <a:lnTo>
                    <a:pt x="237" y="943"/>
                  </a:lnTo>
                  <a:lnTo>
                    <a:pt x="203" y="674"/>
                  </a:lnTo>
                  <a:lnTo>
                    <a:pt x="102" y="438"/>
                  </a:lnTo>
                  <a:lnTo>
                    <a:pt x="371" y="404"/>
                  </a:lnTo>
                  <a:lnTo>
                    <a:pt x="641" y="371"/>
                  </a:lnTo>
                  <a:lnTo>
                    <a:pt x="1146" y="303"/>
                  </a:lnTo>
                  <a:lnTo>
                    <a:pt x="1651" y="202"/>
                  </a:lnTo>
                  <a:lnTo>
                    <a:pt x="2189" y="202"/>
                  </a:lnTo>
                  <a:lnTo>
                    <a:pt x="2189" y="371"/>
                  </a:lnTo>
                  <a:lnTo>
                    <a:pt x="2189" y="539"/>
                  </a:lnTo>
                  <a:lnTo>
                    <a:pt x="2223" y="909"/>
                  </a:lnTo>
                  <a:lnTo>
                    <a:pt x="2324" y="1280"/>
                  </a:lnTo>
                  <a:lnTo>
                    <a:pt x="1853" y="1347"/>
                  </a:lnTo>
                  <a:lnTo>
                    <a:pt x="1381" y="1414"/>
                  </a:lnTo>
                  <a:lnTo>
                    <a:pt x="876" y="1448"/>
                  </a:lnTo>
                  <a:lnTo>
                    <a:pt x="641" y="1482"/>
                  </a:lnTo>
                  <a:lnTo>
                    <a:pt x="405" y="1549"/>
                  </a:lnTo>
                  <a:lnTo>
                    <a:pt x="607" y="1616"/>
                  </a:lnTo>
                  <a:lnTo>
                    <a:pt x="843" y="1616"/>
                  </a:lnTo>
                  <a:lnTo>
                    <a:pt x="1247" y="1583"/>
                  </a:lnTo>
                  <a:lnTo>
                    <a:pt x="1819" y="1549"/>
                  </a:lnTo>
                  <a:lnTo>
                    <a:pt x="2122" y="1482"/>
                  </a:lnTo>
                  <a:lnTo>
                    <a:pt x="2391" y="1381"/>
                  </a:lnTo>
                  <a:lnTo>
                    <a:pt x="2459" y="1381"/>
                  </a:lnTo>
                  <a:lnTo>
                    <a:pt x="2492" y="1347"/>
                  </a:lnTo>
                  <a:lnTo>
                    <a:pt x="2492" y="1313"/>
                  </a:lnTo>
                  <a:lnTo>
                    <a:pt x="2358" y="640"/>
                  </a:lnTo>
                  <a:lnTo>
                    <a:pt x="2324" y="404"/>
                  </a:lnTo>
                  <a:lnTo>
                    <a:pt x="2290" y="169"/>
                  </a:lnTo>
                  <a:lnTo>
                    <a:pt x="2324" y="135"/>
                  </a:lnTo>
                  <a:lnTo>
                    <a:pt x="2324" y="101"/>
                  </a:lnTo>
                  <a:lnTo>
                    <a:pt x="2290" y="34"/>
                  </a:lnTo>
                  <a:lnTo>
                    <a:pt x="2257" y="34"/>
                  </a:lnTo>
                  <a:lnTo>
                    <a:pt x="1718"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7" name="Google Shape;134;p2"/>
            <p:cNvSpPr>
              <a:spLocks/>
            </p:cNvSpPr>
            <p:nvPr/>
          </p:nvSpPr>
          <p:spPr bwMode="auto">
            <a:xfrm>
              <a:off x="3753112" y="6081409"/>
              <a:ext cx="154242" cy="181306"/>
            </a:xfrm>
            <a:custGeom>
              <a:avLst/>
              <a:gdLst>
                <a:gd name="T0" fmla="*/ 89399 w 2324"/>
                <a:gd name="T1" fmla="*/ 4519 h 2728"/>
                <a:gd name="T2" fmla="*/ 31326 w 2324"/>
                <a:gd name="T3" fmla="*/ 17945 h 2728"/>
                <a:gd name="T4" fmla="*/ 4513 w 2324"/>
                <a:gd name="T5" fmla="*/ 22397 h 2728"/>
                <a:gd name="T6" fmla="*/ 2257 w 2324"/>
                <a:gd name="T7" fmla="*/ 22397 h 2728"/>
                <a:gd name="T8" fmla="*/ 2257 w 2324"/>
                <a:gd name="T9" fmla="*/ 58220 h 2728"/>
                <a:gd name="T10" fmla="*/ 13473 w 2324"/>
                <a:gd name="T11" fmla="*/ 136511 h 2728"/>
                <a:gd name="T12" fmla="*/ 22366 w 2324"/>
                <a:gd name="T13" fmla="*/ 179046 h 2728"/>
                <a:gd name="T14" fmla="*/ 29070 w 2324"/>
                <a:gd name="T15" fmla="*/ 181240 h 2728"/>
                <a:gd name="T16" fmla="*/ 33583 w 2324"/>
                <a:gd name="T17" fmla="*/ 174527 h 2728"/>
                <a:gd name="T18" fmla="*/ 29070 w 2324"/>
                <a:gd name="T19" fmla="*/ 136511 h 2728"/>
                <a:gd name="T20" fmla="*/ 33583 w 2324"/>
                <a:gd name="T21" fmla="*/ 100689 h 2728"/>
                <a:gd name="T22" fmla="*/ 73803 w 2324"/>
                <a:gd name="T23" fmla="*/ 96236 h 2728"/>
                <a:gd name="T24" fmla="*/ 118469 w 2324"/>
                <a:gd name="T25" fmla="*/ 91783 h 2728"/>
                <a:gd name="T26" fmla="*/ 136322 w 2324"/>
                <a:gd name="T27" fmla="*/ 118633 h 2728"/>
                <a:gd name="T28" fmla="*/ 143026 w 2324"/>
                <a:gd name="T29" fmla="*/ 145483 h 2728"/>
                <a:gd name="T30" fmla="*/ 91656 w 2324"/>
                <a:gd name="T31" fmla="*/ 154389 h 2728"/>
                <a:gd name="T32" fmla="*/ 46989 w 2324"/>
                <a:gd name="T33" fmla="*/ 165621 h 2728"/>
                <a:gd name="T34" fmla="*/ 33583 w 2324"/>
                <a:gd name="T35" fmla="*/ 172334 h 2728"/>
                <a:gd name="T36" fmla="*/ 49180 w 2324"/>
                <a:gd name="T37" fmla="*/ 172334 h 2728"/>
                <a:gd name="T38" fmla="*/ 91656 w 2324"/>
                <a:gd name="T39" fmla="*/ 165621 h 2728"/>
                <a:gd name="T40" fmla="*/ 145282 w 2324"/>
                <a:gd name="T41" fmla="*/ 154389 h 2728"/>
                <a:gd name="T42" fmla="*/ 151985 w 2324"/>
                <a:gd name="T43" fmla="*/ 158909 h 2728"/>
                <a:gd name="T44" fmla="*/ 154242 w 2324"/>
                <a:gd name="T45" fmla="*/ 149936 h 2728"/>
                <a:gd name="T46" fmla="*/ 151985 w 2324"/>
                <a:gd name="T47" fmla="*/ 132058 h 2728"/>
                <a:gd name="T48" fmla="*/ 145282 w 2324"/>
                <a:gd name="T49" fmla="*/ 87263 h 2728"/>
                <a:gd name="T50" fmla="*/ 136322 w 2324"/>
                <a:gd name="T51" fmla="*/ 24657 h 2728"/>
                <a:gd name="T52" fmla="*/ 127429 w 2324"/>
                <a:gd name="T53" fmla="*/ 6713 h 2728"/>
                <a:gd name="T54" fmla="*/ 127429 w 2324"/>
                <a:gd name="T55" fmla="*/ 42535 h 2728"/>
                <a:gd name="T56" fmla="*/ 131876 w 2324"/>
                <a:gd name="T57" fmla="*/ 80551 h 2728"/>
                <a:gd name="T58" fmla="*/ 100616 w 2324"/>
                <a:gd name="T59" fmla="*/ 80551 h 2728"/>
                <a:gd name="T60" fmla="*/ 46989 w 2324"/>
                <a:gd name="T61" fmla="*/ 85070 h 2728"/>
                <a:gd name="T62" fmla="*/ 20176 w 2324"/>
                <a:gd name="T63" fmla="*/ 93976 h 2728"/>
                <a:gd name="T64" fmla="*/ 15663 w 2324"/>
                <a:gd name="T65" fmla="*/ 62673 h 2728"/>
                <a:gd name="T66" fmla="*/ 8960 w 2324"/>
                <a:gd name="T67" fmla="*/ 33563 h 2728"/>
                <a:gd name="T68" fmla="*/ 67099 w 2324"/>
                <a:gd name="T69" fmla="*/ 22397 h 2728"/>
                <a:gd name="T70" fmla="*/ 122916 w 2324"/>
                <a:gd name="T71" fmla="*/ 8972 h 2728"/>
                <a:gd name="T72" fmla="*/ 125172 w 2324"/>
                <a:gd name="T73" fmla="*/ 2260 h 2728"/>
                <a:gd name="T74" fmla="*/ 120726 w 2324"/>
                <a:gd name="T75" fmla="*/ 0 h 27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324" h="2728" extrusionOk="0">
                  <a:moveTo>
                    <a:pt x="1819" y="0"/>
                  </a:moveTo>
                  <a:lnTo>
                    <a:pt x="1347" y="68"/>
                  </a:lnTo>
                  <a:lnTo>
                    <a:pt x="876" y="169"/>
                  </a:lnTo>
                  <a:lnTo>
                    <a:pt x="472" y="270"/>
                  </a:lnTo>
                  <a:lnTo>
                    <a:pt x="102" y="371"/>
                  </a:lnTo>
                  <a:lnTo>
                    <a:pt x="68" y="337"/>
                  </a:lnTo>
                  <a:lnTo>
                    <a:pt x="68" y="303"/>
                  </a:lnTo>
                  <a:lnTo>
                    <a:pt x="34" y="337"/>
                  </a:lnTo>
                  <a:lnTo>
                    <a:pt x="1" y="606"/>
                  </a:lnTo>
                  <a:lnTo>
                    <a:pt x="34" y="876"/>
                  </a:lnTo>
                  <a:lnTo>
                    <a:pt x="102" y="1414"/>
                  </a:lnTo>
                  <a:lnTo>
                    <a:pt x="203" y="2054"/>
                  </a:lnTo>
                  <a:lnTo>
                    <a:pt x="270" y="2357"/>
                  </a:lnTo>
                  <a:lnTo>
                    <a:pt x="337" y="2694"/>
                  </a:lnTo>
                  <a:lnTo>
                    <a:pt x="371" y="2727"/>
                  </a:lnTo>
                  <a:lnTo>
                    <a:pt x="438" y="2727"/>
                  </a:lnTo>
                  <a:lnTo>
                    <a:pt x="472" y="2694"/>
                  </a:lnTo>
                  <a:lnTo>
                    <a:pt x="506" y="2626"/>
                  </a:lnTo>
                  <a:lnTo>
                    <a:pt x="472" y="2357"/>
                  </a:lnTo>
                  <a:lnTo>
                    <a:pt x="438" y="2054"/>
                  </a:lnTo>
                  <a:lnTo>
                    <a:pt x="337" y="1482"/>
                  </a:lnTo>
                  <a:lnTo>
                    <a:pt x="506" y="1515"/>
                  </a:lnTo>
                  <a:lnTo>
                    <a:pt x="708" y="1482"/>
                  </a:lnTo>
                  <a:lnTo>
                    <a:pt x="1112" y="1448"/>
                  </a:lnTo>
                  <a:lnTo>
                    <a:pt x="1549" y="1414"/>
                  </a:lnTo>
                  <a:lnTo>
                    <a:pt x="1785" y="1381"/>
                  </a:lnTo>
                  <a:lnTo>
                    <a:pt x="2021" y="1347"/>
                  </a:lnTo>
                  <a:lnTo>
                    <a:pt x="2054" y="1785"/>
                  </a:lnTo>
                  <a:lnTo>
                    <a:pt x="2088" y="1987"/>
                  </a:lnTo>
                  <a:lnTo>
                    <a:pt x="2155" y="2189"/>
                  </a:lnTo>
                  <a:lnTo>
                    <a:pt x="1751" y="2256"/>
                  </a:lnTo>
                  <a:lnTo>
                    <a:pt x="1381" y="2323"/>
                  </a:lnTo>
                  <a:lnTo>
                    <a:pt x="943" y="2424"/>
                  </a:lnTo>
                  <a:lnTo>
                    <a:pt x="708" y="2492"/>
                  </a:lnTo>
                  <a:lnTo>
                    <a:pt x="506" y="2559"/>
                  </a:lnTo>
                  <a:lnTo>
                    <a:pt x="506" y="2593"/>
                  </a:lnTo>
                  <a:lnTo>
                    <a:pt x="506" y="2626"/>
                  </a:lnTo>
                  <a:lnTo>
                    <a:pt x="741" y="2593"/>
                  </a:lnTo>
                  <a:lnTo>
                    <a:pt x="943" y="2593"/>
                  </a:lnTo>
                  <a:lnTo>
                    <a:pt x="1381" y="2492"/>
                  </a:lnTo>
                  <a:lnTo>
                    <a:pt x="1785" y="2424"/>
                  </a:lnTo>
                  <a:lnTo>
                    <a:pt x="2189" y="2323"/>
                  </a:lnTo>
                  <a:lnTo>
                    <a:pt x="2223" y="2391"/>
                  </a:lnTo>
                  <a:lnTo>
                    <a:pt x="2290" y="2391"/>
                  </a:lnTo>
                  <a:lnTo>
                    <a:pt x="2290" y="2290"/>
                  </a:lnTo>
                  <a:lnTo>
                    <a:pt x="2324" y="2256"/>
                  </a:lnTo>
                  <a:lnTo>
                    <a:pt x="2290" y="2222"/>
                  </a:lnTo>
                  <a:lnTo>
                    <a:pt x="2290" y="1987"/>
                  </a:lnTo>
                  <a:lnTo>
                    <a:pt x="2256" y="1751"/>
                  </a:lnTo>
                  <a:lnTo>
                    <a:pt x="2189" y="1313"/>
                  </a:lnTo>
                  <a:lnTo>
                    <a:pt x="2122" y="707"/>
                  </a:lnTo>
                  <a:lnTo>
                    <a:pt x="2054" y="371"/>
                  </a:lnTo>
                  <a:lnTo>
                    <a:pt x="1953" y="101"/>
                  </a:lnTo>
                  <a:lnTo>
                    <a:pt x="1920" y="101"/>
                  </a:lnTo>
                  <a:lnTo>
                    <a:pt x="1920" y="371"/>
                  </a:lnTo>
                  <a:lnTo>
                    <a:pt x="1920" y="640"/>
                  </a:lnTo>
                  <a:lnTo>
                    <a:pt x="1987" y="1145"/>
                  </a:lnTo>
                  <a:lnTo>
                    <a:pt x="1987" y="1212"/>
                  </a:lnTo>
                  <a:lnTo>
                    <a:pt x="1785" y="1179"/>
                  </a:lnTo>
                  <a:lnTo>
                    <a:pt x="1516" y="1212"/>
                  </a:lnTo>
                  <a:lnTo>
                    <a:pt x="1078" y="1246"/>
                  </a:lnTo>
                  <a:lnTo>
                    <a:pt x="708" y="1280"/>
                  </a:lnTo>
                  <a:lnTo>
                    <a:pt x="506" y="1313"/>
                  </a:lnTo>
                  <a:lnTo>
                    <a:pt x="304" y="1414"/>
                  </a:lnTo>
                  <a:lnTo>
                    <a:pt x="304" y="1381"/>
                  </a:lnTo>
                  <a:lnTo>
                    <a:pt x="236" y="943"/>
                  </a:lnTo>
                  <a:lnTo>
                    <a:pt x="203" y="707"/>
                  </a:lnTo>
                  <a:lnTo>
                    <a:pt x="135" y="505"/>
                  </a:lnTo>
                  <a:lnTo>
                    <a:pt x="573" y="438"/>
                  </a:lnTo>
                  <a:lnTo>
                    <a:pt x="1011" y="337"/>
                  </a:lnTo>
                  <a:lnTo>
                    <a:pt x="1448" y="236"/>
                  </a:lnTo>
                  <a:lnTo>
                    <a:pt x="1852" y="135"/>
                  </a:lnTo>
                  <a:lnTo>
                    <a:pt x="1886" y="101"/>
                  </a:lnTo>
                  <a:lnTo>
                    <a:pt x="1886" y="34"/>
                  </a:lnTo>
                  <a:lnTo>
                    <a:pt x="1852" y="0"/>
                  </a:lnTo>
                  <a:lnTo>
                    <a:pt x="181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8" name="Google Shape;135;p2"/>
            <p:cNvSpPr>
              <a:spLocks/>
            </p:cNvSpPr>
            <p:nvPr/>
          </p:nvSpPr>
          <p:spPr bwMode="auto">
            <a:xfrm>
              <a:off x="3818308" y="6191147"/>
              <a:ext cx="47704" cy="31808"/>
            </a:xfrm>
            <a:custGeom>
              <a:avLst/>
              <a:gdLst>
                <a:gd name="T0" fmla="*/ 38541 w 708"/>
                <a:gd name="T1" fmla="*/ 67 h 473"/>
                <a:gd name="T2" fmla="*/ 22707 w 708"/>
                <a:gd name="T3" fmla="*/ 20443 h 473"/>
                <a:gd name="T4" fmla="*/ 15901 w 708"/>
                <a:gd name="T5" fmla="*/ 13651 h 473"/>
                <a:gd name="T6" fmla="*/ 6805 w 708"/>
                <a:gd name="T7" fmla="*/ 6859 h 473"/>
                <a:gd name="T8" fmla="*/ 4514 w 708"/>
                <a:gd name="T9" fmla="*/ 4573 h 473"/>
                <a:gd name="T10" fmla="*/ 0 w 708"/>
                <a:gd name="T11" fmla="*/ 6859 h 473"/>
                <a:gd name="T12" fmla="*/ 0 w 708"/>
                <a:gd name="T13" fmla="*/ 9146 h 473"/>
                <a:gd name="T14" fmla="*/ 0 w 708"/>
                <a:gd name="T15" fmla="*/ 13651 h 473"/>
                <a:gd name="T16" fmla="*/ 9096 w 708"/>
                <a:gd name="T17" fmla="*/ 22730 h 473"/>
                <a:gd name="T18" fmla="*/ 15901 w 708"/>
                <a:gd name="T19" fmla="*/ 29522 h 473"/>
                <a:gd name="T20" fmla="*/ 20416 w 708"/>
                <a:gd name="T21" fmla="*/ 31741 h 473"/>
                <a:gd name="T22" fmla="*/ 24930 w 708"/>
                <a:gd name="T23" fmla="*/ 29522 h 473"/>
                <a:gd name="T24" fmla="*/ 27221 w 708"/>
                <a:gd name="T25" fmla="*/ 29522 h 473"/>
                <a:gd name="T26" fmla="*/ 29512 w 708"/>
                <a:gd name="T27" fmla="*/ 27235 h 473"/>
                <a:gd name="T28" fmla="*/ 38541 w 708"/>
                <a:gd name="T29" fmla="*/ 18157 h 473"/>
                <a:gd name="T30" fmla="*/ 47637 w 708"/>
                <a:gd name="T31" fmla="*/ 9146 h 473"/>
                <a:gd name="T32" fmla="*/ 47637 w 708"/>
                <a:gd name="T33" fmla="*/ 4573 h 473"/>
                <a:gd name="T34" fmla="*/ 47637 w 708"/>
                <a:gd name="T35" fmla="*/ 67 h 473"/>
                <a:gd name="T36" fmla="*/ 38541 w 708"/>
                <a:gd name="T37" fmla="*/ 67 h 4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08" h="473" extrusionOk="0">
                  <a:moveTo>
                    <a:pt x="572" y="1"/>
                  </a:moveTo>
                  <a:lnTo>
                    <a:pt x="337" y="304"/>
                  </a:lnTo>
                  <a:lnTo>
                    <a:pt x="236" y="203"/>
                  </a:lnTo>
                  <a:lnTo>
                    <a:pt x="101" y="102"/>
                  </a:lnTo>
                  <a:lnTo>
                    <a:pt x="67" y="68"/>
                  </a:lnTo>
                  <a:lnTo>
                    <a:pt x="0" y="102"/>
                  </a:lnTo>
                  <a:lnTo>
                    <a:pt x="0" y="136"/>
                  </a:lnTo>
                  <a:lnTo>
                    <a:pt x="0" y="203"/>
                  </a:lnTo>
                  <a:lnTo>
                    <a:pt x="135" y="338"/>
                  </a:lnTo>
                  <a:lnTo>
                    <a:pt x="236" y="439"/>
                  </a:lnTo>
                  <a:lnTo>
                    <a:pt x="303" y="472"/>
                  </a:lnTo>
                  <a:lnTo>
                    <a:pt x="370" y="439"/>
                  </a:lnTo>
                  <a:lnTo>
                    <a:pt x="404" y="439"/>
                  </a:lnTo>
                  <a:lnTo>
                    <a:pt x="438" y="405"/>
                  </a:lnTo>
                  <a:lnTo>
                    <a:pt x="572" y="270"/>
                  </a:lnTo>
                  <a:lnTo>
                    <a:pt x="707" y="136"/>
                  </a:lnTo>
                  <a:lnTo>
                    <a:pt x="707" y="68"/>
                  </a:lnTo>
                  <a:lnTo>
                    <a:pt x="707" y="1"/>
                  </a:lnTo>
                  <a:lnTo>
                    <a:pt x="572"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29" name="Google Shape;136;p2"/>
            <p:cNvSpPr>
              <a:spLocks/>
            </p:cNvSpPr>
            <p:nvPr/>
          </p:nvSpPr>
          <p:spPr bwMode="auto">
            <a:xfrm>
              <a:off x="3605232" y="6173653"/>
              <a:ext cx="154241" cy="106557"/>
            </a:xfrm>
            <a:custGeom>
              <a:avLst/>
              <a:gdLst>
                <a:gd name="T0" fmla="*/ 127428 w 2324"/>
                <a:gd name="T1" fmla="*/ 17792 h 1617"/>
                <a:gd name="T2" fmla="*/ 134131 w 2324"/>
                <a:gd name="T3" fmla="*/ 51071 h 1617"/>
                <a:gd name="T4" fmla="*/ 140835 w 2324"/>
                <a:gd name="T5" fmla="*/ 77694 h 1617"/>
                <a:gd name="T6" fmla="*/ 127428 w 2324"/>
                <a:gd name="T7" fmla="*/ 77694 h 1617"/>
                <a:gd name="T8" fmla="*/ 114022 w 2324"/>
                <a:gd name="T9" fmla="*/ 79934 h 1617"/>
                <a:gd name="T10" fmla="*/ 84952 w 2324"/>
                <a:gd name="T11" fmla="*/ 84349 h 1617"/>
                <a:gd name="T12" fmla="*/ 53692 w 2324"/>
                <a:gd name="T13" fmla="*/ 88765 h 1617"/>
                <a:gd name="T14" fmla="*/ 35773 w 2324"/>
                <a:gd name="T15" fmla="*/ 91005 h 1617"/>
                <a:gd name="T16" fmla="*/ 20176 w 2324"/>
                <a:gd name="T17" fmla="*/ 97661 h 1617"/>
                <a:gd name="T18" fmla="*/ 15663 w 2324"/>
                <a:gd name="T19" fmla="*/ 62142 h 1617"/>
                <a:gd name="T20" fmla="*/ 13473 w 2324"/>
                <a:gd name="T21" fmla="*/ 46656 h 1617"/>
                <a:gd name="T22" fmla="*/ 11216 w 2324"/>
                <a:gd name="T23" fmla="*/ 37760 h 1617"/>
                <a:gd name="T24" fmla="*/ 8960 w 2324"/>
                <a:gd name="T25" fmla="*/ 31104 h 1617"/>
                <a:gd name="T26" fmla="*/ 22366 w 2324"/>
                <a:gd name="T27" fmla="*/ 33344 h 1617"/>
                <a:gd name="T28" fmla="*/ 38029 w 2324"/>
                <a:gd name="T29" fmla="*/ 33344 h 1617"/>
                <a:gd name="T30" fmla="*/ 67099 w 2324"/>
                <a:gd name="T31" fmla="*/ 28863 h 1617"/>
                <a:gd name="T32" fmla="*/ 96102 w 2324"/>
                <a:gd name="T33" fmla="*/ 26689 h 1617"/>
                <a:gd name="T34" fmla="*/ 111765 w 2324"/>
                <a:gd name="T35" fmla="*/ 22208 h 1617"/>
                <a:gd name="T36" fmla="*/ 127428 w 2324"/>
                <a:gd name="T37" fmla="*/ 17792 h 1617"/>
                <a:gd name="T38" fmla="*/ 127428 w 2324"/>
                <a:gd name="T39" fmla="*/ 66 h 1617"/>
                <a:gd name="T40" fmla="*/ 125171 w 2324"/>
                <a:gd name="T41" fmla="*/ 2241 h 1617"/>
                <a:gd name="T42" fmla="*/ 125171 w 2324"/>
                <a:gd name="T43" fmla="*/ 4481 h 1617"/>
                <a:gd name="T44" fmla="*/ 125171 w 2324"/>
                <a:gd name="T45" fmla="*/ 8896 h 1617"/>
                <a:gd name="T46" fmla="*/ 100615 w 2324"/>
                <a:gd name="T47" fmla="*/ 13377 h 1617"/>
                <a:gd name="T48" fmla="*/ 73802 w 2324"/>
                <a:gd name="T49" fmla="*/ 17792 h 1617"/>
                <a:gd name="T50" fmla="*/ 40286 w 2324"/>
                <a:gd name="T51" fmla="*/ 20033 h 1617"/>
                <a:gd name="T52" fmla="*/ 24623 w 2324"/>
                <a:gd name="T53" fmla="*/ 22208 h 1617"/>
                <a:gd name="T54" fmla="*/ 6770 w 2324"/>
                <a:gd name="T55" fmla="*/ 26689 h 1617"/>
                <a:gd name="T56" fmla="*/ 4513 w 2324"/>
                <a:gd name="T57" fmla="*/ 26689 h 1617"/>
                <a:gd name="T58" fmla="*/ 2257 w 2324"/>
                <a:gd name="T59" fmla="*/ 28863 h 1617"/>
                <a:gd name="T60" fmla="*/ 66 w 2324"/>
                <a:gd name="T61" fmla="*/ 35519 h 1617"/>
                <a:gd name="T62" fmla="*/ 66 w 2324"/>
                <a:gd name="T63" fmla="*/ 42175 h 1617"/>
                <a:gd name="T64" fmla="*/ 2257 w 2324"/>
                <a:gd name="T65" fmla="*/ 57727 h 1617"/>
                <a:gd name="T66" fmla="*/ 8960 w 2324"/>
                <a:gd name="T67" fmla="*/ 102076 h 1617"/>
                <a:gd name="T68" fmla="*/ 11216 w 2324"/>
                <a:gd name="T69" fmla="*/ 106557 h 1617"/>
                <a:gd name="T70" fmla="*/ 20176 w 2324"/>
                <a:gd name="T71" fmla="*/ 106557 h 1617"/>
                <a:gd name="T72" fmla="*/ 22366 w 2324"/>
                <a:gd name="T73" fmla="*/ 102076 h 1617"/>
                <a:gd name="T74" fmla="*/ 49179 w 2324"/>
                <a:gd name="T75" fmla="*/ 102076 h 1617"/>
                <a:gd name="T76" fmla="*/ 78249 w 2324"/>
                <a:gd name="T77" fmla="*/ 97661 h 1617"/>
                <a:gd name="T78" fmla="*/ 111765 w 2324"/>
                <a:gd name="T79" fmla="*/ 93246 h 1617"/>
                <a:gd name="T80" fmla="*/ 127428 w 2324"/>
                <a:gd name="T81" fmla="*/ 88765 h 1617"/>
                <a:gd name="T82" fmla="*/ 143025 w 2324"/>
                <a:gd name="T83" fmla="*/ 84349 h 1617"/>
                <a:gd name="T84" fmla="*/ 149728 w 2324"/>
                <a:gd name="T85" fmla="*/ 93246 h 1617"/>
                <a:gd name="T86" fmla="*/ 151984 w 2324"/>
                <a:gd name="T87" fmla="*/ 95420 h 1617"/>
                <a:gd name="T88" fmla="*/ 154241 w 2324"/>
                <a:gd name="T89" fmla="*/ 93246 h 1617"/>
                <a:gd name="T90" fmla="*/ 154241 w 2324"/>
                <a:gd name="T91" fmla="*/ 82109 h 1617"/>
                <a:gd name="T92" fmla="*/ 151984 w 2324"/>
                <a:gd name="T93" fmla="*/ 71038 h 1617"/>
                <a:gd name="T94" fmla="*/ 145281 w 2324"/>
                <a:gd name="T95" fmla="*/ 51071 h 1617"/>
                <a:gd name="T96" fmla="*/ 136321 w 2324"/>
                <a:gd name="T97" fmla="*/ 15552 h 1617"/>
                <a:gd name="T98" fmla="*/ 136321 w 2324"/>
                <a:gd name="T99" fmla="*/ 13377 h 1617"/>
                <a:gd name="T100" fmla="*/ 136321 w 2324"/>
                <a:gd name="T101" fmla="*/ 11137 h 1617"/>
                <a:gd name="T102" fmla="*/ 134131 w 2324"/>
                <a:gd name="T103" fmla="*/ 8896 h 1617"/>
                <a:gd name="T104" fmla="*/ 131875 w 2324"/>
                <a:gd name="T105" fmla="*/ 8896 h 1617"/>
                <a:gd name="T106" fmla="*/ 129618 w 2324"/>
                <a:gd name="T107" fmla="*/ 2241 h 1617"/>
                <a:gd name="T108" fmla="*/ 129618 w 2324"/>
                <a:gd name="T109" fmla="*/ 66 h 1617"/>
                <a:gd name="T110" fmla="*/ 127428 w 2324"/>
                <a:gd name="T111" fmla="*/ 66 h 161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24" h="1617" extrusionOk="0">
                  <a:moveTo>
                    <a:pt x="1920" y="270"/>
                  </a:moveTo>
                  <a:lnTo>
                    <a:pt x="2021" y="775"/>
                  </a:lnTo>
                  <a:lnTo>
                    <a:pt x="2122" y="1179"/>
                  </a:lnTo>
                  <a:lnTo>
                    <a:pt x="1920" y="1179"/>
                  </a:lnTo>
                  <a:lnTo>
                    <a:pt x="1718" y="1213"/>
                  </a:lnTo>
                  <a:lnTo>
                    <a:pt x="1280" y="1280"/>
                  </a:lnTo>
                  <a:lnTo>
                    <a:pt x="809" y="1347"/>
                  </a:lnTo>
                  <a:lnTo>
                    <a:pt x="539" y="1381"/>
                  </a:lnTo>
                  <a:lnTo>
                    <a:pt x="304" y="1482"/>
                  </a:lnTo>
                  <a:lnTo>
                    <a:pt x="236" y="943"/>
                  </a:lnTo>
                  <a:lnTo>
                    <a:pt x="203" y="708"/>
                  </a:lnTo>
                  <a:lnTo>
                    <a:pt x="169" y="573"/>
                  </a:lnTo>
                  <a:lnTo>
                    <a:pt x="135" y="472"/>
                  </a:lnTo>
                  <a:lnTo>
                    <a:pt x="337" y="506"/>
                  </a:lnTo>
                  <a:lnTo>
                    <a:pt x="573" y="506"/>
                  </a:lnTo>
                  <a:lnTo>
                    <a:pt x="1011" y="438"/>
                  </a:lnTo>
                  <a:lnTo>
                    <a:pt x="1448" y="405"/>
                  </a:lnTo>
                  <a:lnTo>
                    <a:pt x="1684" y="337"/>
                  </a:lnTo>
                  <a:lnTo>
                    <a:pt x="1920" y="270"/>
                  </a:lnTo>
                  <a:close/>
                  <a:moveTo>
                    <a:pt x="1920" y="1"/>
                  </a:moveTo>
                  <a:lnTo>
                    <a:pt x="1886" y="34"/>
                  </a:lnTo>
                  <a:lnTo>
                    <a:pt x="1886" y="68"/>
                  </a:lnTo>
                  <a:lnTo>
                    <a:pt x="1886" y="135"/>
                  </a:lnTo>
                  <a:lnTo>
                    <a:pt x="1516" y="203"/>
                  </a:lnTo>
                  <a:lnTo>
                    <a:pt x="1112" y="270"/>
                  </a:lnTo>
                  <a:lnTo>
                    <a:pt x="607" y="304"/>
                  </a:lnTo>
                  <a:lnTo>
                    <a:pt x="371" y="337"/>
                  </a:lnTo>
                  <a:lnTo>
                    <a:pt x="102" y="405"/>
                  </a:lnTo>
                  <a:lnTo>
                    <a:pt x="68" y="405"/>
                  </a:lnTo>
                  <a:lnTo>
                    <a:pt x="34" y="438"/>
                  </a:lnTo>
                  <a:lnTo>
                    <a:pt x="1" y="539"/>
                  </a:lnTo>
                  <a:lnTo>
                    <a:pt x="1" y="640"/>
                  </a:lnTo>
                  <a:lnTo>
                    <a:pt x="34" y="876"/>
                  </a:lnTo>
                  <a:lnTo>
                    <a:pt x="135" y="1549"/>
                  </a:lnTo>
                  <a:lnTo>
                    <a:pt x="169" y="1617"/>
                  </a:lnTo>
                  <a:lnTo>
                    <a:pt x="304" y="1617"/>
                  </a:lnTo>
                  <a:lnTo>
                    <a:pt x="337" y="1549"/>
                  </a:lnTo>
                  <a:lnTo>
                    <a:pt x="741" y="1549"/>
                  </a:lnTo>
                  <a:lnTo>
                    <a:pt x="1179" y="1482"/>
                  </a:lnTo>
                  <a:lnTo>
                    <a:pt x="1684" y="1415"/>
                  </a:lnTo>
                  <a:lnTo>
                    <a:pt x="1920" y="1347"/>
                  </a:lnTo>
                  <a:lnTo>
                    <a:pt x="2155" y="1280"/>
                  </a:lnTo>
                  <a:lnTo>
                    <a:pt x="2256" y="1415"/>
                  </a:lnTo>
                  <a:lnTo>
                    <a:pt x="2290" y="1448"/>
                  </a:lnTo>
                  <a:lnTo>
                    <a:pt x="2324" y="1415"/>
                  </a:lnTo>
                  <a:lnTo>
                    <a:pt x="2324" y="1246"/>
                  </a:lnTo>
                  <a:lnTo>
                    <a:pt x="2290" y="1078"/>
                  </a:lnTo>
                  <a:lnTo>
                    <a:pt x="2189" y="775"/>
                  </a:lnTo>
                  <a:lnTo>
                    <a:pt x="2054" y="236"/>
                  </a:lnTo>
                  <a:lnTo>
                    <a:pt x="2054" y="203"/>
                  </a:lnTo>
                  <a:lnTo>
                    <a:pt x="2054" y="169"/>
                  </a:lnTo>
                  <a:lnTo>
                    <a:pt x="2021" y="135"/>
                  </a:lnTo>
                  <a:lnTo>
                    <a:pt x="1987" y="135"/>
                  </a:lnTo>
                  <a:lnTo>
                    <a:pt x="1953" y="34"/>
                  </a:lnTo>
                  <a:lnTo>
                    <a:pt x="1953" y="1"/>
                  </a:lnTo>
                  <a:lnTo>
                    <a:pt x="192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0" name="Google Shape;137;p2"/>
            <p:cNvSpPr>
              <a:spLocks/>
            </p:cNvSpPr>
            <p:nvPr/>
          </p:nvSpPr>
          <p:spPr bwMode="auto">
            <a:xfrm>
              <a:off x="3735622" y="5442067"/>
              <a:ext cx="238518" cy="154269"/>
            </a:xfrm>
            <a:custGeom>
              <a:avLst/>
              <a:gdLst>
                <a:gd name="T0" fmla="*/ 207272 w 3603"/>
                <a:gd name="T1" fmla="*/ 11152 h 2324"/>
                <a:gd name="T2" fmla="*/ 216209 w 3603"/>
                <a:gd name="T3" fmla="*/ 64788 h 2324"/>
                <a:gd name="T4" fmla="*/ 225146 w 3603"/>
                <a:gd name="T5" fmla="*/ 118490 h 2324"/>
                <a:gd name="T6" fmla="*/ 122602 w 3603"/>
                <a:gd name="T7" fmla="*/ 131899 h 2324"/>
                <a:gd name="T8" fmla="*/ 73548 w 3603"/>
                <a:gd name="T9" fmla="*/ 138603 h 2324"/>
                <a:gd name="T10" fmla="*/ 22309 w 3603"/>
                <a:gd name="T11" fmla="*/ 147498 h 2324"/>
                <a:gd name="T12" fmla="*/ 22309 w 3603"/>
                <a:gd name="T13" fmla="*/ 145308 h 2324"/>
                <a:gd name="T14" fmla="*/ 22309 w 3603"/>
                <a:gd name="T15" fmla="*/ 134089 h 2324"/>
                <a:gd name="T16" fmla="*/ 20059 w 3603"/>
                <a:gd name="T17" fmla="*/ 120680 h 2324"/>
                <a:gd name="T18" fmla="*/ 13372 w 3603"/>
                <a:gd name="T19" fmla="*/ 93862 h 2324"/>
                <a:gd name="T20" fmla="*/ 11188 w 3603"/>
                <a:gd name="T21" fmla="*/ 67045 h 2324"/>
                <a:gd name="T22" fmla="*/ 8937 w 3603"/>
                <a:gd name="T23" fmla="*/ 37970 h 2324"/>
                <a:gd name="T24" fmla="*/ 57991 w 3603"/>
                <a:gd name="T25" fmla="*/ 31265 h 2324"/>
                <a:gd name="T26" fmla="*/ 106979 w 3603"/>
                <a:gd name="T27" fmla="*/ 24561 h 2324"/>
                <a:gd name="T28" fmla="*/ 158284 w 3603"/>
                <a:gd name="T29" fmla="*/ 15666 h 2324"/>
                <a:gd name="T30" fmla="*/ 207272 w 3603"/>
                <a:gd name="T31" fmla="*/ 11152 h 2324"/>
                <a:gd name="T32" fmla="*/ 207272 w 3603"/>
                <a:gd name="T33" fmla="*/ 0 h 2324"/>
                <a:gd name="T34" fmla="*/ 156033 w 3603"/>
                <a:gd name="T35" fmla="*/ 4448 h 2324"/>
                <a:gd name="T36" fmla="*/ 104794 w 3603"/>
                <a:gd name="T37" fmla="*/ 11152 h 2324"/>
                <a:gd name="T38" fmla="*/ 55740 w 3603"/>
                <a:gd name="T39" fmla="*/ 20113 h 2324"/>
                <a:gd name="T40" fmla="*/ 6686 w 3603"/>
                <a:gd name="T41" fmla="*/ 31265 h 2324"/>
                <a:gd name="T42" fmla="*/ 4502 w 3603"/>
                <a:gd name="T43" fmla="*/ 31265 h 2324"/>
                <a:gd name="T44" fmla="*/ 2251 w 3603"/>
                <a:gd name="T45" fmla="*/ 33522 h 2324"/>
                <a:gd name="T46" fmla="*/ 0 w 3603"/>
                <a:gd name="T47" fmla="*/ 35779 h 2324"/>
                <a:gd name="T48" fmla="*/ 0 w 3603"/>
                <a:gd name="T49" fmla="*/ 64788 h 2324"/>
                <a:gd name="T50" fmla="*/ 4502 w 3603"/>
                <a:gd name="T51" fmla="*/ 96119 h 2324"/>
                <a:gd name="T52" fmla="*/ 6686 w 3603"/>
                <a:gd name="T53" fmla="*/ 122937 h 2324"/>
                <a:gd name="T54" fmla="*/ 11188 w 3603"/>
                <a:gd name="T55" fmla="*/ 136346 h 2324"/>
                <a:gd name="T56" fmla="*/ 17874 w 3603"/>
                <a:gd name="T57" fmla="*/ 147498 h 2324"/>
                <a:gd name="T58" fmla="*/ 20059 w 3603"/>
                <a:gd name="T59" fmla="*/ 149755 h 2324"/>
                <a:gd name="T60" fmla="*/ 20059 w 3603"/>
                <a:gd name="T61" fmla="*/ 152012 h 2324"/>
                <a:gd name="T62" fmla="*/ 22309 w 3603"/>
                <a:gd name="T63" fmla="*/ 154203 h 2324"/>
                <a:gd name="T64" fmla="*/ 73548 w 3603"/>
                <a:gd name="T65" fmla="*/ 154203 h 2324"/>
                <a:gd name="T66" fmla="*/ 124853 w 3603"/>
                <a:gd name="T67" fmla="*/ 149755 h 2324"/>
                <a:gd name="T68" fmla="*/ 178342 w 3603"/>
                <a:gd name="T69" fmla="*/ 143051 h 2324"/>
                <a:gd name="T70" fmla="*/ 227330 w 3603"/>
                <a:gd name="T71" fmla="*/ 131899 h 2324"/>
                <a:gd name="T72" fmla="*/ 229581 w 3603"/>
                <a:gd name="T73" fmla="*/ 134089 h 2324"/>
                <a:gd name="T74" fmla="*/ 234016 w 3603"/>
                <a:gd name="T75" fmla="*/ 131899 h 2324"/>
                <a:gd name="T76" fmla="*/ 236267 w 3603"/>
                <a:gd name="T77" fmla="*/ 129642 h 2324"/>
                <a:gd name="T78" fmla="*/ 238518 w 3603"/>
                <a:gd name="T79" fmla="*/ 127385 h 2324"/>
                <a:gd name="T80" fmla="*/ 227330 w 3603"/>
                <a:gd name="T81" fmla="*/ 64788 h 2324"/>
                <a:gd name="T82" fmla="*/ 216209 w 3603"/>
                <a:gd name="T83" fmla="*/ 4448 h 2324"/>
                <a:gd name="T84" fmla="*/ 213958 w 3603"/>
                <a:gd name="T85" fmla="*/ 2257 h 2324"/>
                <a:gd name="T86" fmla="*/ 213958 w 3603"/>
                <a:gd name="T87" fmla="*/ 0 h 2324"/>
                <a:gd name="T88" fmla="*/ 207272 w 3603"/>
                <a:gd name="T89" fmla="*/ 0 h 23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603" h="2324" extrusionOk="0">
                  <a:moveTo>
                    <a:pt x="3131" y="168"/>
                  </a:moveTo>
                  <a:lnTo>
                    <a:pt x="3266" y="976"/>
                  </a:lnTo>
                  <a:lnTo>
                    <a:pt x="3401" y="1785"/>
                  </a:lnTo>
                  <a:lnTo>
                    <a:pt x="1852" y="1987"/>
                  </a:lnTo>
                  <a:lnTo>
                    <a:pt x="1111" y="2088"/>
                  </a:lnTo>
                  <a:lnTo>
                    <a:pt x="337" y="2222"/>
                  </a:lnTo>
                  <a:lnTo>
                    <a:pt x="337" y="2189"/>
                  </a:lnTo>
                  <a:lnTo>
                    <a:pt x="337" y="2020"/>
                  </a:lnTo>
                  <a:lnTo>
                    <a:pt x="303" y="1818"/>
                  </a:lnTo>
                  <a:lnTo>
                    <a:pt x="202" y="1414"/>
                  </a:lnTo>
                  <a:lnTo>
                    <a:pt x="169" y="1010"/>
                  </a:lnTo>
                  <a:lnTo>
                    <a:pt x="135" y="572"/>
                  </a:lnTo>
                  <a:lnTo>
                    <a:pt x="876" y="471"/>
                  </a:lnTo>
                  <a:lnTo>
                    <a:pt x="1616" y="370"/>
                  </a:lnTo>
                  <a:lnTo>
                    <a:pt x="2391" y="236"/>
                  </a:lnTo>
                  <a:lnTo>
                    <a:pt x="3131" y="168"/>
                  </a:lnTo>
                  <a:close/>
                  <a:moveTo>
                    <a:pt x="3131" y="0"/>
                  </a:moveTo>
                  <a:lnTo>
                    <a:pt x="2357" y="67"/>
                  </a:lnTo>
                  <a:lnTo>
                    <a:pt x="1583" y="168"/>
                  </a:lnTo>
                  <a:lnTo>
                    <a:pt x="842" y="303"/>
                  </a:lnTo>
                  <a:lnTo>
                    <a:pt x="101" y="471"/>
                  </a:lnTo>
                  <a:lnTo>
                    <a:pt x="68" y="471"/>
                  </a:lnTo>
                  <a:lnTo>
                    <a:pt x="34" y="505"/>
                  </a:lnTo>
                  <a:lnTo>
                    <a:pt x="0" y="539"/>
                  </a:lnTo>
                  <a:lnTo>
                    <a:pt x="0" y="976"/>
                  </a:lnTo>
                  <a:lnTo>
                    <a:pt x="68" y="1448"/>
                  </a:lnTo>
                  <a:lnTo>
                    <a:pt x="101" y="1852"/>
                  </a:lnTo>
                  <a:lnTo>
                    <a:pt x="169" y="2054"/>
                  </a:lnTo>
                  <a:lnTo>
                    <a:pt x="270" y="2222"/>
                  </a:lnTo>
                  <a:lnTo>
                    <a:pt x="303" y="2256"/>
                  </a:lnTo>
                  <a:lnTo>
                    <a:pt x="303" y="2290"/>
                  </a:lnTo>
                  <a:lnTo>
                    <a:pt x="337" y="2323"/>
                  </a:lnTo>
                  <a:lnTo>
                    <a:pt x="1111" y="2323"/>
                  </a:lnTo>
                  <a:lnTo>
                    <a:pt x="1886" y="2256"/>
                  </a:lnTo>
                  <a:lnTo>
                    <a:pt x="2694" y="2155"/>
                  </a:lnTo>
                  <a:lnTo>
                    <a:pt x="3434" y="1987"/>
                  </a:lnTo>
                  <a:lnTo>
                    <a:pt x="3468" y="2020"/>
                  </a:lnTo>
                  <a:lnTo>
                    <a:pt x="3535" y="1987"/>
                  </a:lnTo>
                  <a:lnTo>
                    <a:pt x="3569" y="1953"/>
                  </a:lnTo>
                  <a:lnTo>
                    <a:pt x="3603" y="1919"/>
                  </a:lnTo>
                  <a:lnTo>
                    <a:pt x="3434" y="976"/>
                  </a:lnTo>
                  <a:lnTo>
                    <a:pt x="3266" y="67"/>
                  </a:lnTo>
                  <a:lnTo>
                    <a:pt x="3232" y="34"/>
                  </a:lnTo>
                  <a:lnTo>
                    <a:pt x="3232" y="0"/>
                  </a:lnTo>
                  <a:lnTo>
                    <a:pt x="313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1" name="Google Shape;138;p2"/>
            <p:cNvSpPr>
              <a:spLocks/>
            </p:cNvSpPr>
            <p:nvPr/>
          </p:nvSpPr>
          <p:spPr bwMode="auto">
            <a:xfrm>
              <a:off x="3873962" y="5518406"/>
              <a:ext cx="63605" cy="41351"/>
            </a:xfrm>
            <a:custGeom>
              <a:avLst/>
              <a:gdLst>
                <a:gd name="T0" fmla="*/ 13678 w 944"/>
                <a:gd name="T1" fmla="*/ 65 h 641"/>
                <a:gd name="T2" fmla="*/ 6873 w 944"/>
                <a:gd name="T3" fmla="*/ 4387 h 641"/>
                <a:gd name="T4" fmla="*/ 4582 w 944"/>
                <a:gd name="T5" fmla="*/ 10902 h 641"/>
                <a:gd name="T6" fmla="*/ 67 w 944"/>
                <a:gd name="T7" fmla="*/ 23933 h 641"/>
                <a:gd name="T8" fmla="*/ 67 w 944"/>
                <a:gd name="T9" fmla="*/ 26127 h 641"/>
                <a:gd name="T10" fmla="*/ 2291 w 944"/>
                <a:gd name="T11" fmla="*/ 30449 h 641"/>
                <a:gd name="T12" fmla="*/ 22706 w 944"/>
                <a:gd name="T13" fmla="*/ 41351 h 641"/>
                <a:gd name="T14" fmla="*/ 27288 w 944"/>
                <a:gd name="T15" fmla="*/ 41351 h 641"/>
                <a:gd name="T16" fmla="*/ 31802 w 944"/>
                <a:gd name="T17" fmla="*/ 39158 h 641"/>
                <a:gd name="T18" fmla="*/ 31802 w 944"/>
                <a:gd name="T19" fmla="*/ 36964 h 641"/>
                <a:gd name="T20" fmla="*/ 29512 w 944"/>
                <a:gd name="T21" fmla="*/ 32642 h 641"/>
                <a:gd name="T22" fmla="*/ 18192 w 944"/>
                <a:gd name="T23" fmla="*/ 26127 h 641"/>
                <a:gd name="T24" fmla="*/ 38608 w 944"/>
                <a:gd name="T25" fmla="*/ 21804 h 641"/>
                <a:gd name="T26" fmla="*/ 59023 w 944"/>
                <a:gd name="T27" fmla="*/ 15289 h 641"/>
                <a:gd name="T28" fmla="*/ 61314 w 944"/>
                <a:gd name="T29" fmla="*/ 13096 h 641"/>
                <a:gd name="T30" fmla="*/ 63538 w 944"/>
                <a:gd name="T31" fmla="*/ 8773 h 641"/>
                <a:gd name="T32" fmla="*/ 61314 w 944"/>
                <a:gd name="T33" fmla="*/ 6580 h 641"/>
                <a:gd name="T34" fmla="*/ 56732 w 944"/>
                <a:gd name="T35" fmla="*/ 4387 h 641"/>
                <a:gd name="T36" fmla="*/ 36317 w 944"/>
                <a:gd name="T37" fmla="*/ 10902 h 641"/>
                <a:gd name="T38" fmla="*/ 13678 w 944"/>
                <a:gd name="T39" fmla="*/ 17418 h 641"/>
                <a:gd name="T40" fmla="*/ 20483 w 944"/>
                <a:gd name="T41" fmla="*/ 6580 h 641"/>
                <a:gd name="T42" fmla="*/ 22706 w 944"/>
                <a:gd name="T43" fmla="*/ 4387 h 641"/>
                <a:gd name="T44" fmla="*/ 20483 w 944"/>
                <a:gd name="T45" fmla="*/ 65 h 641"/>
                <a:gd name="T46" fmla="*/ 13678 w 944"/>
                <a:gd name="T47" fmla="*/ 65 h 64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944" h="641" extrusionOk="0">
                  <a:moveTo>
                    <a:pt x="203" y="1"/>
                  </a:moveTo>
                  <a:lnTo>
                    <a:pt x="102" y="68"/>
                  </a:lnTo>
                  <a:lnTo>
                    <a:pt x="68" y="169"/>
                  </a:lnTo>
                  <a:lnTo>
                    <a:pt x="1" y="371"/>
                  </a:lnTo>
                  <a:lnTo>
                    <a:pt x="1" y="405"/>
                  </a:lnTo>
                  <a:lnTo>
                    <a:pt x="34" y="472"/>
                  </a:lnTo>
                  <a:lnTo>
                    <a:pt x="337" y="641"/>
                  </a:lnTo>
                  <a:lnTo>
                    <a:pt x="405" y="641"/>
                  </a:lnTo>
                  <a:lnTo>
                    <a:pt x="472" y="607"/>
                  </a:lnTo>
                  <a:lnTo>
                    <a:pt x="472" y="573"/>
                  </a:lnTo>
                  <a:lnTo>
                    <a:pt x="438" y="506"/>
                  </a:lnTo>
                  <a:lnTo>
                    <a:pt x="270" y="405"/>
                  </a:lnTo>
                  <a:lnTo>
                    <a:pt x="573" y="338"/>
                  </a:lnTo>
                  <a:lnTo>
                    <a:pt x="876" y="237"/>
                  </a:lnTo>
                  <a:lnTo>
                    <a:pt x="910" y="203"/>
                  </a:lnTo>
                  <a:lnTo>
                    <a:pt x="943" y="136"/>
                  </a:lnTo>
                  <a:lnTo>
                    <a:pt x="910" y="102"/>
                  </a:lnTo>
                  <a:lnTo>
                    <a:pt x="842" y="68"/>
                  </a:lnTo>
                  <a:lnTo>
                    <a:pt x="539" y="169"/>
                  </a:lnTo>
                  <a:lnTo>
                    <a:pt x="203" y="270"/>
                  </a:lnTo>
                  <a:lnTo>
                    <a:pt x="304" y="102"/>
                  </a:lnTo>
                  <a:lnTo>
                    <a:pt x="337" y="68"/>
                  </a:lnTo>
                  <a:lnTo>
                    <a:pt x="304" y="1"/>
                  </a:lnTo>
                  <a:lnTo>
                    <a:pt x="203"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2" name="Google Shape;139;p2"/>
            <p:cNvSpPr>
              <a:spLocks/>
            </p:cNvSpPr>
            <p:nvPr/>
          </p:nvSpPr>
          <p:spPr bwMode="auto">
            <a:xfrm>
              <a:off x="3791275" y="5337100"/>
              <a:ext cx="157422" cy="109737"/>
            </a:xfrm>
            <a:custGeom>
              <a:avLst/>
              <a:gdLst>
                <a:gd name="T0" fmla="*/ 143936 w 2358"/>
                <a:gd name="T1" fmla="*/ 66 h 1651"/>
                <a:gd name="T2" fmla="*/ 143936 w 2358"/>
                <a:gd name="T3" fmla="*/ 2260 h 1651"/>
                <a:gd name="T4" fmla="*/ 112425 w 2358"/>
                <a:gd name="T5" fmla="*/ 2260 h 1651"/>
                <a:gd name="T6" fmla="*/ 80981 w 2358"/>
                <a:gd name="T7" fmla="*/ 6780 h 1651"/>
                <a:gd name="T8" fmla="*/ 42794 w 2358"/>
                <a:gd name="T9" fmla="*/ 11233 h 1651"/>
                <a:gd name="T10" fmla="*/ 6810 w 2358"/>
                <a:gd name="T11" fmla="*/ 20206 h 1651"/>
                <a:gd name="T12" fmla="*/ 4540 w 2358"/>
                <a:gd name="T13" fmla="*/ 17946 h 1651"/>
                <a:gd name="T14" fmla="*/ 2337 w 2358"/>
                <a:gd name="T15" fmla="*/ 17946 h 1651"/>
                <a:gd name="T16" fmla="*/ 67 w 2358"/>
                <a:gd name="T17" fmla="*/ 20206 h 1651"/>
                <a:gd name="T18" fmla="*/ 67 w 2358"/>
                <a:gd name="T19" fmla="*/ 22399 h 1651"/>
                <a:gd name="T20" fmla="*/ 2337 w 2358"/>
                <a:gd name="T21" fmla="*/ 62678 h 1651"/>
                <a:gd name="T22" fmla="*/ 9079 w 2358"/>
                <a:gd name="T23" fmla="*/ 105217 h 1651"/>
                <a:gd name="T24" fmla="*/ 11283 w 2358"/>
                <a:gd name="T25" fmla="*/ 107477 h 1651"/>
                <a:gd name="T26" fmla="*/ 13552 w 2358"/>
                <a:gd name="T27" fmla="*/ 109671 h 1651"/>
                <a:gd name="T28" fmla="*/ 18025 w 2358"/>
                <a:gd name="T29" fmla="*/ 107477 h 1651"/>
                <a:gd name="T30" fmla="*/ 18025 w 2358"/>
                <a:gd name="T31" fmla="*/ 102957 h 1651"/>
                <a:gd name="T32" fmla="*/ 15822 w 2358"/>
                <a:gd name="T33" fmla="*/ 64938 h 1651"/>
                <a:gd name="T34" fmla="*/ 9079 w 2358"/>
                <a:gd name="T35" fmla="*/ 26919 h 1651"/>
                <a:gd name="T36" fmla="*/ 44997 w 2358"/>
                <a:gd name="T37" fmla="*/ 22399 h 1651"/>
                <a:gd name="T38" fmla="*/ 80981 w 2358"/>
                <a:gd name="T39" fmla="*/ 17946 h 1651"/>
                <a:gd name="T40" fmla="*/ 112425 w 2358"/>
                <a:gd name="T41" fmla="*/ 13493 h 1651"/>
                <a:gd name="T42" fmla="*/ 128181 w 2358"/>
                <a:gd name="T43" fmla="*/ 11233 h 1651"/>
                <a:gd name="T44" fmla="*/ 141666 w 2358"/>
                <a:gd name="T45" fmla="*/ 6780 h 1651"/>
                <a:gd name="T46" fmla="*/ 141666 w 2358"/>
                <a:gd name="T47" fmla="*/ 24659 h 1651"/>
                <a:gd name="T48" fmla="*/ 143936 w 2358"/>
                <a:gd name="T49" fmla="*/ 42539 h 1651"/>
                <a:gd name="T50" fmla="*/ 148409 w 2358"/>
                <a:gd name="T51" fmla="*/ 76105 h 1651"/>
                <a:gd name="T52" fmla="*/ 116965 w 2358"/>
                <a:gd name="T53" fmla="*/ 80624 h 1651"/>
                <a:gd name="T54" fmla="*/ 85454 w 2358"/>
                <a:gd name="T55" fmla="*/ 85078 h 1651"/>
                <a:gd name="T56" fmla="*/ 56279 w 2358"/>
                <a:gd name="T57" fmla="*/ 89531 h 1651"/>
                <a:gd name="T58" fmla="*/ 42794 w 2358"/>
                <a:gd name="T59" fmla="*/ 94051 h 1651"/>
                <a:gd name="T60" fmla="*/ 27038 w 2358"/>
                <a:gd name="T61" fmla="*/ 98504 h 1651"/>
                <a:gd name="T62" fmla="*/ 29308 w 2358"/>
                <a:gd name="T63" fmla="*/ 98504 h 1651"/>
                <a:gd name="T64" fmla="*/ 42794 w 2358"/>
                <a:gd name="T65" fmla="*/ 100764 h 1651"/>
                <a:gd name="T66" fmla="*/ 56279 w 2358"/>
                <a:gd name="T67" fmla="*/ 100764 h 1651"/>
                <a:gd name="T68" fmla="*/ 85454 w 2358"/>
                <a:gd name="T69" fmla="*/ 96244 h 1651"/>
                <a:gd name="T70" fmla="*/ 116965 w 2358"/>
                <a:gd name="T71" fmla="*/ 91791 h 1651"/>
                <a:gd name="T72" fmla="*/ 146139 w 2358"/>
                <a:gd name="T73" fmla="*/ 85078 h 1651"/>
                <a:gd name="T74" fmla="*/ 146139 w 2358"/>
                <a:gd name="T75" fmla="*/ 87338 h 1651"/>
                <a:gd name="T76" fmla="*/ 148409 w 2358"/>
                <a:gd name="T77" fmla="*/ 89531 h 1651"/>
                <a:gd name="T78" fmla="*/ 152882 w 2358"/>
                <a:gd name="T79" fmla="*/ 89531 h 1651"/>
                <a:gd name="T80" fmla="*/ 155152 w 2358"/>
                <a:gd name="T81" fmla="*/ 87338 h 1651"/>
                <a:gd name="T82" fmla="*/ 157422 w 2358"/>
                <a:gd name="T83" fmla="*/ 85078 h 1651"/>
                <a:gd name="T84" fmla="*/ 157422 w 2358"/>
                <a:gd name="T85" fmla="*/ 80624 h 1651"/>
                <a:gd name="T86" fmla="*/ 157422 w 2358"/>
                <a:gd name="T87" fmla="*/ 78365 h 1651"/>
                <a:gd name="T88" fmla="*/ 155152 w 2358"/>
                <a:gd name="T89" fmla="*/ 38086 h 1651"/>
                <a:gd name="T90" fmla="*/ 150679 w 2358"/>
                <a:gd name="T91" fmla="*/ 20206 h 1651"/>
                <a:gd name="T92" fmla="*/ 146139 w 2358"/>
                <a:gd name="T93" fmla="*/ 66 h 1651"/>
                <a:gd name="T94" fmla="*/ 143936 w 2358"/>
                <a:gd name="T95" fmla="*/ 66 h 165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58" h="1651" extrusionOk="0">
                  <a:moveTo>
                    <a:pt x="2156" y="1"/>
                  </a:moveTo>
                  <a:lnTo>
                    <a:pt x="2156" y="34"/>
                  </a:lnTo>
                  <a:lnTo>
                    <a:pt x="1684" y="34"/>
                  </a:lnTo>
                  <a:lnTo>
                    <a:pt x="1213" y="102"/>
                  </a:lnTo>
                  <a:lnTo>
                    <a:pt x="641" y="169"/>
                  </a:lnTo>
                  <a:lnTo>
                    <a:pt x="102" y="304"/>
                  </a:lnTo>
                  <a:lnTo>
                    <a:pt x="68" y="270"/>
                  </a:lnTo>
                  <a:lnTo>
                    <a:pt x="35" y="270"/>
                  </a:lnTo>
                  <a:lnTo>
                    <a:pt x="1" y="304"/>
                  </a:lnTo>
                  <a:lnTo>
                    <a:pt x="1" y="337"/>
                  </a:lnTo>
                  <a:lnTo>
                    <a:pt x="35" y="943"/>
                  </a:lnTo>
                  <a:lnTo>
                    <a:pt x="136" y="1583"/>
                  </a:lnTo>
                  <a:lnTo>
                    <a:pt x="169" y="1617"/>
                  </a:lnTo>
                  <a:lnTo>
                    <a:pt x="203" y="1650"/>
                  </a:lnTo>
                  <a:lnTo>
                    <a:pt x="270" y="1617"/>
                  </a:lnTo>
                  <a:lnTo>
                    <a:pt x="270" y="1549"/>
                  </a:lnTo>
                  <a:lnTo>
                    <a:pt x="237" y="977"/>
                  </a:lnTo>
                  <a:lnTo>
                    <a:pt x="136" y="405"/>
                  </a:lnTo>
                  <a:lnTo>
                    <a:pt x="674" y="337"/>
                  </a:lnTo>
                  <a:lnTo>
                    <a:pt x="1213" y="270"/>
                  </a:lnTo>
                  <a:lnTo>
                    <a:pt x="1684" y="203"/>
                  </a:lnTo>
                  <a:lnTo>
                    <a:pt x="1920" y="169"/>
                  </a:lnTo>
                  <a:lnTo>
                    <a:pt x="2122" y="102"/>
                  </a:lnTo>
                  <a:lnTo>
                    <a:pt x="2122" y="371"/>
                  </a:lnTo>
                  <a:lnTo>
                    <a:pt x="2156" y="640"/>
                  </a:lnTo>
                  <a:lnTo>
                    <a:pt x="2223" y="1145"/>
                  </a:lnTo>
                  <a:lnTo>
                    <a:pt x="1752" y="1213"/>
                  </a:lnTo>
                  <a:lnTo>
                    <a:pt x="1280" y="1280"/>
                  </a:lnTo>
                  <a:lnTo>
                    <a:pt x="843" y="1347"/>
                  </a:lnTo>
                  <a:lnTo>
                    <a:pt x="641" y="1415"/>
                  </a:lnTo>
                  <a:lnTo>
                    <a:pt x="405" y="1482"/>
                  </a:lnTo>
                  <a:lnTo>
                    <a:pt x="439" y="1482"/>
                  </a:lnTo>
                  <a:lnTo>
                    <a:pt x="641" y="1516"/>
                  </a:lnTo>
                  <a:lnTo>
                    <a:pt x="843" y="1516"/>
                  </a:lnTo>
                  <a:lnTo>
                    <a:pt x="1280" y="1448"/>
                  </a:lnTo>
                  <a:lnTo>
                    <a:pt x="1752" y="1381"/>
                  </a:lnTo>
                  <a:lnTo>
                    <a:pt x="2189" y="1280"/>
                  </a:lnTo>
                  <a:lnTo>
                    <a:pt x="2189" y="1314"/>
                  </a:lnTo>
                  <a:lnTo>
                    <a:pt x="2223" y="1347"/>
                  </a:lnTo>
                  <a:lnTo>
                    <a:pt x="2290" y="1347"/>
                  </a:lnTo>
                  <a:lnTo>
                    <a:pt x="2324" y="1314"/>
                  </a:lnTo>
                  <a:lnTo>
                    <a:pt x="2358" y="1280"/>
                  </a:lnTo>
                  <a:lnTo>
                    <a:pt x="2358" y="1213"/>
                  </a:lnTo>
                  <a:lnTo>
                    <a:pt x="2358" y="1179"/>
                  </a:lnTo>
                  <a:lnTo>
                    <a:pt x="2324" y="573"/>
                  </a:lnTo>
                  <a:lnTo>
                    <a:pt x="2257" y="304"/>
                  </a:lnTo>
                  <a:lnTo>
                    <a:pt x="2189" y="1"/>
                  </a:lnTo>
                  <a:lnTo>
                    <a:pt x="215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3" name="Google Shape;140;p2"/>
            <p:cNvSpPr>
              <a:spLocks/>
            </p:cNvSpPr>
            <p:nvPr/>
          </p:nvSpPr>
          <p:spPr bwMode="auto">
            <a:xfrm>
              <a:off x="3912125" y="5672675"/>
              <a:ext cx="60425" cy="55665"/>
            </a:xfrm>
            <a:custGeom>
              <a:avLst/>
              <a:gdLst>
                <a:gd name="T0" fmla="*/ 49203 w 910"/>
                <a:gd name="T1" fmla="*/ 66 h 843"/>
                <a:gd name="T2" fmla="*/ 46946 w 910"/>
                <a:gd name="T3" fmla="*/ 2311 h 843"/>
                <a:gd name="T4" fmla="*/ 46946 w 910"/>
                <a:gd name="T5" fmla="*/ 6735 h 843"/>
                <a:gd name="T6" fmla="*/ 49203 w 910"/>
                <a:gd name="T7" fmla="*/ 13405 h 843"/>
                <a:gd name="T8" fmla="*/ 46946 w 910"/>
                <a:gd name="T9" fmla="*/ 20074 h 843"/>
                <a:gd name="T10" fmla="*/ 42497 w 910"/>
                <a:gd name="T11" fmla="*/ 24498 h 843"/>
                <a:gd name="T12" fmla="*/ 35790 w 910"/>
                <a:gd name="T13" fmla="*/ 28988 h 843"/>
                <a:gd name="T14" fmla="*/ 29084 w 910"/>
                <a:gd name="T15" fmla="*/ 31167 h 843"/>
                <a:gd name="T16" fmla="*/ 22377 w 910"/>
                <a:gd name="T17" fmla="*/ 31167 h 843"/>
                <a:gd name="T18" fmla="*/ 22377 w 910"/>
                <a:gd name="T19" fmla="*/ 26743 h 843"/>
                <a:gd name="T20" fmla="*/ 22377 w 910"/>
                <a:gd name="T21" fmla="*/ 22319 h 843"/>
                <a:gd name="T22" fmla="*/ 22377 w 910"/>
                <a:gd name="T23" fmla="*/ 17829 h 843"/>
                <a:gd name="T24" fmla="*/ 22377 w 910"/>
                <a:gd name="T25" fmla="*/ 15650 h 843"/>
                <a:gd name="T26" fmla="*/ 17862 w 910"/>
                <a:gd name="T27" fmla="*/ 15650 h 843"/>
                <a:gd name="T28" fmla="*/ 11155 w 910"/>
                <a:gd name="T29" fmla="*/ 22319 h 843"/>
                <a:gd name="T30" fmla="*/ 4449 w 910"/>
                <a:gd name="T31" fmla="*/ 26743 h 843"/>
                <a:gd name="T32" fmla="*/ 0 w 910"/>
                <a:gd name="T33" fmla="*/ 28988 h 843"/>
                <a:gd name="T34" fmla="*/ 0 w 910"/>
                <a:gd name="T35" fmla="*/ 33412 h 843"/>
                <a:gd name="T36" fmla="*/ 13413 w 910"/>
                <a:gd name="T37" fmla="*/ 53420 h 843"/>
                <a:gd name="T38" fmla="*/ 15671 w 910"/>
                <a:gd name="T39" fmla="*/ 55665 h 843"/>
                <a:gd name="T40" fmla="*/ 24568 w 910"/>
                <a:gd name="T41" fmla="*/ 55665 h 843"/>
                <a:gd name="T42" fmla="*/ 24568 w 910"/>
                <a:gd name="T43" fmla="*/ 53420 h 843"/>
                <a:gd name="T44" fmla="*/ 24568 w 910"/>
                <a:gd name="T45" fmla="*/ 48996 h 843"/>
                <a:gd name="T46" fmla="*/ 24568 w 910"/>
                <a:gd name="T47" fmla="*/ 42327 h 843"/>
                <a:gd name="T48" fmla="*/ 35790 w 910"/>
                <a:gd name="T49" fmla="*/ 40081 h 843"/>
                <a:gd name="T50" fmla="*/ 46946 w 910"/>
                <a:gd name="T51" fmla="*/ 35657 h 843"/>
                <a:gd name="T52" fmla="*/ 53652 w 910"/>
                <a:gd name="T53" fmla="*/ 28988 h 843"/>
                <a:gd name="T54" fmla="*/ 58101 w 910"/>
                <a:gd name="T55" fmla="*/ 20074 h 843"/>
                <a:gd name="T56" fmla="*/ 60359 w 910"/>
                <a:gd name="T57" fmla="*/ 11159 h 843"/>
                <a:gd name="T58" fmla="*/ 55910 w 910"/>
                <a:gd name="T59" fmla="*/ 2311 h 843"/>
                <a:gd name="T60" fmla="*/ 53652 w 910"/>
                <a:gd name="T61" fmla="*/ 66 h 843"/>
                <a:gd name="T62" fmla="*/ 49203 w 910"/>
                <a:gd name="T63" fmla="*/ 66 h 8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10" h="843" extrusionOk="0">
                  <a:moveTo>
                    <a:pt x="741" y="1"/>
                  </a:moveTo>
                  <a:lnTo>
                    <a:pt x="707" y="35"/>
                  </a:lnTo>
                  <a:lnTo>
                    <a:pt x="707" y="102"/>
                  </a:lnTo>
                  <a:lnTo>
                    <a:pt x="741" y="203"/>
                  </a:lnTo>
                  <a:lnTo>
                    <a:pt x="707" y="304"/>
                  </a:lnTo>
                  <a:lnTo>
                    <a:pt x="640" y="371"/>
                  </a:lnTo>
                  <a:lnTo>
                    <a:pt x="539" y="439"/>
                  </a:lnTo>
                  <a:lnTo>
                    <a:pt x="438" y="472"/>
                  </a:lnTo>
                  <a:lnTo>
                    <a:pt x="337" y="472"/>
                  </a:lnTo>
                  <a:lnTo>
                    <a:pt x="337" y="405"/>
                  </a:lnTo>
                  <a:lnTo>
                    <a:pt x="337" y="338"/>
                  </a:lnTo>
                  <a:lnTo>
                    <a:pt x="337" y="270"/>
                  </a:lnTo>
                  <a:lnTo>
                    <a:pt x="337" y="237"/>
                  </a:lnTo>
                  <a:lnTo>
                    <a:pt x="269" y="237"/>
                  </a:lnTo>
                  <a:lnTo>
                    <a:pt x="168" y="338"/>
                  </a:lnTo>
                  <a:lnTo>
                    <a:pt x="67" y="405"/>
                  </a:lnTo>
                  <a:lnTo>
                    <a:pt x="0" y="439"/>
                  </a:lnTo>
                  <a:lnTo>
                    <a:pt x="0" y="506"/>
                  </a:lnTo>
                  <a:lnTo>
                    <a:pt x="202" y="809"/>
                  </a:lnTo>
                  <a:lnTo>
                    <a:pt x="236" y="843"/>
                  </a:lnTo>
                  <a:lnTo>
                    <a:pt x="370" y="843"/>
                  </a:lnTo>
                  <a:lnTo>
                    <a:pt x="370" y="809"/>
                  </a:lnTo>
                  <a:lnTo>
                    <a:pt x="370" y="742"/>
                  </a:lnTo>
                  <a:lnTo>
                    <a:pt x="370" y="641"/>
                  </a:lnTo>
                  <a:lnTo>
                    <a:pt x="539" y="607"/>
                  </a:lnTo>
                  <a:lnTo>
                    <a:pt x="707" y="540"/>
                  </a:lnTo>
                  <a:lnTo>
                    <a:pt x="808" y="439"/>
                  </a:lnTo>
                  <a:lnTo>
                    <a:pt x="875" y="304"/>
                  </a:lnTo>
                  <a:lnTo>
                    <a:pt x="909" y="169"/>
                  </a:lnTo>
                  <a:lnTo>
                    <a:pt x="842" y="35"/>
                  </a:lnTo>
                  <a:lnTo>
                    <a:pt x="808" y="1"/>
                  </a:lnTo>
                  <a:lnTo>
                    <a:pt x="74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4" name="Google Shape;141;p2"/>
            <p:cNvSpPr>
              <a:spLocks/>
            </p:cNvSpPr>
            <p:nvPr/>
          </p:nvSpPr>
          <p:spPr bwMode="auto">
            <a:xfrm>
              <a:off x="3686327" y="5895331"/>
              <a:ext cx="356187" cy="192439"/>
            </a:xfrm>
            <a:custGeom>
              <a:avLst/>
              <a:gdLst>
                <a:gd name="T0" fmla="*/ 336029 w 5354"/>
                <a:gd name="T1" fmla="*/ 66 h 2897"/>
                <a:gd name="T2" fmla="*/ 333767 w 5354"/>
                <a:gd name="T3" fmla="*/ 2259 h 2897"/>
                <a:gd name="T4" fmla="*/ 331505 w 5354"/>
                <a:gd name="T5" fmla="*/ 2259 h 2897"/>
                <a:gd name="T6" fmla="*/ 331505 w 5354"/>
                <a:gd name="T7" fmla="*/ 35804 h 2897"/>
                <a:gd name="T8" fmla="*/ 333767 w 5354"/>
                <a:gd name="T9" fmla="*/ 67158 h 2897"/>
                <a:gd name="T10" fmla="*/ 342748 w 5354"/>
                <a:gd name="T11" fmla="*/ 131990 h 2897"/>
                <a:gd name="T12" fmla="*/ 302433 w 5354"/>
                <a:gd name="T13" fmla="*/ 136441 h 2897"/>
                <a:gd name="T14" fmla="*/ 264313 w 5354"/>
                <a:gd name="T15" fmla="*/ 143150 h 2897"/>
                <a:gd name="T16" fmla="*/ 188206 w 5354"/>
                <a:gd name="T17" fmla="*/ 156635 h 2897"/>
                <a:gd name="T18" fmla="*/ 112032 w 5354"/>
                <a:gd name="T19" fmla="*/ 172245 h 2897"/>
                <a:gd name="T20" fmla="*/ 73978 w 5354"/>
                <a:gd name="T21" fmla="*/ 178954 h 2897"/>
                <a:gd name="T22" fmla="*/ 35858 w 5354"/>
                <a:gd name="T23" fmla="*/ 183471 h 2897"/>
                <a:gd name="T24" fmla="*/ 24682 w 5354"/>
                <a:gd name="T25" fmla="*/ 149859 h 2897"/>
                <a:gd name="T26" fmla="*/ 17962 w 5354"/>
                <a:gd name="T27" fmla="*/ 118572 h 2897"/>
                <a:gd name="T28" fmla="*/ 13505 w 5354"/>
                <a:gd name="T29" fmla="*/ 89477 h 2897"/>
                <a:gd name="T30" fmla="*/ 11243 w 5354"/>
                <a:gd name="T31" fmla="*/ 76059 h 2897"/>
                <a:gd name="T32" fmla="*/ 6786 w 5354"/>
                <a:gd name="T33" fmla="*/ 62641 h 2897"/>
                <a:gd name="T34" fmla="*/ 42577 w 5354"/>
                <a:gd name="T35" fmla="*/ 58190 h 2897"/>
                <a:gd name="T36" fmla="*/ 78436 w 5354"/>
                <a:gd name="T37" fmla="*/ 53739 h 2897"/>
                <a:gd name="T38" fmla="*/ 150086 w 5354"/>
                <a:gd name="T39" fmla="*/ 38063 h 2897"/>
                <a:gd name="T40" fmla="*/ 223997 w 5354"/>
                <a:gd name="T41" fmla="*/ 26903 h 2897"/>
                <a:gd name="T42" fmla="*/ 268837 w 5354"/>
                <a:gd name="T43" fmla="*/ 20194 h 2897"/>
                <a:gd name="T44" fmla="*/ 295714 w 5354"/>
                <a:gd name="T45" fmla="*/ 15677 h 2897"/>
                <a:gd name="T46" fmla="*/ 309152 w 5354"/>
                <a:gd name="T47" fmla="*/ 13485 h 2897"/>
                <a:gd name="T48" fmla="*/ 315871 w 5354"/>
                <a:gd name="T49" fmla="*/ 13485 h 2897"/>
                <a:gd name="T50" fmla="*/ 320329 w 5354"/>
                <a:gd name="T51" fmla="*/ 15677 h 2897"/>
                <a:gd name="T52" fmla="*/ 324786 w 5354"/>
                <a:gd name="T53" fmla="*/ 15677 h 2897"/>
                <a:gd name="T54" fmla="*/ 327048 w 5354"/>
                <a:gd name="T55" fmla="*/ 13485 h 2897"/>
                <a:gd name="T56" fmla="*/ 327048 w 5354"/>
                <a:gd name="T57" fmla="*/ 8968 h 2897"/>
                <a:gd name="T58" fmla="*/ 324786 w 5354"/>
                <a:gd name="T59" fmla="*/ 4517 h 2897"/>
                <a:gd name="T60" fmla="*/ 322591 w 5354"/>
                <a:gd name="T61" fmla="*/ 2259 h 2897"/>
                <a:gd name="T62" fmla="*/ 311348 w 5354"/>
                <a:gd name="T63" fmla="*/ 2259 h 2897"/>
                <a:gd name="T64" fmla="*/ 208363 w 5354"/>
                <a:gd name="T65" fmla="*/ 15677 h 2897"/>
                <a:gd name="T66" fmla="*/ 103051 w 5354"/>
                <a:gd name="T67" fmla="*/ 33612 h 2897"/>
                <a:gd name="T68" fmla="*/ 51559 w 5354"/>
                <a:gd name="T69" fmla="*/ 42513 h 2897"/>
                <a:gd name="T70" fmla="*/ 24682 w 5354"/>
                <a:gd name="T71" fmla="*/ 49222 h 2897"/>
                <a:gd name="T72" fmla="*/ 67 w 5354"/>
                <a:gd name="T73" fmla="*/ 58190 h 2897"/>
                <a:gd name="T74" fmla="*/ 67 w 5354"/>
                <a:gd name="T75" fmla="*/ 60449 h 2897"/>
                <a:gd name="T76" fmla="*/ 2262 w 5354"/>
                <a:gd name="T77" fmla="*/ 62641 h 2897"/>
                <a:gd name="T78" fmla="*/ 67 w 5354"/>
                <a:gd name="T79" fmla="*/ 76059 h 2897"/>
                <a:gd name="T80" fmla="*/ 67 w 5354"/>
                <a:gd name="T81" fmla="*/ 91736 h 2897"/>
                <a:gd name="T82" fmla="*/ 4524 w 5354"/>
                <a:gd name="T83" fmla="*/ 120831 h 2897"/>
                <a:gd name="T84" fmla="*/ 13505 w 5354"/>
                <a:gd name="T85" fmla="*/ 154376 h 2897"/>
                <a:gd name="T86" fmla="*/ 22420 w 5354"/>
                <a:gd name="T87" fmla="*/ 190180 h 2897"/>
                <a:gd name="T88" fmla="*/ 24682 w 5354"/>
                <a:gd name="T89" fmla="*/ 192373 h 2897"/>
                <a:gd name="T90" fmla="*/ 71716 w 5354"/>
                <a:gd name="T91" fmla="*/ 192373 h 2897"/>
                <a:gd name="T92" fmla="*/ 112032 w 5354"/>
                <a:gd name="T93" fmla="*/ 187922 h 2897"/>
                <a:gd name="T94" fmla="*/ 150086 w 5354"/>
                <a:gd name="T95" fmla="*/ 181213 h 2897"/>
                <a:gd name="T96" fmla="*/ 188206 w 5354"/>
                <a:gd name="T97" fmla="*/ 172245 h 2897"/>
                <a:gd name="T98" fmla="*/ 266575 w 5354"/>
                <a:gd name="T99" fmla="*/ 156635 h 2897"/>
                <a:gd name="T100" fmla="*/ 304628 w 5354"/>
                <a:gd name="T101" fmla="*/ 149859 h 2897"/>
                <a:gd name="T102" fmla="*/ 344944 w 5354"/>
                <a:gd name="T103" fmla="*/ 145409 h 2897"/>
                <a:gd name="T104" fmla="*/ 347206 w 5354"/>
                <a:gd name="T105" fmla="*/ 147667 h 2897"/>
                <a:gd name="T106" fmla="*/ 351663 w 5354"/>
                <a:gd name="T107" fmla="*/ 147667 h 2897"/>
                <a:gd name="T108" fmla="*/ 356187 w 5354"/>
                <a:gd name="T109" fmla="*/ 145409 h 2897"/>
                <a:gd name="T110" fmla="*/ 356187 w 5354"/>
                <a:gd name="T111" fmla="*/ 140958 h 2897"/>
                <a:gd name="T112" fmla="*/ 351663 w 5354"/>
                <a:gd name="T113" fmla="*/ 71608 h 2897"/>
                <a:gd name="T114" fmla="*/ 347206 w 5354"/>
                <a:gd name="T115" fmla="*/ 35804 h 2897"/>
                <a:gd name="T116" fmla="*/ 340487 w 5354"/>
                <a:gd name="T117" fmla="*/ 2259 h 2897"/>
                <a:gd name="T118" fmla="*/ 338225 w 5354"/>
                <a:gd name="T119" fmla="*/ 66 h 2897"/>
                <a:gd name="T120" fmla="*/ 336029 w 5354"/>
                <a:gd name="T121" fmla="*/ 66 h 289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354" h="2897" extrusionOk="0">
                  <a:moveTo>
                    <a:pt x="5051" y="1"/>
                  </a:moveTo>
                  <a:lnTo>
                    <a:pt x="5017" y="34"/>
                  </a:lnTo>
                  <a:lnTo>
                    <a:pt x="4983" y="34"/>
                  </a:lnTo>
                  <a:lnTo>
                    <a:pt x="4983" y="539"/>
                  </a:lnTo>
                  <a:lnTo>
                    <a:pt x="5017" y="1011"/>
                  </a:lnTo>
                  <a:lnTo>
                    <a:pt x="5152" y="1987"/>
                  </a:lnTo>
                  <a:lnTo>
                    <a:pt x="4546" y="2054"/>
                  </a:lnTo>
                  <a:lnTo>
                    <a:pt x="3973" y="2155"/>
                  </a:lnTo>
                  <a:lnTo>
                    <a:pt x="2829" y="2358"/>
                  </a:lnTo>
                  <a:lnTo>
                    <a:pt x="1684" y="2593"/>
                  </a:lnTo>
                  <a:lnTo>
                    <a:pt x="1112" y="2694"/>
                  </a:lnTo>
                  <a:lnTo>
                    <a:pt x="539" y="2762"/>
                  </a:lnTo>
                  <a:lnTo>
                    <a:pt x="371" y="2256"/>
                  </a:lnTo>
                  <a:lnTo>
                    <a:pt x="270" y="1785"/>
                  </a:lnTo>
                  <a:lnTo>
                    <a:pt x="203" y="1347"/>
                  </a:lnTo>
                  <a:lnTo>
                    <a:pt x="169" y="1145"/>
                  </a:lnTo>
                  <a:lnTo>
                    <a:pt x="102" y="943"/>
                  </a:lnTo>
                  <a:lnTo>
                    <a:pt x="640" y="876"/>
                  </a:lnTo>
                  <a:lnTo>
                    <a:pt x="1179" y="809"/>
                  </a:lnTo>
                  <a:lnTo>
                    <a:pt x="2256" y="573"/>
                  </a:lnTo>
                  <a:lnTo>
                    <a:pt x="3367" y="405"/>
                  </a:lnTo>
                  <a:lnTo>
                    <a:pt x="4041" y="304"/>
                  </a:lnTo>
                  <a:lnTo>
                    <a:pt x="4445" y="236"/>
                  </a:lnTo>
                  <a:lnTo>
                    <a:pt x="4647" y="203"/>
                  </a:lnTo>
                  <a:lnTo>
                    <a:pt x="4748" y="203"/>
                  </a:lnTo>
                  <a:lnTo>
                    <a:pt x="4815" y="236"/>
                  </a:lnTo>
                  <a:lnTo>
                    <a:pt x="4882" y="236"/>
                  </a:lnTo>
                  <a:lnTo>
                    <a:pt x="4916" y="203"/>
                  </a:lnTo>
                  <a:lnTo>
                    <a:pt x="4916" y="135"/>
                  </a:lnTo>
                  <a:lnTo>
                    <a:pt x="4882" y="68"/>
                  </a:lnTo>
                  <a:lnTo>
                    <a:pt x="4849" y="34"/>
                  </a:lnTo>
                  <a:lnTo>
                    <a:pt x="4680" y="34"/>
                  </a:lnTo>
                  <a:lnTo>
                    <a:pt x="3132" y="236"/>
                  </a:lnTo>
                  <a:lnTo>
                    <a:pt x="1549" y="506"/>
                  </a:lnTo>
                  <a:lnTo>
                    <a:pt x="775" y="640"/>
                  </a:lnTo>
                  <a:lnTo>
                    <a:pt x="371" y="741"/>
                  </a:lnTo>
                  <a:lnTo>
                    <a:pt x="1" y="876"/>
                  </a:lnTo>
                  <a:lnTo>
                    <a:pt x="1" y="910"/>
                  </a:lnTo>
                  <a:lnTo>
                    <a:pt x="34" y="943"/>
                  </a:lnTo>
                  <a:lnTo>
                    <a:pt x="1" y="1145"/>
                  </a:lnTo>
                  <a:lnTo>
                    <a:pt x="1" y="1381"/>
                  </a:lnTo>
                  <a:lnTo>
                    <a:pt x="68" y="1819"/>
                  </a:lnTo>
                  <a:lnTo>
                    <a:pt x="203" y="2324"/>
                  </a:lnTo>
                  <a:lnTo>
                    <a:pt x="337" y="2863"/>
                  </a:lnTo>
                  <a:lnTo>
                    <a:pt x="371" y="2896"/>
                  </a:lnTo>
                  <a:lnTo>
                    <a:pt x="1078" y="2896"/>
                  </a:lnTo>
                  <a:lnTo>
                    <a:pt x="1684" y="2829"/>
                  </a:lnTo>
                  <a:lnTo>
                    <a:pt x="2256" y="2728"/>
                  </a:lnTo>
                  <a:lnTo>
                    <a:pt x="2829" y="2593"/>
                  </a:lnTo>
                  <a:lnTo>
                    <a:pt x="4007" y="2358"/>
                  </a:lnTo>
                  <a:lnTo>
                    <a:pt x="4579" y="2256"/>
                  </a:lnTo>
                  <a:lnTo>
                    <a:pt x="5185" y="2189"/>
                  </a:lnTo>
                  <a:lnTo>
                    <a:pt x="5219" y="2223"/>
                  </a:lnTo>
                  <a:lnTo>
                    <a:pt x="5286" y="2223"/>
                  </a:lnTo>
                  <a:lnTo>
                    <a:pt x="5354" y="2189"/>
                  </a:lnTo>
                  <a:lnTo>
                    <a:pt x="5354" y="2122"/>
                  </a:lnTo>
                  <a:lnTo>
                    <a:pt x="5286" y="1078"/>
                  </a:lnTo>
                  <a:lnTo>
                    <a:pt x="5219" y="539"/>
                  </a:lnTo>
                  <a:lnTo>
                    <a:pt x="5118" y="34"/>
                  </a:lnTo>
                  <a:lnTo>
                    <a:pt x="5084" y="1"/>
                  </a:lnTo>
                  <a:lnTo>
                    <a:pt x="505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5" name="Google Shape;142;p2"/>
            <p:cNvSpPr>
              <a:spLocks/>
            </p:cNvSpPr>
            <p:nvPr/>
          </p:nvSpPr>
          <p:spPr bwMode="auto">
            <a:xfrm>
              <a:off x="3842159" y="5591565"/>
              <a:ext cx="186045" cy="297405"/>
            </a:xfrm>
            <a:custGeom>
              <a:avLst/>
              <a:gdLst>
                <a:gd name="T0" fmla="*/ 134458 w 2795"/>
                <a:gd name="T1" fmla="*/ 26892 h 4479"/>
                <a:gd name="T2" fmla="*/ 141181 w 2795"/>
                <a:gd name="T3" fmla="*/ 73837 h 4479"/>
                <a:gd name="T4" fmla="*/ 152430 w 2795"/>
                <a:gd name="T5" fmla="*/ 138643 h 4479"/>
                <a:gd name="T6" fmla="*/ 168073 w 2795"/>
                <a:gd name="T7" fmla="*/ 275028 h 4479"/>
                <a:gd name="T8" fmla="*/ 109830 w 2795"/>
                <a:gd name="T9" fmla="*/ 281735 h 4479"/>
                <a:gd name="T10" fmla="*/ 89661 w 2795"/>
                <a:gd name="T11" fmla="*/ 286183 h 4479"/>
                <a:gd name="T12" fmla="*/ 80675 w 2795"/>
                <a:gd name="T13" fmla="*/ 214671 h 4479"/>
                <a:gd name="T14" fmla="*/ 69492 w 2795"/>
                <a:gd name="T15" fmla="*/ 140901 h 4479"/>
                <a:gd name="T16" fmla="*/ 65033 w 2795"/>
                <a:gd name="T17" fmla="*/ 134194 h 4479"/>
                <a:gd name="T18" fmla="*/ 31418 w 2795"/>
                <a:gd name="T19" fmla="*/ 145349 h 4479"/>
                <a:gd name="T20" fmla="*/ 20169 w 2795"/>
                <a:gd name="T21" fmla="*/ 82801 h 4479"/>
                <a:gd name="T22" fmla="*/ 13446 w 2795"/>
                <a:gd name="T23" fmla="*/ 42562 h 4479"/>
                <a:gd name="T24" fmla="*/ 40337 w 2795"/>
                <a:gd name="T25" fmla="*/ 26892 h 4479"/>
                <a:gd name="T26" fmla="*/ 136721 w 2795"/>
                <a:gd name="T27" fmla="*/ 11222 h 4479"/>
                <a:gd name="T28" fmla="*/ 71755 w 2795"/>
                <a:gd name="T29" fmla="*/ 9030 h 4479"/>
                <a:gd name="T30" fmla="*/ 8986 w 2795"/>
                <a:gd name="T31" fmla="*/ 22443 h 4479"/>
                <a:gd name="T32" fmla="*/ 4526 w 2795"/>
                <a:gd name="T33" fmla="*/ 24634 h 4479"/>
                <a:gd name="T34" fmla="*/ 0 w 2795"/>
                <a:gd name="T35" fmla="*/ 40305 h 4479"/>
                <a:gd name="T36" fmla="*/ 4526 w 2795"/>
                <a:gd name="T37" fmla="*/ 84992 h 4479"/>
                <a:gd name="T38" fmla="*/ 15709 w 2795"/>
                <a:gd name="T39" fmla="*/ 136452 h 4479"/>
                <a:gd name="T40" fmla="*/ 22432 w 2795"/>
                <a:gd name="T41" fmla="*/ 154313 h 4479"/>
                <a:gd name="T42" fmla="*/ 29155 w 2795"/>
                <a:gd name="T43" fmla="*/ 154313 h 4479"/>
                <a:gd name="T44" fmla="*/ 58310 w 2795"/>
                <a:gd name="T45" fmla="*/ 147607 h 4479"/>
                <a:gd name="T46" fmla="*/ 73952 w 2795"/>
                <a:gd name="T47" fmla="*/ 259358 h 4479"/>
                <a:gd name="T48" fmla="*/ 85201 w 2795"/>
                <a:gd name="T49" fmla="*/ 297405 h 4479"/>
                <a:gd name="T50" fmla="*/ 91924 w 2795"/>
                <a:gd name="T51" fmla="*/ 292890 h 4479"/>
                <a:gd name="T52" fmla="*/ 107567 w 2795"/>
                <a:gd name="T53" fmla="*/ 295147 h 4479"/>
                <a:gd name="T54" fmla="*/ 170336 w 2795"/>
                <a:gd name="T55" fmla="*/ 288441 h 4479"/>
                <a:gd name="T56" fmla="*/ 179322 w 2795"/>
                <a:gd name="T57" fmla="*/ 286183 h 4479"/>
                <a:gd name="T58" fmla="*/ 186045 w 2795"/>
                <a:gd name="T59" fmla="*/ 279477 h 4479"/>
                <a:gd name="T60" fmla="*/ 179322 w 2795"/>
                <a:gd name="T61" fmla="*/ 275028 h 4479"/>
                <a:gd name="T62" fmla="*/ 163613 w 2795"/>
                <a:gd name="T63" fmla="*/ 136452 h 4479"/>
                <a:gd name="T64" fmla="*/ 150167 w 2795"/>
                <a:gd name="T65" fmla="*/ 38047 h 4479"/>
                <a:gd name="T66" fmla="*/ 138985 w 2795"/>
                <a:gd name="T67" fmla="*/ 9030 h 4479"/>
                <a:gd name="T68" fmla="*/ 138985 w 2795"/>
                <a:gd name="T69" fmla="*/ 2324 h 4479"/>
                <a:gd name="T70" fmla="*/ 134458 w 2795"/>
                <a:gd name="T71" fmla="*/ 66 h 44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795" h="4479" extrusionOk="0">
                  <a:moveTo>
                    <a:pt x="2054" y="169"/>
                  </a:moveTo>
                  <a:lnTo>
                    <a:pt x="2020" y="405"/>
                  </a:lnTo>
                  <a:lnTo>
                    <a:pt x="2054" y="641"/>
                  </a:lnTo>
                  <a:lnTo>
                    <a:pt x="2121" y="1112"/>
                  </a:lnTo>
                  <a:lnTo>
                    <a:pt x="2222" y="1617"/>
                  </a:lnTo>
                  <a:lnTo>
                    <a:pt x="2290" y="2088"/>
                  </a:lnTo>
                  <a:lnTo>
                    <a:pt x="2424" y="3132"/>
                  </a:lnTo>
                  <a:lnTo>
                    <a:pt x="2525" y="4142"/>
                  </a:lnTo>
                  <a:lnTo>
                    <a:pt x="1953" y="4209"/>
                  </a:lnTo>
                  <a:lnTo>
                    <a:pt x="1650" y="4243"/>
                  </a:lnTo>
                  <a:lnTo>
                    <a:pt x="1515" y="4277"/>
                  </a:lnTo>
                  <a:lnTo>
                    <a:pt x="1347" y="4310"/>
                  </a:lnTo>
                  <a:lnTo>
                    <a:pt x="1313" y="3772"/>
                  </a:lnTo>
                  <a:lnTo>
                    <a:pt x="1212" y="3233"/>
                  </a:lnTo>
                  <a:lnTo>
                    <a:pt x="1010" y="2189"/>
                  </a:lnTo>
                  <a:lnTo>
                    <a:pt x="1044" y="2122"/>
                  </a:lnTo>
                  <a:lnTo>
                    <a:pt x="1010" y="2055"/>
                  </a:lnTo>
                  <a:lnTo>
                    <a:pt x="977" y="2021"/>
                  </a:lnTo>
                  <a:lnTo>
                    <a:pt x="909" y="2021"/>
                  </a:lnTo>
                  <a:lnTo>
                    <a:pt x="472" y="2189"/>
                  </a:lnTo>
                  <a:lnTo>
                    <a:pt x="404" y="1718"/>
                  </a:lnTo>
                  <a:lnTo>
                    <a:pt x="303" y="1247"/>
                  </a:lnTo>
                  <a:lnTo>
                    <a:pt x="236" y="843"/>
                  </a:lnTo>
                  <a:lnTo>
                    <a:pt x="202" y="641"/>
                  </a:lnTo>
                  <a:lnTo>
                    <a:pt x="135" y="439"/>
                  </a:lnTo>
                  <a:lnTo>
                    <a:pt x="606" y="405"/>
                  </a:lnTo>
                  <a:lnTo>
                    <a:pt x="1111" y="338"/>
                  </a:lnTo>
                  <a:lnTo>
                    <a:pt x="2054" y="169"/>
                  </a:lnTo>
                  <a:close/>
                  <a:moveTo>
                    <a:pt x="2020" y="1"/>
                  </a:moveTo>
                  <a:lnTo>
                    <a:pt x="1078" y="136"/>
                  </a:lnTo>
                  <a:lnTo>
                    <a:pt x="606" y="203"/>
                  </a:lnTo>
                  <a:lnTo>
                    <a:pt x="135" y="338"/>
                  </a:lnTo>
                  <a:lnTo>
                    <a:pt x="101" y="371"/>
                  </a:lnTo>
                  <a:lnTo>
                    <a:pt x="68" y="371"/>
                  </a:lnTo>
                  <a:lnTo>
                    <a:pt x="34" y="405"/>
                  </a:lnTo>
                  <a:lnTo>
                    <a:pt x="0" y="607"/>
                  </a:lnTo>
                  <a:lnTo>
                    <a:pt x="0" y="843"/>
                  </a:lnTo>
                  <a:lnTo>
                    <a:pt x="68" y="1280"/>
                  </a:lnTo>
                  <a:lnTo>
                    <a:pt x="169" y="1785"/>
                  </a:lnTo>
                  <a:lnTo>
                    <a:pt x="236" y="2055"/>
                  </a:lnTo>
                  <a:lnTo>
                    <a:pt x="303" y="2290"/>
                  </a:lnTo>
                  <a:lnTo>
                    <a:pt x="337" y="2324"/>
                  </a:lnTo>
                  <a:lnTo>
                    <a:pt x="371" y="2358"/>
                  </a:lnTo>
                  <a:lnTo>
                    <a:pt x="438" y="2324"/>
                  </a:lnTo>
                  <a:lnTo>
                    <a:pt x="472" y="2324"/>
                  </a:lnTo>
                  <a:lnTo>
                    <a:pt x="876" y="2223"/>
                  </a:lnTo>
                  <a:lnTo>
                    <a:pt x="1010" y="3334"/>
                  </a:lnTo>
                  <a:lnTo>
                    <a:pt x="1111" y="3906"/>
                  </a:lnTo>
                  <a:lnTo>
                    <a:pt x="1246" y="4445"/>
                  </a:lnTo>
                  <a:lnTo>
                    <a:pt x="1280" y="4479"/>
                  </a:lnTo>
                  <a:lnTo>
                    <a:pt x="1347" y="4479"/>
                  </a:lnTo>
                  <a:lnTo>
                    <a:pt x="1381" y="4411"/>
                  </a:lnTo>
                  <a:lnTo>
                    <a:pt x="1482" y="4445"/>
                  </a:lnTo>
                  <a:lnTo>
                    <a:pt x="1616" y="4445"/>
                  </a:lnTo>
                  <a:lnTo>
                    <a:pt x="1886" y="4411"/>
                  </a:lnTo>
                  <a:lnTo>
                    <a:pt x="2559" y="4344"/>
                  </a:lnTo>
                  <a:lnTo>
                    <a:pt x="2626" y="4344"/>
                  </a:lnTo>
                  <a:lnTo>
                    <a:pt x="2694" y="4310"/>
                  </a:lnTo>
                  <a:lnTo>
                    <a:pt x="2761" y="4277"/>
                  </a:lnTo>
                  <a:lnTo>
                    <a:pt x="2795" y="4209"/>
                  </a:lnTo>
                  <a:lnTo>
                    <a:pt x="2761" y="4176"/>
                  </a:lnTo>
                  <a:lnTo>
                    <a:pt x="2694" y="4142"/>
                  </a:lnTo>
                  <a:lnTo>
                    <a:pt x="2593" y="3098"/>
                  </a:lnTo>
                  <a:lnTo>
                    <a:pt x="2458" y="2055"/>
                  </a:lnTo>
                  <a:lnTo>
                    <a:pt x="2357" y="1078"/>
                  </a:lnTo>
                  <a:lnTo>
                    <a:pt x="2256" y="573"/>
                  </a:lnTo>
                  <a:lnTo>
                    <a:pt x="2189" y="338"/>
                  </a:lnTo>
                  <a:lnTo>
                    <a:pt x="2088" y="136"/>
                  </a:lnTo>
                  <a:lnTo>
                    <a:pt x="2121" y="68"/>
                  </a:lnTo>
                  <a:lnTo>
                    <a:pt x="2088" y="35"/>
                  </a:lnTo>
                  <a:lnTo>
                    <a:pt x="2054" y="1"/>
                  </a:lnTo>
                  <a:lnTo>
                    <a:pt x="202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6" name="Google Shape;143;p2"/>
            <p:cNvSpPr>
              <a:spLocks/>
            </p:cNvSpPr>
            <p:nvPr/>
          </p:nvSpPr>
          <p:spPr bwMode="auto">
            <a:xfrm>
              <a:off x="1725709" y="6218184"/>
              <a:ext cx="198765" cy="160630"/>
            </a:xfrm>
            <a:custGeom>
              <a:avLst/>
              <a:gdLst>
                <a:gd name="T0" fmla="*/ 167472 w 2998"/>
                <a:gd name="T1" fmla="*/ 24565 h 2426"/>
                <a:gd name="T2" fmla="*/ 167472 w 2998"/>
                <a:gd name="T3" fmla="*/ 51314 h 2426"/>
                <a:gd name="T4" fmla="*/ 171914 w 2998"/>
                <a:gd name="T5" fmla="*/ 78064 h 2426"/>
                <a:gd name="T6" fmla="*/ 183118 w 2998"/>
                <a:gd name="T7" fmla="*/ 129378 h 2426"/>
                <a:gd name="T8" fmla="*/ 107206 w 2998"/>
                <a:gd name="T9" fmla="*/ 144938 h 2426"/>
                <a:gd name="T10" fmla="*/ 64774 w 2998"/>
                <a:gd name="T11" fmla="*/ 149440 h 2426"/>
                <a:gd name="T12" fmla="*/ 37989 w 2998"/>
                <a:gd name="T13" fmla="*/ 149440 h 2426"/>
                <a:gd name="T14" fmla="*/ 33547 w 2998"/>
                <a:gd name="T15" fmla="*/ 118188 h 2426"/>
                <a:gd name="T16" fmla="*/ 26851 w 2998"/>
                <a:gd name="T17" fmla="*/ 87002 h 2426"/>
                <a:gd name="T18" fmla="*/ 22343 w 2998"/>
                <a:gd name="T19" fmla="*/ 62504 h 2426"/>
                <a:gd name="T20" fmla="*/ 15647 w 2998"/>
                <a:gd name="T21" fmla="*/ 37939 h 2426"/>
                <a:gd name="T22" fmla="*/ 46940 w 2998"/>
                <a:gd name="T23" fmla="*/ 35754 h 2426"/>
                <a:gd name="T24" fmla="*/ 78167 w 2998"/>
                <a:gd name="T25" fmla="*/ 31252 h 2426"/>
                <a:gd name="T26" fmla="*/ 122786 w 2998"/>
                <a:gd name="T27" fmla="*/ 26816 h 2426"/>
                <a:gd name="T28" fmla="*/ 167472 w 2998"/>
                <a:gd name="T29" fmla="*/ 24565 h 2426"/>
                <a:gd name="T30" fmla="*/ 174168 w 2998"/>
                <a:gd name="T31" fmla="*/ 66 h 2426"/>
                <a:gd name="T32" fmla="*/ 171914 w 2998"/>
                <a:gd name="T33" fmla="*/ 2317 h 2426"/>
                <a:gd name="T34" fmla="*/ 169726 w 2998"/>
                <a:gd name="T35" fmla="*/ 4502 h 2426"/>
                <a:gd name="T36" fmla="*/ 169726 w 2998"/>
                <a:gd name="T37" fmla="*/ 13441 h 2426"/>
                <a:gd name="T38" fmla="*/ 129482 w 2998"/>
                <a:gd name="T39" fmla="*/ 13441 h 2426"/>
                <a:gd name="T40" fmla="*/ 89305 w 2998"/>
                <a:gd name="T41" fmla="*/ 17877 h 2426"/>
                <a:gd name="T42" fmla="*/ 51382 w 2998"/>
                <a:gd name="T43" fmla="*/ 22380 h 2426"/>
                <a:gd name="T44" fmla="*/ 31293 w 2998"/>
                <a:gd name="T45" fmla="*/ 24565 h 2426"/>
                <a:gd name="T46" fmla="*/ 13459 w 2998"/>
                <a:gd name="T47" fmla="*/ 29067 h 2426"/>
                <a:gd name="T48" fmla="*/ 11205 w 2998"/>
                <a:gd name="T49" fmla="*/ 26816 h 2426"/>
                <a:gd name="T50" fmla="*/ 8950 w 2998"/>
                <a:gd name="T51" fmla="*/ 24565 h 2426"/>
                <a:gd name="T52" fmla="*/ 6763 w 2998"/>
                <a:gd name="T53" fmla="*/ 24565 h 2426"/>
                <a:gd name="T54" fmla="*/ 2254 w 2998"/>
                <a:gd name="T55" fmla="*/ 26816 h 2426"/>
                <a:gd name="T56" fmla="*/ 2254 w 2998"/>
                <a:gd name="T57" fmla="*/ 31252 h 2426"/>
                <a:gd name="T58" fmla="*/ 2254 w 2998"/>
                <a:gd name="T59" fmla="*/ 33503 h 2426"/>
                <a:gd name="T60" fmla="*/ 66 w 2998"/>
                <a:gd name="T61" fmla="*/ 33503 h 2426"/>
                <a:gd name="T62" fmla="*/ 66 w 2998"/>
                <a:gd name="T63" fmla="*/ 35754 h 2426"/>
                <a:gd name="T64" fmla="*/ 66 w 2998"/>
                <a:gd name="T65" fmla="*/ 37939 h 2426"/>
                <a:gd name="T66" fmla="*/ 2254 w 2998"/>
                <a:gd name="T67" fmla="*/ 37939 h 2426"/>
                <a:gd name="T68" fmla="*/ 6763 w 2998"/>
                <a:gd name="T69" fmla="*/ 66940 h 2426"/>
                <a:gd name="T70" fmla="*/ 13459 w 2998"/>
                <a:gd name="T71" fmla="*/ 98126 h 2426"/>
                <a:gd name="T72" fmla="*/ 20155 w 2998"/>
                <a:gd name="T73" fmla="*/ 127127 h 2426"/>
                <a:gd name="T74" fmla="*/ 22343 w 2998"/>
                <a:gd name="T75" fmla="*/ 142753 h 2426"/>
                <a:gd name="T76" fmla="*/ 29039 w 2998"/>
                <a:gd name="T77" fmla="*/ 156128 h 2426"/>
                <a:gd name="T78" fmla="*/ 29039 w 2998"/>
                <a:gd name="T79" fmla="*/ 158313 h 2426"/>
                <a:gd name="T80" fmla="*/ 31293 w 2998"/>
                <a:gd name="T81" fmla="*/ 160564 h 2426"/>
                <a:gd name="T82" fmla="*/ 35735 w 2998"/>
                <a:gd name="T83" fmla="*/ 158313 h 2426"/>
                <a:gd name="T84" fmla="*/ 75913 w 2998"/>
                <a:gd name="T85" fmla="*/ 160564 h 2426"/>
                <a:gd name="T86" fmla="*/ 113902 w 2998"/>
                <a:gd name="T87" fmla="*/ 158313 h 2426"/>
                <a:gd name="T88" fmla="*/ 151825 w 2998"/>
                <a:gd name="T89" fmla="*/ 151625 h 2426"/>
                <a:gd name="T90" fmla="*/ 189815 w 2998"/>
                <a:gd name="T91" fmla="*/ 140502 h 2426"/>
                <a:gd name="T92" fmla="*/ 192002 w 2998"/>
                <a:gd name="T93" fmla="*/ 140502 h 2426"/>
                <a:gd name="T94" fmla="*/ 196511 w 2998"/>
                <a:gd name="T95" fmla="*/ 138250 h 2426"/>
                <a:gd name="T96" fmla="*/ 198699 w 2998"/>
                <a:gd name="T97" fmla="*/ 136065 h 2426"/>
                <a:gd name="T98" fmla="*/ 198699 w 2998"/>
                <a:gd name="T99" fmla="*/ 131563 h 2426"/>
                <a:gd name="T100" fmla="*/ 192002 w 2998"/>
                <a:gd name="T101" fmla="*/ 98126 h 2426"/>
                <a:gd name="T102" fmla="*/ 185306 w 2998"/>
                <a:gd name="T103" fmla="*/ 62504 h 2426"/>
                <a:gd name="T104" fmla="*/ 183118 w 2998"/>
                <a:gd name="T105" fmla="*/ 33503 h 2426"/>
                <a:gd name="T106" fmla="*/ 180864 w 2998"/>
                <a:gd name="T107" fmla="*/ 17877 h 2426"/>
                <a:gd name="T108" fmla="*/ 178610 w 2998"/>
                <a:gd name="T109" fmla="*/ 2317 h 2426"/>
                <a:gd name="T110" fmla="*/ 176422 w 2998"/>
                <a:gd name="T111" fmla="*/ 66 h 2426"/>
                <a:gd name="T112" fmla="*/ 174168 w 2998"/>
                <a:gd name="T113" fmla="*/ 66 h 2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98" h="2426" extrusionOk="0">
                  <a:moveTo>
                    <a:pt x="2526" y="371"/>
                  </a:moveTo>
                  <a:lnTo>
                    <a:pt x="2526" y="775"/>
                  </a:lnTo>
                  <a:lnTo>
                    <a:pt x="2593" y="1179"/>
                  </a:lnTo>
                  <a:lnTo>
                    <a:pt x="2762" y="1954"/>
                  </a:lnTo>
                  <a:lnTo>
                    <a:pt x="1617" y="2189"/>
                  </a:lnTo>
                  <a:lnTo>
                    <a:pt x="977" y="2257"/>
                  </a:lnTo>
                  <a:lnTo>
                    <a:pt x="573" y="2257"/>
                  </a:lnTo>
                  <a:lnTo>
                    <a:pt x="506" y="1785"/>
                  </a:lnTo>
                  <a:lnTo>
                    <a:pt x="405" y="1314"/>
                  </a:lnTo>
                  <a:lnTo>
                    <a:pt x="337" y="944"/>
                  </a:lnTo>
                  <a:lnTo>
                    <a:pt x="236" y="573"/>
                  </a:lnTo>
                  <a:lnTo>
                    <a:pt x="708" y="540"/>
                  </a:lnTo>
                  <a:lnTo>
                    <a:pt x="1179" y="472"/>
                  </a:lnTo>
                  <a:lnTo>
                    <a:pt x="1852" y="405"/>
                  </a:lnTo>
                  <a:lnTo>
                    <a:pt x="2526" y="371"/>
                  </a:lnTo>
                  <a:close/>
                  <a:moveTo>
                    <a:pt x="2627" y="1"/>
                  </a:moveTo>
                  <a:lnTo>
                    <a:pt x="2593" y="35"/>
                  </a:lnTo>
                  <a:lnTo>
                    <a:pt x="2560" y="68"/>
                  </a:lnTo>
                  <a:lnTo>
                    <a:pt x="2560" y="203"/>
                  </a:lnTo>
                  <a:lnTo>
                    <a:pt x="1953" y="203"/>
                  </a:lnTo>
                  <a:lnTo>
                    <a:pt x="1347" y="270"/>
                  </a:lnTo>
                  <a:lnTo>
                    <a:pt x="775" y="338"/>
                  </a:lnTo>
                  <a:lnTo>
                    <a:pt x="472" y="371"/>
                  </a:lnTo>
                  <a:lnTo>
                    <a:pt x="203" y="439"/>
                  </a:lnTo>
                  <a:lnTo>
                    <a:pt x="169" y="405"/>
                  </a:lnTo>
                  <a:lnTo>
                    <a:pt x="135" y="371"/>
                  </a:lnTo>
                  <a:lnTo>
                    <a:pt x="102" y="371"/>
                  </a:lnTo>
                  <a:lnTo>
                    <a:pt x="34" y="405"/>
                  </a:lnTo>
                  <a:lnTo>
                    <a:pt x="34" y="472"/>
                  </a:lnTo>
                  <a:lnTo>
                    <a:pt x="34" y="506"/>
                  </a:lnTo>
                  <a:lnTo>
                    <a:pt x="1" y="506"/>
                  </a:lnTo>
                  <a:lnTo>
                    <a:pt x="1" y="540"/>
                  </a:lnTo>
                  <a:lnTo>
                    <a:pt x="1" y="573"/>
                  </a:lnTo>
                  <a:lnTo>
                    <a:pt x="34" y="573"/>
                  </a:lnTo>
                  <a:lnTo>
                    <a:pt x="102" y="1011"/>
                  </a:lnTo>
                  <a:lnTo>
                    <a:pt x="203" y="1482"/>
                  </a:lnTo>
                  <a:lnTo>
                    <a:pt x="304" y="1920"/>
                  </a:lnTo>
                  <a:lnTo>
                    <a:pt x="337" y="2156"/>
                  </a:lnTo>
                  <a:lnTo>
                    <a:pt x="438" y="2358"/>
                  </a:lnTo>
                  <a:lnTo>
                    <a:pt x="438" y="2391"/>
                  </a:lnTo>
                  <a:lnTo>
                    <a:pt x="472" y="2425"/>
                  </a:lnTo>
                  <a:lnTo>
                    <a:pt x="539" y="2391"/>
                  </a:lnTo>
                  <a:lnTo>
                    <a:pt x="1145" y="2425"/>
                  </a:lnTo>
                  <a:lnTo>
                    <a:pt x="1718" y="2391"/>
                  </a:lnTo>
                  <a:lnTo>
                    <a:pt x="2290" y="2290"/>
                  </a:lnTo>
                  <a:lnTo>
                    <a:pt x="2863" y="2122"/>
                  </a:lnTo>
                  <a:lnTo>
                    <a:pt x="2896" y="2122"/>
                  </a:lnTo>
                  <a:lnTo>
                    <a:pt x="2964" y="2088"/>
                  </a:lnTo>
                  <a:lnTo>
                    <a:pt x="2997" y="2055"/>
                  </a:lnTo>
                  <a:lnTo>
                    <a:pt x="2997" y="1987"/>
                  </a:lnTo>
                  <a:lnTo>
                    <a:pt x="2896" y="1482"/>
                  </a:lnTo>
                  <a:lnTo>
                    <a:pt x="2795" y="944"/>
                  </a:lnTo>
                  <a:lnTo>
                    <a:pt x="2762" y="506"/>
                  </a:lnTo>
                  <a:lnTo>
                    <a:pt x="2728" y="270"/>
                  </a:lnTo>
                  <a:lnTo>
                    <a:pt x="2694" y="35"/>
                  </a:lnTo>
                  <a:lnTo>
                    <a:pt x="2661" y="1"/>
                  </a:lnTo>
                  <a:lnTo>
                    <a:pt x="262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7" name="Google Shape;144;p2"/>
            <p:cNvSpPr>
              <a:spLocks/>
            </p:cNvSpPr>
            <p:nvPr/>
          </p:nvSpPr>
          <p:spPr bwMode="auto">
            <a:xfrm>
              <a:off x="1644612" y="5658362"/>
              <a:ext cx="155832" cy="103376"/>
            </a:xfrm>
            <a:custGeom>
              <a:avLst/>
              <a:gdLst>
                <a:gd name="T0" fmla="*/ 135742 w 2358"/>
                <a:gd name="T1" fmla="*/ 11271 h 1550"/>
                <a:gd name="T2" fmla="*/ 135742 w 2358"/>
                <a:gd name="T3" fmla="*/ 18007 h 1550"/>
                <a:gd name="T4" fmla="*/ 135742 w 2358"/>
                <a:gd name="T5" fmla="*/ 27011 h 1550"/>
                <a:gd name="T6" fmla="*/ 137989 w 2358"/>
                <a:gd name="T7" fmla="*/ 40483 h 1550"/>
                <a:gd name="T8" fmla="*/ 140236 w 2358"/>
                <a:gd name="T9" fmla="*/ 58424 h 1550"/>
                <a:gd name="T10" fmla="*/ 142416 w 2358"/>
                <a:gd name="T11" fmla="*/ 74164 h 1550"/>
                <a:gd name="T12" fmla="*/ 80163 w 2358"/>
                <a:gd name="T13" fmla="*/ 83168 h 1550"/>
                <a:gd name="T14" fmla="*/ 46789 w 2358"/>
                <a:gd name="T15" fmla="*/ 89904 h 1550"/>
                <a:gd name="T16" fmla="*/ 15596 w 2358"/>
                <a:gd name="T17" fmla="*/ 96640 h 1550"/>
                <a:gd name="T18" fmla="*/ 15596 w 2358"/>
                <a:gd name="T19" fmla="*/ 96640 h 1550"/>
                <a:gd name="T20" fmla="*/ 17843 w 2358"/>
                <a:gd name="T21" fmla="*/ 87636 h 1550"/>
                <a:gd name="T22" fmla="*/ 15596 w 2358"/>
                <a:gd name="T23" fmla="*/ 76432 h 1550"/>
                <a:gd name="T24" fmla="*/ 13416 w 2358"/>
                <a:gd name="T25" fmla="*/ 56223 h 1550"/>
                <a:gd name="T26" fmla="*/ 11169 w 2358"/>
                <a:gd name="T27" fmla="*/ 40483 h 1550"/>
                <a:gd name="T28" fmla="*/ 8922 w 2358"/>
                <a:gd name="T29" fmla="*/ 27011 h 1550"/>
                <a:gd name="T30" fmla="*/ 28946 w 2358"/>
                <a:gd name="T31" fmla="*/ 27011 h 1550"/>
                <a:gd name="T32" fmla="*/ 51217 w 2358"/>
                <a:gd name="T33" fmla="*/ 22543 h 1550"/>
                <a:gd name="T34" fmla="*/ 91265 w 2358"/>
                <a:gd name="T35" fmla="*/ 18007 h 1550"/>
                <a:gd name="T36" fmla="*/ 109043 w 2358"/>
                <a:gd name="T37" fmla="*/ 13539 h 1550"/>
                <a:gd name="T38" fmla="*/ 120211 w 2358"/>
                <a:gd name="T39" fmla="*/ 11271 h 1550"/>
                <a:gd name="T40" fmla="*/ 129067 w 2358"/>
                <a:gd name="T41" fmla="*/ 11271 h 1550"/>
                <a:gd name="T42" fmla="*/ 131314 w 2358"/>
                <a:gd name="T43" fmla="*/ 13539 h 1550"/>
                <a:gd name="T44" fmla="*/ 135742 w 2358"/>
                <a:gd name="T45" fmla="*/ 11271 h 1550"/>
                <a:gd name="T46" fmla="*/ 117964 w 2358"/>
                <a:gd name="T47" fmla="*/ 67 h 1550"/>
                <a:gd name="T48" fmla="*/ 102368 w 2358"/>
                <a:gd name="T49" fmla="*/ 2334 h 1550"/>
                <a:gd name="T50" fmla="*/ 68994 w 2358"/>
                <a:gd name="T51" fmla="*/ 9070 h 1550"/>
                <a:gd name="T52" fmla="*/ 37868 w 2358"/>
                <a:gd name="T53" fmla="*/ 13539 h 1550"/>
                <a:gd name="T54" fmla="*/ 20090 w 2358"/>
                <a:gd name="T55" fmla="*/ 15807 h 1550"/>
                <a:gd name="T56" fmla="*/ 6741 w 2358"/>
                <a:gd name="T57" fmla="*/ 20275 h 1550"/>
                <a:gd name="T58" fmla="*/ 4494 w 2358"/>
                <a:gd name="T59" fmla="*/ 20275 h 1550"/>
                <a:gd name="T60" fmla="*/ 4494 w 2358"/>
                <a:gd name="T61" fmla="*/ 22543 h 1550"/>
                <a:gd name="T62" fmla="*/ 66 w 2358"/>
                <a:gd name="T63" fmla="*/ 24744 h 1550"/>
                <a:gd name="T64" fmla="*/ 2247 w 2358"/>
                <a:gd name="T65" fmla="*/ 24744 h 1550"/>
                <a:gd name="T66" fmla="*/ 2247 w 2358"/>
                <a:gd name="T67" fmla="*/ 33747 h 1550"/>
                <a:gd name="T68" fmla="*/ 2247 w 2358"/>
                <a:gd name="T69" fmla="*/ 40483 h 1550"/>
                <a:gd name="T70" fmla="*/ 4494 w 2358"/>
                <a:gd name="T71" fmla="*/ 56223 h 1550"/>
                <a:gd name="T72" fmla="*/ 4494 w 2358"/>
                <a:gd name="T73" fmla="*/ 78632 h 1550"/>
                <a:gd name="T74" fmla="*/ 6741 w 2358"/>
                <a:gd name="T75" fmla="*/ 89904 h 1550"/>
                <a:gd name="T76" fmla="*/ 11169 w 2358"/>
                <a:gd name="T77" fmla="*/ 98841 h 1550"/>
                <a:gd name="T78" fmla="*/ 13416 w 2358"/>
                <a:gd name="T79" fmla="*/ 101108 h 1550"/>
                <a:gd name="T80" fmla="*/ 13416 w 2358"/>
                <a:gd name="T81" fmla="*/ 103376 h 1550"/>
                <a:gd name="T82" fmla="*/ 15596 w 2358"/>
                <a:gd name="T83" fmla="*/ 103376 h 1550"/>
                <a:gd name="T84" fmla="*/ 48970 w 2358"/>
                <a:gd name="T85" fmla="*/ 101108 h 1550"/>
                <a:gd name="T86" fmla="*/ 82344 w 2358"/>
                <a:gd name="T87" fmla="*/ 96640 h 1550"/>
                <a:gd name="T88" fmla="*/ 149091 w 2358"/>
                <a:gd name="T89" fmla="*/ 83168 h 1550"/>
                <a:gd name="T90" fmla="*/ 151338 w 2358"/>
                <a:gd name="T91" fmla="*/ 85369 h 1550"/>
                <a:gd name="T92" fmla="*/ 151338 w 2358"/>
                <a:gd name="T93" fmla="*/ 83168 h 1550"/>
                <a:gd name="T94" fmla="*/ 155766 w 2358"/>
                <a:gd name="T95" fmla="*/ 80900 h 1550"/>
                <a:gd name="T96" fmla="*/ 155766 w 2358"/>
                <a:gd name="T97" fmla="*/ 78632 h 1550"/>
                <a:gd name="T98" fmla="*/ 155766 w 2358"/>
                <a:gd name="T99" fmla="*/ 74164 h 1550"/>
                <a:gd name="T100" fmla="*/ 153585 w 2358"/>
                <a:gd name="T101" fmla="*/ 71896 h 1550"/>
                <a:gd name="T102" fmla="*/ 151338 w 2358"/>
                <a:gd name="T103" fmla="*/ 56223 h 1550"/>
                <a:gd name="T104" fmla="*/ 146910 w 2358"/>
                <a:gd name="T105" fmla="*/ 40483 h 1550"/>
                <a:gd name="T106" fmla="*/ 144663 w 2358"/>
                <a:gd name="T107" fmla="*/ 20275 h 1550"/>
                <a:gd name="T108" fmla="*/ 142416 w 2358"/>
                <a:gd name="T109" fmla="*/ 11271 h 1550"/>
                <a:gd name="T110" fmla="*/ 137989 w 2358"/>
                <a:gd name="T111" fmla="*/ 4535 h 1550"/>
                <a:gd name="T112" fmla="*/ 133561 w 2358"/>
                <a:gd name="T113" fmla="*/ 2334 h 1550"/>
                <a:gd name="T114" fmla="*/ 117964 w 2358"/>
                <a:gd name="T115" fmla="*/ 67 h 155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358" h="1550" extrusionOk="0">
                  <a:moveTo>
                    <a:pt x="2054" y="169"/>
                  </a:moveTo>
                  <a:lnTo>
                    <a:pt x="2054" y="270"/>
                  </a:lnTo>
                  <a:lnTo>
                    <a:pt x="2054" y="405"/>
                  </a:lnTo>
                  <a:lnTo>
                    <a:pt x="2088" y="607"/>
                  </a:lnTo>
                  <a:lnTo>
                    <a:pt x="2122" y="876"/>
                  </a:lnTo>
                  <a:lnTo>
                    <a:pt x="2155" y="1112"/>
                  </a:lnTo>
                  <a:lnTo>
                    <a:pt x="1213" y="1247"/>
                  </a:lnTo>
                  <a:lnTo>
                    <a:pt x="708" y="1348"/>
                  </a:lnTo>
                  <a:lnTo>
                    <a:pt x="236" y="1449"/>
                  </a:lnTo>
                  <a:lnTo>
                    <a:pt x="270" y="1314"/>
                  </a:lnTo>
                  <a:lnTo>
                    <a:pt x="236" y="1146"/>
                  </a:lnTo>
                  <a:lnTo>
                    <a:pt x="203" y="843"/>
                  </a:lnTo>
                  <a:lnTo>
                    <a:pt x="169" y="607"/>
                  </a:lnTo>
                  <a:lnTo>
                    <a:pt x="135" y="405"/>
                  </a:lnTo>
                  <a:lnTo>
                    <a:pt x="438" y="405"/>
                  </a:lnTo>
                  <a:lnTo>
                    <a:pt x="775" y="338"/>
                  </a:lnTo>
                  <a:lnTo>
                    <a:pt x="1381" y="270"/>
                  </a:lnTo>
                  <a:lnTo>
                    <a:pt x="1650" y="203"/>
                  </a:lnTo>
                  <a:lnTo>
                    <a:pt x="1819" y="169"/>
                  </a:lnTo>
                  <a:lnTo>
                    <a:pt x="1953" y="169"/>
                  </a:lnTo>
                  <a:lnTo>
                    <a:pt x="1987" y="203"/>
                  </a:lnTo>
                  <a:lnTo>
                    <a:pt x="2054" y="169"/>
                  </a:lnTo>
                  <a:close/>
                  <a:moveTo>
                    <a:pt x="1785" y="1"/>
                  </a:moveTo>
                  <a:lnTo>
                    <a:pt x="1549" y="35"/>
                  </a:lnTo>
                  <a:lnTo>
                    <a:pt x="1044" y="136"/>
                  </a:lnTo>
                  <a:lnTo>
                    <a:pt x="573" y="203"/>
                  </a:lnTo>
                  <a:lnTo>
                    <a:pt x="304" y="237"/>
                  </a:lnTo>
                  <a:lnTo>
                    <a:pt x="102" y="304"/>
                  </a:lnTo>
                  <a:lnTo>
                    <a:pt x="68" y="304"/>
                  </a:lnTo>
                  <a:lnTo>
                    <a:pt x="68" y="338"/>
                  </a:lnTo>
                  <a:lnTo>
                    <a:pt x="1" y="371"/>
                  </a:lnTo>
                  <a:lnTo>
                    <a:pt x="34" y="371"/>
                  </a:lnTo>
                  <a:lnTo>
                    <a:pt x="34" y="506"/>
                  </a:lnTo>
                  <a:lnTo>
                    <a:pt x="34" y="607"/>
                  </a:lnTo>
                  <a:lnTo>
                    <a:pt x="68" y="843"/>
                  </a:lnTo>
                  <a:lnTo>
                    <a:pt x="68" y="1179"/>
                  </a:lnTo>
                  <a:lnTo>
                    <a:pt x="102" y="1348"/>
                  </a:lnTo>
                  <a:lnTo>
                    <a:pt x="169" y="1482"/>
                  </a:lnTo>
                  <a:lnTo>
                    <a:pt x="203" y="1516"/>
                  </a:lnTo>
                  <a:lnTo>
                    <a:pt x="203" y="1550"/>
                  </a:lnTo>
                  <a:lnTo>
                    <a:pt x="236" y="1550"/>
                  </a:lnTo>
                  <a:lnTo>
                    <a:pt x="741" y="1516"/>
                  </a:lnTo>
                  <a:lnTo>
                    <a:pt x="1246" y="1449"/>
                  </a:lnTo>
                  <a:lnTo>
                    <a:pt x="2256" y="1247"/>
                  </a:lnTo>
                  <a:lnTo>
                    <a:pt x="2290" y="1280"/>
                  </a:lnTo>
                  <a:lnTo>
                    <a:pt x="2290" y="1247"/>
                  </a:lnTo>
                  <a:lnTo>
                    <a:pt x="2357" y="1213"/>
                  </a:lnTo>
                  <a:lnTo>
                    <a:pt x="2357" y="1179"/>
                  </a:lnTo>
                  <a:lnTo>
                    <a:pt x="2357" y="1112"/>
                  </a:lnTo>
                  <a:lnTo>
                    <a:pt x="2324" y="1078"/>
                  </a:lnTo>
                  <a:lnTo>
                    <a:pt x="2290" y="843"/>
                  </a:lnTo>
                  <a:lnTo>
                    <a:pt x="2223" y="607"/>
                  </a:lnTo>
                  <a:lnTo>
                    <a:pt x="2189" y="304"/>
                  </a:lnTo>
                  <a:lnTo>
                    <a:pt x="2155" y="169"/>
                  </a:lnTo>
                  <a:lnTo>
                    <a:pt x="2088" y="68"/>
                  </a:lnTo>
                  <a:lnTo>
                    <a:pt x="2021" y="35"/>
                  </a:lnTo>
                  <a:lnTo>
                    <a:pt x="178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8" name="Google Shape;145;p2"/>
            <p:cNvSpPr>
              <a:spLocks/>
            </p:cNvSpPr>
            <p:nvPr/>
          </p:nvSpPr>
          <p:spPr bwMode="auto">
            <a:xfrm>
              <a:off x="3665656" y="6210231"/>
              <a:ext cx="27032" cy="41351"/>
            </a:xfrm>
            <a:custGeom>
              <a:avLst/>
              <a:gdLst>
                <a:gd name="T0" fmla="*/ 18021 w 405"/>
                <a:gd name="T1" fmla="*/ 68 h 607"/>
                <a:gd name="T2" fmla="*/ 13549 w 405"/>
                <a:gd name="T3" fmla="*/ 2384 h 607"/>
                <a:gd name="T4" fmla="*/ 4539 w 405"/>
                <a:gd name="T5" fmla="*/ 9265 h 607"/>
                <a:gd name="T6" fmla="*/ 67 w 405"/>
                <a:gd name="T7" fmla="*/ 16145 h 607"/>
                <a:gd name="T8" fmla="*/ 67 w 405"/>
                <a:gd name="T9" fmla="*/ 25274 h 607"/>
                <a:gd name="T10" fmla="*/ 67 w 405"/>
                <a:gd name="T11" fmla="*/ 27590 h 607"/>
                <a:gd name="T12" fmla="*/ 2269 w 405"/>
                <a:gd name="T13" fmla="*/ 29906 h 607"/>
                <a:gd name="T14" fmla="*/ 4539 w 405"/>
                <a:gd name="T15" fmla="*/ 29906 h 607"/>
                <a:gd name="T16" fmla="*/ 6808 w 405"/>
                <a:gd name="T17" fmla="*/ 27590 h 607"/>
                <a:gd name="T18" fmla="*/ 9011 w 405"/>
                <a:gd name="T19" fmla="*/ 32154 h 607"/>
                <a:gd name="T20" fmla="*/ 18021 w 405"/>
                <a:gd name="T21" fmla="*/ 39035 h 607"/>
                <a:gd name="T22" fmla="*/ 22493 w 405"/>
                <a:gd name="T23" fmla="*/ 41351 h 607"/>
                <a:gd name="T24" fmla="*/ 24763 w 405"/>
                <a:gd name="T25" fmla="*/ 39035 h 607"/>
                <a:gd name="T26" fmla="*/ 27032 w 405"/>
                <a:gd name="T27" fmla="*/ 34471 h 607"/>
                <a:gd name="T28" fmla="*/ 24763 w 405"/>
                <a:gd name="T29" fmla="*/ 32154 h 607"/>
                <a:gd name="T30" fmla="*/ 18021 w 405"/>
                <a:gd name="T31" fmla="*/ 25274 h 607"/>
                <a:gd name="T32" fmla="*/ 11280 w 405"/>
                <a:gd name="T33" fmla="*/ 20710 h 607"/>
                <a:gd name="T34" fmla="*/ 20291 w 405"/>
                <a:gd name="T35" fmla="*/ 11513 h 607"/>
                <a:gd name="T36" fmla="*/ 22493 w 405"/>
                <a:gd name="T37" fmla="*/ 6949 h 607"/>
                <a:gd name="T38" fmla="*/ 22493 w 405"/>
                <a:gd name="T39" fmla="*/ 4632 h 607"/>
                <a:gd name="T40" fmla="*/ 20291 w 405"/>
                <a:gd name="T41" fmla="*/ 2384 h 607"/>
                <a:gd name="T42" fmla="*/ 18021 w 405"/>
                <a:gd name="T43" fmla="*/ 68 h 6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05" h="607" extrusionOk="0">
                  <a:moveTo>
                    <a:pt x="270" y="1"/>
                  </a:moveTo>
                  <a:lnTo>
                    <a:pt x="203" y="35"/>
                  </a:lnTo>
                  <a:lnTo>
                    <a:pt x="68" y="136"/>
                  </a:lnTo>
                  <a:lnTo>
                    <a:pt x="1" y="237"/>
                  </a:lnTo>
                  <a:lnTo>
                    <a:pt x="1" y="371"/>
                  </a:lnTo>
                  <a:lnTo>
                    <a:pt x="1" y="405"/>
                  </a:lnTo>
                  <a:lnTo>
                    <a:pt x="34" y="439"/>
                  </a:lnTo>
                  <a:lnTo>
                    <a:pt x="68" y="439"/>
                  </a:lnTo>
                  <a:lnTo>
                    <a:pt x="102" y="405"/>
                  </a:lnTo>
                  <a:lnTo>
                    <a:pt x="135" y="472"/>
                  </a:lnTo>
                  <a:lnTo>
                    <a:pt x="270" y="573"/>
                  </a:lnTo>
                  <a:lnTo>
                    <a:pt x="337" y="607"/>
                  </a:lnTo>
                  <a:lnTo>
                    <a:pt x="371" y="573"/>
                  </a:lnTo>
                  <a:lnTo>
                    <a:pt x="405" y="506"/>
                  </a:lnTo>
                  <a:lnTo>
                    <a:pt x="371" y="472"/>
                  </a:lnTo>
                  <a:lnTo>
                    <a:pt x="270" y="371"/>
                  </a:lnTo>
                  <a:lnTo>
                    <a:pt x="169" y="304"/>
                  </a:lnTo>
                  <a:lnTo>
                    <a:pt x="304" y="169"/>
                  </a:lnTo>
                  <a:lnTo>
                    <a:pt x="337" y="102"/>
                  </a:lnTo>
                  <a:lnTo>
                    <a:pt x="337" y="68"/>
                  </a:lnTo>
                  <a:lnTo>
                    <a:pt x="304" y="35"/>
                  </a:lnTo>
                  <a:lnTo>
                    <a:pt x="27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39" name="Google Shape;146;p2"/>
            <p:cNvSpPr>
              <a:spLocks/>
            </p:cNvSpPr>
            <p:nvPr/>
          </p:nvSpPr>
          <p:spPr bwMode="auto">
            <a:xfrm>
              <a:off x="1573057" y="5173288"/>
              <a:ext cx="2548963" cy="1442497"/>
            </a:xfrm>
            <a:custGeom>
              <a:avLst/>
              <a:gdLst>
                <a:gd name="T0" fmla="*/ 2405849 w 38382"/>
                <a:gd name="T1" fmla="*/ 82829 h 21717"/>
                <a:gd name="T2" fmla="*/ 2441644 w 38382"/>
                <a:gd name="T3" fmla="*/ 275122 h 21717"/>
                <a:gd name="T4" fmla="*/ 2486338 w 38382"/>
                <a:gd name="T5" fmla="*/ 579270 h 21717"/>
                <a:gd name="T6" fmla="*/ 2519875 w 38382"/>
                <a:gd name="T7" fmla="*/ 870002 h 21717"/>
                <a:gd name="T8" fmla="*/ 2528841 w 38382"/>
                <a:gd name="T9" fmla="*/ 1006433 h 21717"/>
                <a:gd name="T10" fmla="*/ 2528841 w 38382"/>
                <a:gd name="T11" fmla="*/ 1048877 h 21717"/>
                <a:gd name="T12" fmla="*/ 2524391 w 38382"/>
                <a:gd name="T13" fmla="*/ 1069003 h 21717"/>
                <a:gd name="T14" fmla="*/ 2506460 w 38382"/>
                <a:gd name="T15" fmla="*/ 1082421 h 21717"/>
                <a:gd name="T16" fmla="*/ 2486338 w 38382"/>
                <a:gd name="T17" fmla="*/ 1089129 h 21717"/>
                <a:gd name="T18" fmla="*/ 1323692 w 38382"/>
                <a:gd name="T19" fmla="*/ 1252396 h 21717"/>
                <a:gd name="T20" fmla="*/ 733370 w 38382"/>
                <a:gd name="T21" fmla="*/ 1341867 h 21717"/>
                <a:gd name="T22" fmla="*/ 283971 w 38382"/>
                <a:gd name="T23" fmla="*/ 1422371 h 21717"/>
                <a:gd name="T24" fmla="*/ 221346 w 38382"/>
                <a:gd name="T25" fmla="*/ 1431338 h 21717"/>
                <a:gd name="T26" fmla="*/ 190066 w 38382"/>
                <a:gd name="T27" fmla="*/ 1429080 h 21717"/>
                <a:gd name="T28" fmla="*/ 160979 w 38382"/>
                <a:gd name="T29" fmla="*/ 1415662 h 21717"/>
                <a:gd name="T30" fmla="*/ 116285 w 38382"/>
                <a:gd name="T31" fmla="*/ 1156216 h 21717"/>
                <a:gd name="T32" fmla="*/ 78298 w 38382"/>
                <a:gd name="T33" fmla="*/ 896836 h 21717"/>
                <a:gd name="T34" fmla="*/ 29088 w 38382"/>
                <a:gd name="T35" fmla="*/ 514442 h 21717"/>
                <a:gd name="T36" fmla="*/ 6707 w 38382"/>
                <a:gd name="T37" fmla="*/ 389169 h 21717"/>
                <a:gd name="T38" fmla="*/ 603737 w 38382"/>
                <a:gd name="T39" fmla="*/ 295248 h 21717"/>
                <a:gd name="T40" fmla="*/ 1500343 w 38382"/>
                <a:gd name="T41" fmla="*/ 167783 h 21717"/>
                <a:gd name="T42" fmla="*/ 2097306 w 38382"/>
                <a:gd name="T43" fmla="*/ 73862 h 21717"/>
                <a:gd name="T44" fmla="*/ 2394692 w 38382"/>
                <a:gd name="T45" fmla="*/ 20192 h 21717"/>
                <a:gd name="T46" fmla="*/ 2392434 w 38382"/>
                <a:gd name="T47" fmla="*/ 2325 h 21717"/>
                <a:gd name="T48" fmla="*/ 2392434 w 38382"/>
                <a:gd name="T49" fmla="*/ 6775 h 21717"/>
                <a:gd name="T50" fmla="*/ 2095048 w 38382"/>
                <a:gd name="T51" fmla="*/ 60444 h 21717"/>
                <a:gd name="T52" fmla="*/ 1797662 w 38382"/>
                <a:gd name="T53" fmla="*/ 109664 h 21717"/>
                <a:gd name="T54" fmla="*/ 1198442 w 38382"/>
                <a:gd name="T55" fmla="*/ 194618 h 21717"/>
                <a:gd name="T56" fmla="*/ 599221 w 38382"/>
                <a:gd name="T57" fmla="*/ 277380 h 21717"/>
                <a:gd name="T58" fmla="*/ 301835 w 38382"/>
                <a:gd name="T59" fmla="*/ 326533 h 21717"/>
                <a:gd name="T60" fmla="*/ 4516 w 38382"/>
                <a:gd name="T61" fmla="*/ 380269 h 21717"/>
                <a:gd name="T62" fmla="*/ 0 w 38382"/>
                <a:gd name="T63" fmla="*/ 382461 h 21717"/>
                <a:gd name="T64" fmla="*/ 4516 w 38382"/>
                <a:gd name="T65" fmla="*/ 449547 h 21717"/>
                <a:gd name="T66" fmla="*/ 29088 w 38382"/>
                <a:gd name="T67" fmla="*/ 639648 h 21717"/>
                <a:gd name="T68" fmla="*/ 80489 w 38382"/>
                <a:gd name="T69" fmla="*/ 1035460 h 21717"/>
                <a:gd name="T70" fmla="*/ 116285 w 38382"/>
                <a:gd name="T71" fmla="*/ 1279231 h 21717"/>
                <a:gd name="T72" fmla="*/ 143114 w 38382"/>
                <a:gd name="T73" fmla="*/ 1397728 h 21717"/>
                <a:gd name="T74" fmla="*/ 136407 w 38382"/>
                <a:gd name="T75" fmla="*/ 1402245 h 21717"/>
                <a:gd name="T76" fmla="*/ 147564 w 38382"/>
                <a:gd name="T77" fmla="*/ 1417921 h 21717"/>
                <a:gd name="T78" fmla="*/ 149822 w 38382"/>
                <a:gd name="T79" fmla="*/ 1422371 h 21717"/>
                <a:gd name="T80" fmla="*/ 165495 w 38382"/>
                <a:gd name="T81" fmla="*/ 1433530 h 21717"/>
                <a:gd name="T82" fmla="*/ 194516 w 38382"/>
                <a:gd name="T83" fmla="*/ 1442497 h 21717"/>
                <a:gd name="T84" fmla="*/ 270556 w 38382"/>
                <a:gd name="T85" fmla="*/ 1438047 h 21717"/>
                <a:gd name="T86" fmla="*/ 581356 w 38382"/>
                <a:gd name="T87" fmla="*/ 1382119 h 21717"/>
                <a:gd name="T88" fmla="*/ 901122 w 38382"/>
                <a:gd name="T89" fmla="*/ 1328450 h 21717"/>
                <a:gd name="T90" fmla="*/ 1849130 w 38382"/>
                <a:gd name="T91" fmla="*/ 1192018 h 21717"/>
                <a:gd name="T92" fmla="*/ 2479631 w 38382"/>
                <a:gd name="T93" fmla="*/ 1109255 h 21717"/>
                <a:gd name="T94" fmla="*/ 2484080 w 38382"/>
                <a:gd name="T95" fmla="*/ 1107063 h 21717"/>
                <a:gd name="T96" fmla="*/ 2499753 w 38382"/>
                <a:gd name="T97" fmla="*/ 1100355 h 21717"/>
                <a:gd name="T98" fmla="*/ 2510976 w 38382"/>
                <a:gd name="T99" fmla="*/ 1098096 h 21717"/>
                <a:gd name="T100" fmla="*/ 2528841 w 38382"/>
                <a:gd name="T101" fmla="*/ 1091388 h 21717"/>
                <a:gd name="T102" fmla="*/ 2542256 w 38382"/>
                <a:gd name="T103" fmla="*/ 1073520 h 21717"/>
                <a:gd name="T104" fmla="*/ 2546705 w 38382"/>
                <a:gd name="T105" fmla="*/ 1044427 h 21717"/>
                <a:gd name="T106" fmla="*/ 2544514 w 38382"/>
                <a:gd name="T107" fmla="*/ 954956 h 21717"/>
                <a:gd name="T108" fmla="*/ 2528841 w 38382"/>
                <a:gd name="T109" fmla="*/ 791690 h 21717"/>
                <a:gd name="T110" fmla="*/ 2488596 w 38382"/>
                <a:gd name="T111" fmla="*/ 476382 h 21717"/>
                <a:gd name="T112" fmla="*/ 2452801 w 38382"/>
                <a:gd name="T113" fmla="*/ 241579 h 21717"/>
                <a:gd name="T114" fmla="*/ 2423713 w 38382"/>
                <a:gd name="T115" fmla="*/ 80570 h 21717"/>
                <a:gd name="T116" fmla="*/ 2403591 w 38382"/>
                <a:gd name="T117" fmla="*/ 2325 h 21717"/>
                <a:gd name="T118" fmla="*/ 2396883 w 38382"/>
                <a:gd name="T119" fmla="*/ 66 h 2171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8382" h="21717" extrusionOk="0">
                  <a:moveTo>
                    <a:pt x="36059" y="304"/>
                  </a:moveTo>
                  <a:lnTo>
                    <a:pt x="36227" y="1247"/>
                  </a:lnTo>
                  <a:lnTo>
                    <a:pt x="36395" y="2223"/>
                  </a:lnTo>
                  <a:lnTo>
                    <a:pt x="36766" y="4142"/>
                  </a:lnTo>
                  <a:lnTo>
                    <a:pt x="37136" y="6432"/>
                  </a:lnTo>
                  <a:lnTo>
                    <a:pt x="37439" y="8721"/>
                  </a:lnTo>
                  <a:lnTo>
                    <a:pt x="37709" y="10909"/>
                  </a:lnTo>
                  <a:lnTo>
                    <a:pt x="37944" y="13098"/>
                  </a:lnTo>
                  <a:lnTo>
                    <a:pt x="38012" y="14108"/>
                  </a:lnTo>
                  <a:lnTo>
                    <a:pt x="38079" y="15152"/>
                  </a:lnTo>
                  <a:lnTo>
                    <a:pt x="38113" y="15421"/>
                  </a:lnTo>
                  <a:lnTo>
                    <a:pt x="38079" y="15791"/>
                  </a:lnTo>
                  <a:lnTo>
                    <a:pt x="38045" y="15960"/>
                  </a:lnTo>
                  <a:lnTo>
                    <a:pt x="38012" y="16094"/>
                  </a:lnTo>
                  <a:lnTo>
                    <a:pt x="37911" y="16229"/>
                  </a:lnTo>
                  <a:lnTo>
                    <a:pt x="37742" y="16296"/>
                  </a:lnTo>
                  <a:lnTo>
                    <a:pt x="37574" y="16330"/>
                  </a:lnTo>
                  <a:lnTo>
                    <a:pt x="37439" y="16397"/>
                  </a:lnTo>
                  <a:lnTo>
                    <a:pt x="28685" y="17609"/>
                  </a:lnTo>
                  <a:lnTo>
                    <a:pt x="19932" y="18855"/>
                  </a:lnTo>
                  <a:lnTo>
                    <a:pt x="15488" y="19495"/>
                  </a:lnTo>
                  <a:lnTo>
                    <a:pt x="11043" y="20202"/>
                  </a:lnTo>
                  <a:lnTo>
                    <a:pt x="6633" y="20976"/>
                  </a:lnTo>
                  <a:lnTo>
                    <a:pt x="4276" y="21414"/>
                  </a:lnTo>
                  <a:lnTo>
                    <a:pt x="3805" y="21481"/>
                  </a:lnTo>
                  <a:lnTo>
                    <a:pt x="3333" y="21549"/>
                  </a:lnTo>
                  <a:lnTo>
                    <a:pt x="3098" y="21549"/>
                  </a:lnTo>
                  <a:lnTo>
                    <a:pt x="2862" y="21515"/>
                  </a:lnTo>
                  <a:lnTo>
                    <a:pt x="2626" y="21448"/>
                  </a:lnTo>
                  <a:lnTo>
                    <a:pt x="2424" y="21313"/>
                  </a:lnTo>
                  <a:lnTo>
                    <a:pt x="2054" y="19360"/>
                  </a:lnTo>
                  <a:lnTo>
                    <a:pt x="1751" y="17407"/>
                  </a:lnTo>
                  <a:lnTo>
                    <a:pt x="1448" y="15488"/>
                  </a:lnTo>
                  <a:lnTo>
                    <a:pt x="1179" y="13502"/>
                  </a:lnTo>
                  <a:lnTo>
                    <a:pt x="674" y="9630"/>
                  </a:lnTo>
                  <a:lnTo>
                    <a:pt x="438" y="7745"/>
                  </a:lnTo>
                  <a:lnTo>
                    <a:pt x="303" y="6768"/>
                  </a:lnTo>
                  <a:lnTo>
                    <a:pt x="101" y="5859"/>
                  </a:lnTo>
                  <a:lnTo>
                    <a:pt x="4579" y="5119"/>
                  </a:lnTo>
                  <a:lnTo>
                    <a:pt x="9091" y="4445"/>
                  </a:lnTo>
                  <a:lnTo>
                    <a:pt x="18080" y="3199"/>
                  </a:lnTo>
                  <a:lnTo>
                    <a:pt x="22592" y="2526"/>
                  </a:lnTo>
                  <a:lnTo>
                    <a:pt x="27103" y="1853"/>
                  </a:lnTo>
                  <a:lnTo>
                    <a:pt x="31581" y="1112"/>
                  </a:lnTo>
                  <a:lnTo>
                    <a:pt x="33837" y="708"/>
                  </a:lnTo>
                  <a:lnTo>
                    <a:pt x="36059" y="304"/>
                  </a:lnTo>
                  <a:close/>
                  <a:moveTo>
                    <a:pt x="36092" y="1"/>
                  </a:moveTo>
                  <a:lnTo>
                    <a:pt x="36025" y="35"/>
                  </a:lnTo>
                  <a:lnTo>
                    <a:pt x="36025" y="68"/>
                  </a:lnTo>
                  <a:lnTo>
                    <a:pt x="36025" y="102"/>
                  </a:lnTo>
                  <a:lnTo>
                    <a:pt x="33803" y="540"/>
                  </a:lnTo>
                  <a:lnTo>
                    <a:pt x="31547" y="910"/>
                  </a:lnTo>
                  <a:lnTo>
                    <a:pt x="29291" y="1280"/>
                  </a:lnTo>
                  <a:lnTo>
                    <a:pt x="27069" y="1651"/>
                  </a:lnTo>
                  <a:lnTo>
                    <a:pt x="22558" y="2290"/>
                  </a:lnTo>
                  <a:lnTo>
                    <a:pt x="18046" y="2930"/>
                  </a:lnTo>
                  <a:lnTo>
                    <a:pt x="13535" y="3536"/>
                  </a:lnTo>
                  <a:lnTo>
                    <a:pt x="9023" y="4176"/>
                  </a:lnTo>
                  <a:lnTo>
                    <a:pt x="6768" y="4546"/>
                  </a:lnTo>
                  <a:lnTo>
                    <a:pt x="4545" y="4916"/>
                  </a:lnTo>
                  <a:lnTo>
                    <a:pt x="2290" y="5287"/>
                  </a:lnTo>
                  <a:lnTo>
                    <a:pt x="68" y="5725"/>
                  </a:lnTo>
                  <a:lnTo>
                    <a:pt x="34" y="5725"/>
                  </a:lnTo>
                  <a:lnTo>
                    <a:pt x="0" y="5758"/>
                  </a:lnTo>
                  <a:lnTo>
                    <a:pt x="34" y="5826"/>
                  </a:lnTo>
                  <a:lnTo>
                    <a:pt x="68" y="6768"/>
                  </a:lnTo>
                  <a:lnTo>
                    <a:pt x="169" y="7745"/>
                  </a:lnTo>
                  <a:lnTo>
                    <a:pt x="438" y="9630"/>
                  </a:lnTo>
                  <a:lnTo>
                    <a:pt x="1010" y="13771"/>
                  </a:lnTo>
                  <a:lnTo>
                    <a:pt x="1212" y="15589"/>
                  </a:lnTo>
                  <a:lnTo>
                    <a:pt x="1482" y="17441"/>
                  </a:lnTo>
                  <a:lnTo>
                    <a:pt x="1751" y="19259"/>
                  </a:lnTo>
                  <a:lnTo>
                    <a:pt x="1919" y="20134"/>
                  </a:lnTo>
                  <a:lnTo>
                    <a:pt x="2155" y="21043"/>
                  </a:lnTo>
                  <a:lnTo>
                    <a:pt x="2088" y="21077"/>
                  </a:lnTo>
                  <a:lnTo>
                    <a:pt x="2054" y="21111"/>
                  </a:lnTo>
                  <a:lnTo>
                    <a:pt x="2054" y="21144"/>
                  </a:lnTo>
                  <a:lnTo>
                    <a:pt x="2222" y="21347"/>
                  </a:lnTo>
                  <a:lnTo>
                    <a:pt x="2222" y="21380"/>
                  </a:lnTo>
                  <a:lnTo>
                    <a:pt x="2256" y="21414"/>
                  </a:lnTo>
                  <a:lnTo>
                    <a:pt x="2323" y="21448"/>
                  </a:lnTo>
                  <a:lnTo>
                    <a:pt x="2492" y="21582"/>
                  </a:lnTo>
                  <a:lnTo>
                    <a:pt x="2694" y="21650"/>
                  </a:lnTo>
                  <a:lnTo>
                    <a:pt x="2929" y="21717"/>
                  </a:lnTo>
                  <a:lnTo>
                    <a:pt x="3603" y="21717"/>
                  </a:lnTo>
                  <a:lnTo>
                    <a:pt x="4074" y="21650"/>
                  </a:lnTo>
                  <a:lnTo>
                    <a:pt x="6431" y="21246"/>
                  </a:lnTo>
                  <a:lnTo>
                    <a:pt x="8754" y="20808"/>
                  </a:lnTo>
                  <a:lnTo>
                    <a:pt x="11178" y="20404"/>
                  </a:lnTo>
                  <a:lnTo>
                    <a:pt x="13569" y="20000"/>
                  </a:lnTo>
                  <a:lnTo>
                    <a:pt x="18417" y="19293"/>
                  </a:lnTo>
                  <a:lnTo>
                    <a:pt x="27844" y="17946"/>
                  </a:lnTo>
                  <a:lnTo>
                    <a:pt x="37271" y="16633"/>
                  </a:lnTo>
                  <a:lnTo>
                    <a:pt x="37338" y="16700"/>
                  </a:lnTo>
                  <a:lnTo>
                    <a:pt x="37372" y="16700"/>
                  </a:lnTo>
                  <a:lnTo>
                    <a:pt x="37405" y="16667"/>
                  </a:lnTo>
                  <a:lnTo>
                    <a:pt x="37540" y="16633"/>
                  </a:lnTo>
                  <a:lnTo>
                    <a:pt x="37641" y="16566"/>
                  </a:lnTo>
                  <a:lnTo>
                    <a:pt x="37742" y="16566"/>
                  </a:lnTo>
                  <a:lnTo>
                    <a:pt x="37810" y="16532"/>
                  </a:lnTo>
                  <a:lnTo>
                    <a:pt x="37944" y="16498"/>
                  </a:lnTo>
                  <a:lnTo>
                    <a:pt x="38079" y="16431"/>
                  </a:lnTo>
                  <a:lnTo>
                    <a:pt x="38214" y="16330"/>
                  </a:lnTo>
                  <a:lnTo>
                    <a:pt x="38281" y="16162"/>
                  </a:lnTo>
                  <a:lnTo>
                    <a:pt x="38315" y="15960"/>
                  </a:lnTo>
                  <a:lnTo>
                    <a:pt x="38348" y="15724"/>
                  </a:lnTo>
                  <a:lnTo>
                    <a:pt x="38382" y="15286"/>
                  </a:lnTo>
                  <a:lnTo>
                    <a:pt x="38315" y="14377"/>
                  </a:lnTo>
                  <a:lnTo>
                    <a:pt x="38214" y="13165"/>
                  </a:lnTo>
                  <a:lnTo>
                    <a:pt x="38079" y="11919"/>
                  </a:lnTo>
                  <a:lnTo>
                    <a:pt x="37810" y="9495"/>
                  </a:lnTo>
                  <a:lnTo>
                    <a:pt x="37473" y="7172"/>
                  </a:lnTo>
                  <a:lnTo>
                    <a:pt x="37136" y="4849"/>
                  </a:lnTo>
                  <a:lnTo>
                    <a:pt x="36934" y="3637"/>
                  </a:lnTo>
                  <a:lnTo>
                    <a:pt x="36732" y="2425"/>
                  </a:lnTo>
                  <a:lnTo>
                    <a:pt x="36496" y="1213"/>
                  </a:lnTo>
                  <a:lnTo>
                    <a:pt x="36328" y="641"/>
                  </a:lnTo>
                  <a:lnTo>
                    <a:pt x="36193" y="35"/>
                  </a:lnTo>
                  <a:lnTo>
                    <a:pt x="36126" y="1"/>
                  </a:lnTo>
                  <a:lnTo>
                    <a:pt x="36092"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0" name="Google Shape;147;p2"/>
            <p:cNvSpPr>
              <a:spLocks/>
            </p:cNvSpPr>
            <p:nvPr/>
          </p:nvSpPr>
          <p:spPr bwMode="auto">
            <a:xfrm>
              <a:off x="1655743" y="5756967"/>
              <a:ext cx="154241" cy="168583"/>
            </a:xfrm>
            <a:custGeom>
              <a:avLst/>
              <a:gdLst>
                <a:gd name="T0" fmla="*/ 129618 w 2324"/>
                <a:gd name="T1" fmla="*/ 13481 h 2526"/>
                <a:gd name="T2" fmla="*/ 129618 w 2324"/>
                <a:gd name="T3" fmla="*/ 42713 h 2526"/>
                <a:gd name="T4" fmla="*/ 131808 w 2324"/>
                <a:gd name="T5" fmla="*/ 74147 h 2526"/>
                <a:gd name="T6" fmla="*/ 136321 w 2324"/>
                <a:gd name="T7" fmla="*/ 105648 h 2526"/>
                <a:gd name="T8" fmla="*/ 143025 w 2324"/>
                <a:gd name="T9" fmla="*/ 134813 h 2526"/>
                <a:gd name="T10" fmla="*/ 145215 w 2324"/>
                <a:gd name="T11" fmla="*/ 137082 h 2526"/>
                <a:gd name="T12" fmla="*/ 143025 w 2324"/>
                <a:gd name="T13" fmla="*/ 137082 h 2526"/>
                <a:gd name="T14" fmla="*/ 116212 w 2324"/>
                <a:gd name="T15" fmla="*/ 139351 h 2526"/>
                <a:gd name="T16" fmla="*/ 89399 w 2324"/>
                <a:gd name="T17" fmla="*/ 143823 h 2526"/>
                <a:gd name="T18" fmla="*/ 62586 w 2324"/>
                <a:gd name="T19" fmla="*/ 146092 h 2526"/>
                <a:gd name="T20" fmla="*/ 33516 w 2324"/>
                <a:gd name="T21" fmla="*/ 148294 h 2526"/>
                <a:gd name="T22" fmla="*/ 22366 w 2324"/>
                <a:gd name="T23" fmla="*/ 89898 h 2526"/>
                <a:gd name="T24" fmla="*/ 11150 w 2324"/>
                <a:gd name="T25" fmla="*/ 26963 h 2526"/>
                <a:gd name="T26" fmla="*/ 40219 w 2324"/>
                <a:gd name="T27" fmla="*/ 26963 h 2526"/>
                <a:gd name="T28" fmla="*/ 71479 w 2324"/>
                <a:gd name="T29" fmla="*/ 24760 h 2526"/>
                <a:gd name="T30" fmla="*/ 129618 w 2324"/>
                <a:gd name="T31" fmla="*/ 13481 h 2526"/>
                <a:gd name="T32" fmla="*/ 129618 w 2324"/>
                <a:gd name="T33" fmla="*/ 0 h 2526"/>
                <a:gd name="T34" fmla="*/ 69289 w 2324"/>
                <a:gd name="T35" fmla="*/ 9010 h 2526"/>
                <a:gd name="T36" fmla="*/ 37963 w 2324"/>
                <a:gd name="T37" fmla="*/ 13481 h 2526"/>
                <a:gd name="T38" fmla="*/ 6703 w 2324"/>
                <a:gd name="T39" fmla="*/ 20222 h 2526"/>
                <a:gd name="T40" fmla="*/ 4447 w 2324"/>
                <a:gd name="T41" fmla="*/ 20222 h 2526"/>
                <a:gd name="T42" fmla="*/ 4447 w 2324"/>
                <a:gd name="T43" fmla="*/ 24760 h 2526"/>
                <a:gd name="T44" fmla="*/ 2257 w 2324"/>
                <a:gd name="T45" fmla="*/ 24760 h 2526"/>
                <a:gd name="T46" fmla="*/ 0 w 2324"/>
                <a:gd name="T47" fmla="*/ 26963 h 2526"/>
                <a:gd name="T48" fmla="*/ 2257 w 2324"/>
                <a:gd name="T49" fmla="*/ 62935 h 2526"/>
                <a:gd name="T50" fmla="*/ 8960 w 2324"/>
                <a:gd name="T51" fmla="*/ 96638 h 2526"/>
                <a:gd name="T52" fmla="*/ 15663 w 2324"/>
                <a:gd name="T53" fmla="*/ 132611 h 2526"/>
                <a:gd name="T54" fmla="*/ 24556 w 2324"/>
                <a:gd name="T55" fmla="*/ 164045 h 2526"/>
                <a:gd name="T56" fmla="*/ 26813 w 2324"/>
                <a:gd name="T57" fmla="*/ 168516 h 2526"/>
                <a:gd name="T58" fmla="*/ 31260 w 2324"/>
                <a:gd name="T59" fmla="*/ 168516 h 2526"/>
                <a:gd name="T60" fmla="*/ 35773 w 2324"/>
                <a:gd name="T61" fmla="*/ 166314 h 2526"/>
                <a:gd name="T62" fmla="*/ 37963 w 2324"/>
                <a:gd name="T63" fmla="*/ 161776 h 2526"/>
                <a:gd name="T64" fmla="*/ 35773 w 2324"/>
                <a:gd name="T65" fmla="*/ 157304 h 2526"/>
                <a:gd name="T66" fmla="*/ 62586 w 2324"/>
                <a:gd name="T67" fmla="*/ 159573 h 2526"/>
                <a:gd name="T68" fmla="*/ 91589 w 2324"/>
                <a:gd name="T69" fmla="*/ 157304 h 2526"/>
                <a:gd name="T70" fmla="*/ 118402 w 2324"/>
                <a:gd name="T71" fmla="*/ 152833 h 2526"/>
                <a:gd name="T72" fmla="*/ 145215 w 2324"/>
                <a:gd name="T73" fmla="*/ 146092 h 2526"/>
                <a:gd name="T74" fmla="*/ 147471 w 2324"/>
                <a:gd name="T75" fmla="*/ 141554 h 2526"/>
                <a:gd name="T76" fmla="*/ 147471 w 2324"/>
                <a:gd name="T77" fmla="*/ 139351 h 2526"/>
                <a:gd name="T78" fmla="*/ 151918 w 2324"/>
                <a:gd name="T79" fmla="*/ 137082 h 2526"/>
                <a:gd name="T80" fmla="*/ 154175 w 2324"/>
                <a:gd name="T81" fmla="*/ 132611 h 2526"/>
                <a:gd name="T82" fmla="*/ 151918 w 2324"/>
                <a:gd name="T83" fmla="*/ 103379 h 2526"/>
                <a:gd name="T84" fmla="*/ 147471 w 2324"/>
                <a:gd name="T85" fmla="*/ 71945 h 2526"/>
                <a:gd name="T86" fmla="*/ 140768 w 2324"/>
                <a:gd name="T87" fmla="*/ 40444 h 2526"/>
                <a:gd name="T88" fmla="*/ 136321 w 2324"/>
                <a:gd name="T89" fmla="*/ 11279 h 2526"/>
                <a:gd name="T90" fmla="*/ 136321 w 2324"/>
                <a:gd name="T91" fmla="*/ 6741 h 2526"/>
                <a:gd name="T92" fmla="*/ 136321 w 2324"/>
                <a:gd name="T93" fmla="*/ 4538 h 2526"/>
                <a:gd name="T94" fmla="*/ 134065 w 2324"/>
                <a:gd name="T95" fmla="*/ 2269 h 2526"/>
                <a:gd name="T96" fmla="*/ 129618 w 2324"/>
                <a:gd name="T97" fmla="*/ 0 h 252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324" h="2526" extrusionOk="0">
                  <a:moveTo>
                    <a:pt x="1953" y="202"/>
                  </a:moveTo>
                  <a:lnTo>
                    <a:pt x="1953" y="640"/>
                  </a:lnTo>
                  <a:lnTo>
                    <a:pt x="1986" y="1111"/>
                  </a:lnTo>
                  <a:lnTo>
                    <a:pt x="2054" y="1583"/>
                  </a:lnTo>
                  <a:lnTo>
                    <a:pt x="2155" y="2020"/>
                  </a:lnTo>
                  <a:lnTo>
                    <a:pt x="2188" y="2054"/>
                  </a:lnTo>
                  <a:lnTo>
                    <a:pt x="2155" y="2054"/>
                  </a:lnTo>
                  <a:lnTo>
                    <a:pt x="1751" y="2088"/>
                  </a:lnTo>
                  <a:lnTo>
                    <a:pt x="1347" y="2155"/>
                  </a:lnTo>
                  <a:lnTo>
                    <a:pt x="943" y="2189"/>
                  </a:lnTo>
                  <a:lnTo>
                    <a:pt x="505" y="2222"/>
                  </a:lnTo>
                  <a:lnTo>
                    <a:pt x="337" y="1347"/>
                  </a:lnTo>
                  <a:lnTo>
                    <a:pt x="168" y="404"/>
                  </a:lnTo>
                  <a:lnTo>
                    <a:pt x="606" y="404"/>
                  </a:lnTo>
                  <a:lnTo>
                    <a:pt x="1077" y="371"/>
                  </a:lnTo>
                  <a:lnTo>
                    <a:pt x="1953" y="202"/>
                  </a:lnTo>
                  <a:close/>
                  <a:moveTo>
                    <a:pt x="1953" y="0"/>
                  </a:moveTo>
                  <a:lnTo>
                    <a:pt x="1044" y="135"/>
                  </a:lnTo>
                  <a:lnTo>
                    <a:pt x="572" y="202"/>
                  </a:lnTo>
                  <a:lnTo>
                    <a:pt x="101" y="303"/>
                  </a:lnTo>
                  <a:lnTo>
                    <a:pt x="67" y="303"/>
                  </a:lnTo>
                  <a:lnTo>
                    <a:pt x="67" y="371"/>
                  </a:lnTo>
                  <a:lnTo>
                    <a:pt x="34" y="371"/>
                  </a:lnTo>
                  <a:lnTo>
                    <a:pt x="0" y="404"/>
                  </a:lnTo>
                  <a:lnTo>
                    <a:pt x="34" y="943"/>
                  </a:lnTo>
                  <a:lnTo>
                    <a:pt x="135" y="1448"/>
                  </a:lnTo>
                  <a:lnTo>
                    <a:pt x="236" y="1987"/>
                  </a:lnTo>
                  <a:lnTo>
                    <a:pt x="370" y="2458"/>
                  </a:lnTo>
                  <a:lnTo>
                    <a:pt x="404" y="2525"/>
                  </a:lnTo>
                  <a:lnTo>
                    <a:pt x="471" y="2525"/>
                  </a:lnTo>
                  <a:lnTo>
                    <a:pt x="539" y="2492"/>
                  </a:lnTo>
                  <a:lnTo>
                    <a:pt x="572" y="2424"/>
                  </a:lnTo>
                  <a:lnTo>
                    <a:pt x="539" y="2357"/>
                  </a:lnTo>
                  <a:lnTo>
                    <a:pt x="943" y="2391"/>
                  </a:lnTo>
                  <a:lnTo>
                    <a:pt x="1380" y="2357"/>
                  </a:lnTo>
                  <a:lnTo>
                    <a:pt x="1784" y="2290"/>
                  </a:lnTo>
                  <a:lnTo>
                    <a:pt x="2188" y="2189"/>
                  </a:lnTo>
                  <a:lnTo>
                    <a:pt x="2222" y="2121"/>
                  </a:lnTo>
                  <a:lnTo>
                    <a:pt x="2222" y="2088"/>
                  </a:lnTo>
                  <a:lnTo>
                    <a:pt x="2289" y="2054"/>
                  </a:lnTo>
                  <a:lnTo>
                    <a:pt x="2323" y="1987"/>
                  </a:lnTo>
                  <a:lnTo>
                    <a:pt x="2289" y="1549"/>
                  </a:lnTo>
                  <a:lnTo>
                    <a:pt x="2222" y="1078"/>
                  </a:lnTo>
                  <a:lnTo>
                    <a:pt x="2121" y="606"/>
                  </a:lnTo>
                  <a:lnTo>
                    <a:pt x="2054" y="169"/>
                  </a:lnTo>
                  <a:lnTo>
                    <a:pt x="2054" y="101"/>
                  </a:lnTo>
                  <a:lnTo>
                    <a:pt x="2054" y="68"/>
                  </a:lnTo>
                  <a:lnTo>
                    <a:pt x="2020" y="34"/>
                  </a:lnTo>
                  <a:lnTo>
                    <a:pt x="195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1" name="Google Shape;148;p2"/>
            <p:cNvSpPr>
              <a:spLocks/>
            </p:cNvSpPr>
            <p:nvPr/>
          </p:nvSpPr>
          <p:spPr bwMode="auto">
            <a:xfrm>
              <a:off x="1705037" y="6059144"/>
              <a:ext cx="275091" cy="166992"/>
            </a:xfrm>
            <a:custGeom>
              <a:avLst/>
              <a:gdLst>
                <a:gd name="T0" fmla="*/ 248259 w 4142"/>
                <a:gd name="T1" fmla="*/ 11172 h 2526"/>
                <a:gd name="T2" fmla="*/ 246001 w 4142"/>
                <a:gd name="T3" fmla="*/ 22279 h 2526"/>
                <a:gd name="T4" fmla="*/ 248259 w 4142"/>
                <a:gd name="T5" fmla="*/ 31204 h 2526"/>
                <a:gd name="T6" fmla="*/ 250517 w 4142"/>
                <a:gd name="T7" fmla="*/ 53482 h 2526"/>
                <a:gd name="T8" fmla="*/ 259417 w 4142"/>
                <a:gd name="T9" fmla="*/ 115757 h 2526"/>
                <a:gd name="T10" fmla="*/ 203562 w 4142"/>
                <a:gd name="T11" fmla="*/ 122434 h 2526"/>
                <a:gd name="T12" fmla="*/ 147641 w 4142"/>
                <a:gd name="T13" fmla="*/ 129111 h 2526"/>
                <a:gd name="T14" fmla="*/ 89461 w 4142"/>
                <a:gd name="T15" fmla="*/ 138036 h 2526"/>
                <a:gd name="T16" fmla="*/ 60438 w 4142"/>
                <a:gd name="T17" fmla="*/ 144713 h 2526"/>
                <a:gd name="T18" fmla="*/ 44764 w 4142"/>
                <a:gd name="T19" fmla="*/ 149142 h 2526"/>
                <a:gd name="T20" fmla="*/ 33606 w 4142"/>
                <a:gd name="T21" fmla="*/ 155820 h 2526"/>
                <a:gd name="T22" fmla="*/ 22382 w 4142"/>
                <a:gd name="T23" fmla="*/ 91297 h 2526"/>
                <a:gd name="T24" fmla="*/ 17932 w 4142"/>
                <a:gd name="T25" fmla="*/ 66836 h 2526"/>
                <a:gd name="T26" fmla="*/ 15674 w 4142"/>
                <a:gd name="T27" fmla="*/ 53482 h 2526"/>
                <a:gd name="T28" fmla="*/ 11224 w 4142"/>
                <a:gd name="T29" fmla="*/ 42310 h 2526"/>
                <a:gd name="T30" fmla="*/ 69337 w 4142"/>
                <a:gd name="T31" fmla="*/ 31204 h 2526"/>
                <a:gd name="T32" fmla="*/ 129709 w 4142"/>
                <a:gd name="T33" fmla="*/ 24527 h 2526"/>
                <a:gd name="T34" fmla="*/ 248259 w 4142"/>
                <a:gd name="T35" fmla="*/ 11172 h 2526"/>
                <a:gd name="T36" fmla="*/ 216978 w 4142"/>
                <a:gd name="T37" fmla="*/ 66 h 2526"/>
                <a:gd name="T38" fmla="*/ 181180 w 4142"/>
                <a:gd name="T39" fmla="*/ 4495 h 2526"/>
                <a:gd name="T40" fmla="*/ 111843 w 4142"/>
                <a:gd name="T41" fmla="*/ 13420 h 2526"/>
                <a:gd name="T42" fmla="*/ 58180 w 4142"/>
                <a:gd name="T43" fmla="*/ 20097 h 2526"/>
                <a:gd name="T44" fmla="*/ 31348 w 4142"/>
                <a:gd name="T45" fmla="*/ 26774 h 2526"/>
                <a:gd name="T46" fmla="*/ 17932 w 4142"/>
                <a:gd name="T47" fmla="*/ 31204 h 2526"/>
                <a:gd name="T48" fmla="*/ 8966 w 4142"/>
                <a:gd name="T49" fmla="*/ 37881 h 2526"/>
                <a:gd name="T50" fmla="*/ 6774 w 4142"/>
                <a:gd name="T51" fmla="*/ 33451 h 2526"/>
                <a:gd name="T52" fmla="*/ 4516 w 4142"/>
                <a:gd name="T53" fmla="*/ 35633 h 2526"/>
                <a:gd name="T54" fmla="*/ 66 w 4142"/>
                <a:gd name="T55" fmla="*/ 46805 h 2526"/>
                <a:gd name="T56" fmla="*/ 2258 w 4142"/>
                <a:gd name="T57" fmla="*/ 60159 h 2526"/>
                <a:gd name="T58" fmla="*/ 6774 w 4142"/>
                <a:gd name="T59" fmla="*/ 84620 h 2526"/>
                <a:gd name="T60" fmla="*/ 20190 w 4142"/>
                <a:gd name="T61" fmla="*/ 160315 h 2526"/>
                <a:gd name="T62" fmla="*/ 22382 w 4142"/>
                <a:gd name="T63" fmla="*/ 164744 h 2526"/>
                <a:gd name="T64" fmla="*/ 26898 w 4142"/>
                <a:gd name="T65" fmla="*/ 166992 h 2526"/>
                <a:gd name="T66" fmla="*/ 31348 w 4142"/>
                <a:gd name="T67" fmla="*/ 164744 h 2526"/>
                <a:gd name="T68" fmla="*/ 33606 w 4142"/>
                <a:gd name="T69" fmla="*/ 160315 h 2526"/>
                <a:gd name="T70" fmla="*/ 33606 w 4142"/>
                <a:gd name="T71" fmla="*/ 158067 h 2526"/>
                <a:gd name="T72" fmla="*/ 58180 w 4142"/>
                <a:gd name="T73" fmla="*/ 158067 h 2526"/>
                <a:gd name="T74" fmla="*/ 82753 w 4142"/>
                <a:gd name="T75" fmla="*/ 153638 h 2526"/>
                <a:gd name="T76" fmla="*/ 134225 w 4142"/>
                <a:gd name="T77" fmla="*/ 142465 h 2526"/>
                <a:gd name="T78" fmla="*/ 199046 w 4142"/>
                <a:gd name="T79" fmla="*/ 133607 h 2526"/>
                <a:gd name="T80" fmla="*/ 263933 w 4142"/>
                <a:gd name="T81" fmla="*/ 126930 h 2526"/>
                <a:gd name="T82" fmla="*/ 263933 w 4142"/>
                <a:gd name="T83" fmla="*/ 131359 h 2526"/>
                <a:gd name="T84" fmla="*/ 266125 w 4142"/>
                <a:gd name="T85" fmla="*/ 133607 h 2526"/>
                <a:gd name="T86" fmla="*/ 270641 w 4142"/>
                <a:gd name="T87" fmla="*/ 135788 h 2526"/>
                <a:gd name="T88" fmla="*/ 272833 w 4142"/>
                <a:gd name="T89" fmla="*/ 133607 h 2526"/>
                <a:gd name="T90" fmla="*/ 275091 w 4142"/>
                <a:gd name="T91" fmla="*/ 129111 h 2526"/>
                <a:gd name="T92" fmla="*/ 270641 w 4142"/>
                <a:gd name="T93" fmla="*/ 95726 h 2526"/>
                <a:gd name="T94" fmla="*/ 266125 w 4142"/>
                <a:gd name="T95" fmla="*/ 60159 h 2526"/>
                <a:gd name="T96" fmla="*/ 263933 w 4142"/>
                <a:gd name="T97" fmla="*/ 35633 h 2526"/>
                <a:gd name="T98" fmla="*/ 261675 w 4142"/>
                <a:gd name="T99" fmla="*/ 22279 h 2526"/>
                <a:gd name="T100" fmla="*/ 254967 w 4142"/>
                <a:gd name="T101" fmla="*/ 8925 h 2526"/>
                <a:gd name="T102" fmla="*/ 257225 w 4142"/>
                <a:gd name="T103" fmla="*/ 6743 h 2526"/>
                <a:gd name="T104" fmla="*/ 257225 w 4142"/>
                <a:gd name="T105" fmla="*/ 2248 h 2526"/>
                <a:gd name="T106" fmla="*/ 254967 w 4142"/>
                <a:gd name="T107" fmla="*/ 66 h 2526"/>
                <a:gd name="T108" fmla="*/ 216978 w 4142"/>
                <a:gd name="T109" fmla="*/ 66 h 252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142" h="2526" extrusionOk="0">
                  <a:moveTo>
                    <a:pt x="3738" y="169"/>
                  </a:moveTo>
                  <a:lnTo>
                    <a:pt x="3704" y="337"/>
                  </a:lnTo>
                  <a:lnTo>
                    <a:pt x="3738" y="472"/>
                  </a:lnTo>
                  <a:lnTo>
                    <a:pt x="3772" y="809"/>
                  </a:lnTo>
                  <a:lnTo>
                    <a:pt x="3906" y="1751"/>
                  </a:lnTo>
                  <a:lnTo>
                    <a:pt x="3065" y="1852"/>
                  </a:lnTo>
                  <a:lnTo>
                    <a:pt x="2223" y="1953"/>
                  </a:lnTo>
                  <a:lnTo>
                    <a:pt x="1347" y="2088"/>
                  </a:lnTo>
                  <a:lnTo>
                    <a:pt x="910" y="2189"/>
                  </a:lnTo>
                  <a:lnTo>
                    <a:pt x="674" y="2256"/>
                  </a:lnTo>
                  <a:lnTo>
                    <a:pt x="506" y="2357"/>
                  </a:lnTo>
                  <a:lnTo>
                    <a:pt x="337" y="1381"/>
                  </a:lnTo>
                  <a:lnTo>
                    <a:pt x="270" y="1011"/>
                  </a:lnTo>
                  <a:lnTo>
                    <a:pt x="236" y="809"/>
                  </a:lnTo>
                  <a:lnTo>
                    <a:pt x="169" y="640"/>
                  </a:lnTo>
                  <a:lnTo>
                    <a:pt x="1044" y="472"/>
                  </a:lnTo>
                  <a:lnTo>
                    <a:pt x="1953" y="371"/>
                  </a:lnTo>
                  <a:lnTo>
                    <a:pt x="3738" y="169"/>
                  </a:lnTo>
                  <a:close/>
                  <a:moveTo>
                    <a:pt x="3267" y="1"/>
                  </a:moveTo>
                  <a:lnTo>
                    <a:pt x="2728" y="68"/>
                  </a:lnTo>
                  <a:lnTo>
                    <a:pt x="1684" y="203"/>
                  </a:lnTo>
                  <a:lnTo>
                    <a:pt x="876" y="304"/>
                  </a:lnTo>
                  <a:lnTo>
                    <a:pt x="472" y="405"/>
                  </a:lnTo>
                  <a:lnTo>
                    <a:pt x="270" y="472"/>
                  </a:lnTo>
                  <a:lnTo>
                    <a:pt x="135" y="573"/>
                  </a:lnTo>
                  <a:lnTo>
                    <a:pt x="102" y="506"/>
                  </a:lnTo>
                  <a:lnTo>
                    <a:pt x="68" y="539"/>
                  </a:lnTo>
                  <a:lnTo>
                    <a:pt x="1" y="708"/>
                  </a:lnTo>
                  <a:lnTo>
                    <a:pt x="34" y="910"/>
                  </a:lnTo>
                  <a:lnTo>
                    <a:pt x="102" y="1280"/>
                  </a:lnTo>
                  <a:lnTo>
                    <a:pt x="304" y="2425"/>
                  </a:lnTo>
                  <a:lnTo>
                    <a:pt x="337" y="2492"/>
                  </a:lnTo>
                  <a:lnTo>
                    <a:pt x="405" y="2526"/>
                  </a:lnTo>
                  <a:lnTo>
                    <a:pt x="472" y="2492"/>
                  </a:lnTo>
                  <a:lnTo>
                    <a:pt x="506" y="2425"/>
                  </a:lnTo>
                  <a:lnTo>
                    <a:pt x="506" y="2391"/>
                  </a:lnTo>
                  <a:lnTo>
                    <a:pt x="876" y="2391"/>
                  </a:lnTo>
                  <a:lnTo>
                    <a:pt x="1246" y="2324"/>
                  </a:lnTo>
                  <a:lnTo>
                    <a:pt x="2021" y="2155"/>
                  </a:lnTo>
                  <a:lnTo>
                    <a:pt x="2997" y="2021"/>
                  </a:lnTo>
                  <a:lnTo>
                    <a:pt x="3974" y="1920"/>
                  </a:lnTo>
                  <a:lnTo>
                    <a:pt x="3974" y="1987"/>
                  </a:lnTo>
                  <a:lnTo>
                    <a:pt x="4007" y="2021"/>
                  </a:lnTo>
                  <a:lnTo>
                    <a:pt x="4075" y="2054"/>
                  </a:lnTo>
                  <a:lnTo>
                    <a:pt x="4108" y="2021"/>
                  </a:lnTo>
                  <a:lnTo>
                    <a:pt x="4142" y="1953"/>
                  </a:lnTo>
                  <a:lnTo>
                    <a:pt x="4075" y="1448"/>
                  </a:lnTo>
                  <a:lnTo>
                    <a:pt x="4007" y="910"/>
                  </a:lnTo>
                  <a:lnTo>
                    <a:pt x="3974" y="539"/>
                  </a:lnTo>
                  <a:lnTo>
                    <a:pt x="3940" y="337"/>
                  </a:lnTo>
                  <a:lnTo>
                    <a:pt x="3839" y="135"/>
                  </a:lnTo>
                  <a:lnTo>
                    <a:pt x="3873" y="102"/>
                  </a:lnTo>
                  <a:lnTo>
                    <a:pt x="3873" y="34"/>
                  </a:lnTo>
                  <a:lnTo>
                    <a:pt x="3839" y="1"/>
                  </a:lnTo>
                  <a:lnTo>
                    <a:pt x="326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2" name="Google Shape;149;p2"/>
            <p:cNvSpPr>
              <a:spLocks/>
            </p:cNvSpPr>
            <p:nvPr/>
          </p:nvSpPr>
          <p:spPr bwMode="auto">
            <a:xfrm>
              <a:off x="1678005" y="5898512"/>
              <a:ext cx="240108" cy="166993"/>
            </a:xfrm>
            <a:custGeom>
              <a:avLst/>
              <a:gdLst>
                <a:gd name="T0" fmla="*/ 219855 w 3604"/>
                <a:gd name="T1" fmla="*/ 80125 h 2526"/>
                <a:gd name="T2" fmla="*/ 224385 w 3604"/>
                <a:gd name="T3" fmla="*/ 131360 h 2526"/>
                <a:gd name="T4" fmla="*/ 192939 w 3604"/>
                <a:gd name="T5" fmla="*/ 126864 h 2526"/>
                <a:gd name="T6" fmla="*/ 98735 w 3604"/>
                <a:gd name="T7" fmla="*/ 149143 h 2526"/>
                <a:gd name="T8" fmla="*/ 65090 w 3604"/>
                <a:gd name="T9" fmla="*/ 151391 h 2526"/>
                <a:gd name="T10" fmla="*/ 31446 w 3604"/>
                <a:gd name="T11" fmla="*/ 158068 h 2526"/>
                <a:gd name="T12" fmla="*/ 15723 w 3604"/>
                <a:gd name="T13" fmla="*/ 95727 h 2526"/>
                <a:gd name="T14" fmla="*/ 13524 w 3604"/>
                <a:gd name="T15" fmla="*/ 57912 h 2526"/>
                <a:gd name="T16" fmla="*/ 11259 w 3604"/>
                <a:gd name="T17" fmla="*/ 46740 h 2526"/>
                <a:gd name="T18" fmla="*/ 56096 w 3604"/>
                <a:gd name="T19" fmla="*/ 35633 h 2526"/>
                <a:gd name="T20" fmla="*/ 157030 w 3604"/>
                <a:gd name="T21" fmla="*/ 24527 h 2526"/>
                <a:gd name="T22" fmla="*/ 215391 w 3604"/>
                <a:gd name="T23" fmla="*/ 0 h 2526"/>
                <a:gd name="T24" fmla="*/ 210861 w 3604"/>
                <a:gd name="T25" fmla="*/ 6677 h 2526"/>
                <a:gd name="T26" fmla="*/ 163758 w 3604"/>
                <a:gd name="T27" fmla="*/ 13354 h 2526"/>
                <a:gd name="T28" fmla="*/ 62825 w 3604"/>
                <a:gd name="T29" fmla="*/ 22279 h 2526"/>
                <a:gd name="T30" fmla="*/ 11259 w 3604"/>
                <a:gd name="T31" fmla="*/ 35633 h 2526"/>
                <a:gd name="T32" fmla="*/ 8994 w 3604"/>
                <a:gd name="T33" fmla="*/ 44558 h 2526"/>
                <a:gd name="T34" fmla="*/ 4530 w 3604"/>
                <a:gd name="T35" fmla="*/ 40062 h 2526"/>
                <a:gd name="T36" fmla="*/ 67 w 3604"/>
                <a:gd name="T37" fmla="*/ 53417 h 2526"/>
                <a:gd name="T38" fmla="*/ 4530 w 3604"/>
                <a:gd name="T39" fmla="*/ 97975 h 2526"/>
                <a:gd name="T40" fmla="*/ 20253 w 3604"/>
                <a:gd name="T41" fmla="*/ 162498 h 2526"/>
                <a:gd name="T42" fmla="*/ 26982 w 3604"/>
                <a:gd name="T43" fmla="*/ 166993 h 2526"/>
                <a:gd name="T44" fmla="*/ 31446 w 3604"/>
                <a:gd name="T45" fmla="*/ 160316 h 2526"/>
                <a:gd name="T46" fmla="*/ 78548 w 3604"/>
                <a:gd name="T47" fmla="*/ 162498 h 2526"/>
                <a:gd name="T48" fmla="*/ 125650 w 3604"/>
                <a:gd name="T49" fmla="*/ 155820 h 2526"/>
                <a:gd name="T50" fmla="*/ 177216 w 3604"/>
                <a:gd name="T51" fmla="*/ 144714 h 2526"/>
                <a:gd name="T52" fmla="*/ 228849 w 3604"/>
                <a:gd name="T53" fmla="*/ 142466 h 2526"/>
                <a:gd name="T54" fmla="*/ 235578 w 3604"/>
                <a:gd name="T55" fmla="*/ 144714 h 2526"/>
                <a:gd name="T56" fmla="*/ 240041 w 3604"/>
                <a:gd name="T57" fmla="*/ 124683 h 2526"/>
                <a:gd name="T58" fmla="*/ 235578 w 3604"/>
                <a:gd name="T59" fmla="*/ 77943 h 2526"/>
                <a:gd name="T60" fmla="*/ 222120 w 3604"/>
                <a:gd name="T61" fmla="*/ 4495 h 2526"/>
                <a:gd name="T62" fmla="*/ 215391 w 3604"/>
                <a:gd name="T63" fmla="*/ 0 h 25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604" h="2526" extrusionOk="0">
                  <a:moveTo>
                    <a:pt x="3199" y="337"/>
                  </a:moveTo>
                  <a:lnTo>
                    <a:pt x="3300" y="1212"/>
                  </a:lnTo>
                  <a:lnTo>
                    <a:pt x="3334" y="1583"/>
                  </a:lnTo>
                  <a:lnTo>
                    <a:pt x="3368" y="1987"/>
                  </a:lnTo>
                  <a:lnTo>
                    <a:pt x="3267" y="1919"/>
                  </a:lnTo>
                  <a:lnTo>
                    <a:pt x="2896" y="1919"/>
                  </a:lnTo>
                  <a:lnTo>
                    <a:pt x="2425" y="2020"/>
                  </a:lnTo>
                  <a:lnTo>
                    <a:pt x="1482" y="2256"/>
                  </a:lnTo>
                  <a:lnTo>
                    <a:pt x="1246" y="2290"/>
                  </a:lnTo>
                  <a:lnTo>
                    <a:pt x="977" y="2290"/>
                  </a:lnTo>
                  <a:lnTo>
                    <a:pt x="708" y="2324"/>
                  </a:lnTo>
                  <a:lnTo>
                    <a:pt x="472" y="2391"/>
                  </a:lnTo>
                  <a:lnTo>
                    <a:pt x="337" y="1919"/>
                  </a:lnTo>
                  <a:lnTo>
                    <a:pt x="236" y="1448"/>
                  </a:lnTo>
                  <a:lnTo>
                    <a:pt x="203" y="1078"/>
                  </a:lnTo>
                  <a:lnTo>
                    <a:pt x="203" y="876"/>
                  </a:lnTo>
                  <a:lnTo>
                    <a:pt x="135" y="707"/>
                  </a:lnTo>
                  <a:lnTo>
                    <a:pt x="169" y="707"/>
                  </a:lnTo>
                  <a:lnTo>
                    <a:pt x="506" y="606"/>
                  </a:lnTo>
                  <a:lnTo>
                    <a:pt x="842" y="539"/>
                  </a:lnTo>
                  <a:lnTo>
                    <a:pt x="1549" y="472"/>
                  </a:lnTo>
                  <a:lnTo>
                    <a:pt x="2357" y="371"/>
                  </a:lnTo>
                  <a:lnTo>
                    <a:pt x="3199" y="337"/>
                  </a:lnTo>
                  <a:close/>
                  <a:moveTo>
                    <a:pt x="3233" y="0"/>
                  </a:moveTo>
                  <a:lnTo>
                    <a:pt x="3165" y="34"/>
                  </a:lnTo>
                  <a:lnTo>
                    <a:pt x="3165" y="101"/>
                  </a:lnTo>
                  <a:lnTo>
                    <a:pt x="3165" y="169"/>
                  </a:lnTo>
                  <a:lnTo>
                    <a:pt x="2458" y="202"/>
                  </a:lnTo>
                  <a:lnTo>
                    <a:pt x="1751" y="270"/>
                  </a:lnTo>
                  <a:lnTo>
                    <a:pt x="943" y="337"/>
                  </a:lnTo>
                  <a:lnTo>
                    <a:pt x="539" y="438"/>
                  </a:lnTo>
                  <a:lnTo>
                    <a:pt x="169" y="539"/>
                  </a:lnTo>
                  <a:lnTo>
                    <a:pt x="135" y="606"/>
                  </a:lnTo>
                  <a:lnTo>
                    <a:pt x="135" y="674"/>
                  </a:lnTo>
                  <a:lnTo>
                    <a:pt x="102" y="606"/>
                  </a:lnTo>
                  <a:lnTo>
                    <a:pt x="68" y="606"/>
                  </a:lnTo>
                  <a:lnTo>
                    <a:pt x="34" y="707"/>
                  </a:lnTo>
                  <a:lnTo>
                    <a:pt x="1" y="808"/>
                  </a:lnTo>
                  <a:lnTo>
                    <a:pt x="1" y="1044"/>
                  </a:lnTo>
                  <a:lnTo>
                    <a:pt x="68" y="1482"/>
                  </a:lnTo>
                  <a:lnTo>
                    <a:pt x="169" y="1987"/>
                  </a:lnTo>
                  <a:lnTo>
                    <a:pt x="304" y="2458"/>
                  </a:lnTo>
                  <a:lnTo>
                    <a:pt x="337" y="2526"/>
                  </a:lnTo>
                  <a:lnTo>
                    <a:pt x="405" y="2526"/>
                  </a:lnTo>
                  <a:lnTo>
                    <a:pt x="472" y="2492"/>
                  </a:lnTo>
                  <a:lnTo>
                    <a:pt x="472" y="2425"/>
                  </a:lnTo>
                  <a:lnTo>
                    <a:pt x="842" y="2492"/>
                  </a:lnTo>
                  <a:lnTo>
                    <a:pt x="1179" y="2458"/>
                  </a:lnTo>
                  <a:lnTo>
                    <a:pt x="1549" y="2425"/>
                  </a:lnTo>
                  <a:lnTo>
                    <a:pt x="1886" y="2357"/>
                  </a:lnTo>
                  <a:lnTo>
                    <a:pt x="2290" y="2256"/>
                  </a:lnTo>
                  <a:lnTo>
                    <a:pt x="2660" y="2189"/>
                  </a:lnTo>
                  <a:lnTo>
                    <a:pt x="3031" y="2155"/>
                  </a:lnTo>
                  <a:lnTo>
                    <a:pt x="3435" y="2155"/>
                  </a:lnTo>
                  <a:lnTo>
                    <a:pt x="3435" y="2189"/>
                  </a:lnTo>
                  <a:lnTo>
                    <a:pt x="3536" y="2189"/>
                  </a:lnTo>
                  <a:lnTo>
                    <a:pt x="3570" y="2121"/>
                  </a:lnTo>
                  <a:lnTo>
                    <a:pt x="3603" y="1886"/>
                  </a:lnTo>
                  <a:lnTo>
                    <a:pt x="3603" y="1650"/>
                  </a:lnTo>
                  <a:lnTo>
                    <a:pt x="3536" y="1179"/>
                  </a:lnTo>
                  <a:lnTo>
                    <a:pt x="3469" y="606"/>
                  </a:lnTo>
                  <a:lnTo>
                    <a:pt x="3334" y="68"/>
                  </a:lnTo>
                  <a:lnTo>
                    <a:pt x="3300" y="0"/>
                  </a:lnTo>
                  <a:lnTo>
                    <a:pt x="323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3" name="Google Shape;150;p2"/>
            <p:cNvSpPr>
              <a:spLocks/>
            </p:cNvSpPr>
            <p:nvPr/>
          </p:nvSpPr>
          <p:spPr bwMode="auto">
            <a:xfrm>
              <a:off x="2749747" y="5935092"/>
              <a:ext cx="22262" cy="135184"/>
            </a:xfrm>
            <a:custGeom>
              <a:avLst/>
              <a:gdLst>
                <a:gd name="T0" fmla="*/ 66 w 338"/>
                <a:gd name="T1" fmla="*/ 67 h 2021"/>
                <a:gd name="T2" fmla="*/ 66 w 338"/>
                <a:gd name="T3" fmla="*/ 2274 h 2021"/>
                <a:gd name="T4" fmla="*/ 66 w 338"/>
                <a:gd name="T5" fmla="*/ 18060 h 2021"/>
                <a:gd name="T6" fmla="*/ 2239 w 338"/>
                <a:gd name="T7" fmla="*/ 31572 h 2021"/>
                <a:gd name="T8" fmla="*/ 6718 w 338"/>
                <a:gd name="T9" fmla="*/ 63077 h 2021"/>
                <a:gd name="T10" fmla="*/ 8892 w 338"/>
                <a:gd name="T11" fmla="*/ 96856 h 2021"/>
                <a:gd name="T12" fmla="*/ 11131 w 338"/>
                <a:gd name="T13" fmla="*/ 114916 h 2021"/>
                <a:gd name="T14" fmla="*/ 13370 w 338"/>
                <a:gd name="T15" fmla="*/ 130702 h 2021"/>
                <a:gd name="T16" fmla="*/ 15544 w 338"/>
                <a:gd name="T17" fmla="*/ 132910 h 2021"/>
                <a:gd name="T18" fmla="*/ 17783 w 338"/>
                <a:gd name="T19" fmla="*/ 135184 h 2021"/>
                <a:gd name="T20" fmla="*/ 20023 w 338"/>
                <a:gd name="T21" fmla="*/ 132910 h 2021"/>
                <a:gd name="T22" fmla="*/ 22196 w 338"/>
                <a:gd name="T23" fmla="*/ 130702 h 2021"/>
                <a:gd name="T24" fmla="*/ 22196 w 338"/>
                <a:gd name="T25" fmla="*/ 112642 h 2021"/>
                <a:gd name="T26" fmla="*/ 22196 w 338"/>
                <a:gd name="T27" fmla="*/ 96856 h 2021"/>
                <a:gd name="T28" fmla="*/ 17783 w 338"/>
                <a:gd name="T29" fmla="*/ 60870 h 2021"/>
                <a:gd name="T30" fmla="*/ 13370 w 338"/>
                <a:gd name="T31" fmla="*/ 31572 h 2021"/>
                <a:gd name="T32" fmla="*/ 11131 w 338"/>
                <a:gd name="T33" fmla="*/ 15786 h 2021"/>
                <a:gd name="T34" fmla="*/ 6718 w 338"/>
                <a:gd name="T35" fmla="*/ 2274 h 2021"/>
                <a:gd name="T36" fmla="*/ 4479 w 338"/>
                <a:gd name="T37" fmla="*/ 67 h 2021"/>
                <a:gd name="T38" fmla="*/ 66 w 338"/>
                <a:gd name="T39" fmla="*/ 67 h 20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38" h="2021" extrusionOk="0">
                  <a:moveTo>
                    <a:pt x="1" y="1"/>
                  </a:moveTo>
                  <a:lnTo>
                    <a:pt x="1" y="34"/>
                  </a:lnTo>
                  <a:lnTo>
                    <a:pt x="1" y="270"/>
                  </a:lnTo>
                  <a:lnTo>
                    <a:pt x="34" y="472"/>
                  </a:lnTo>
                  <a:lnTo>
                    <a:pt x="102" y="943"/>
                  </a:lnTo>
                  <a:lnTo>
                    <a:pt x="135" y="1448"/>
                  </a:lnTo>
                  <a:lnTo>
                    <a:pt x="169" y="1718"/>
                  </a:lnTo>
                  <a:lnTo>
                    <a:pt x="203" y="1954"/>
                  </a:lnTo>
                  <a:lnTo>
                    <a:pt x="236" y="1987"/>
                  </a:lnTo>
                  <a:lnTo>
                    <a:pt x="270" y="2021"/>
                  </a:lnTo>
                  <a:lnTo>
                    <a:pt x="304" y="1987"/>
                  </a:lnTo>
                  <a:lnTo>
                    <a:pt x="337" y="1954"/>
                  </a:lnTo>
                  <a:lnTo>
                    <a:pt x="337" y="1684"/>
                  </a:lnTo>
                  <a:lnTo>
                    <a:pt x="337" y="1448"/>
                  </a:lnTo>
                  <a:lnTo>
                    <a:pt x="270" y="910"/>
                  </a:lnTo>
                  <a:lnTo>
                    <a:pt x="203" y="472"/>
                  </a:lnTo>
                  <a:lnTo>
                    <a:pt x="169" y="236"/>
                  </a:lnTo>
                  <a:lnTo>
                    <a:pt x="102" y="34"/>
                  </a:lnTo>
                  <a:lnTo>
                    <a:pt x="68" y="1"/>
                  </a:lnTo>
                  <a:lnTo>
                    <a:pt x="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4" name="Google Shape;151;p2"/>
            <p:cNvSpPr>
              <a:spLocks/>
            </p:cNvSpPr>
            <p:nvPr/>
          </p:nvSpPr>
          <p:spPr bwMode="auto">
            <a:xfrm>
              <a:off x="3217242" y="5690170"/>
              <a:ext cx="147881" cy="147907"/>
            </a:xfrm>
            <a:custGeom>
              <a:avLst/>
              <a:gdLst>
                <a:gd name="T0" fmla="*/ 120939 w 2223"/>
                <a:gd name="T1" fmla="*/ 0 h 2223"/>
                <a:gd name="T2" fmla="*/ 87345 w 2223"/>
                <a:gd name="T3" fmla="*/ 4524 h 2223"/>
                <a:gd name="T4" fmla="*/ 53751 w 2223"/>
                <a:gd name="T5" fmla="*/ 8982 h 2223"/>
                <a:gd name="T6" fmla="*/ 26875 w 2223"/>
                <a:gd name="T7" fmla="*/ 11244 h 2223"/>
                <a:gd name="T8" fmla="*/ 13438 w 2223"/>
                <a:gd name="T9" fmla="*/ 13440 h 2223"/>
                <a:gd name="T10" fmla="*/ 0 w 2223"/>
                <a:gd name="T11" fmla="*/ 17964 h 2223"/>
                <a:gd name="T12" fmla="*/ 0 w 2223"/>
                <a:gd name="T13" fmla="*/ 20160 h 2223"/>
                <a:gd name="T14" fmla="*/ 11242 w 2223"/>
                <a:gd name="T15" fmla="*/ 24684 h 2223"/>
                <a:gd name="T16" fmla="*/ 22418 w 2223"/>
                <a:gd name="T17" fmla="*/ 26880 h 2223"/>
                <a:gd name="T18" fmla="*/ 47032 w 2223"/>
                <a:gd name="T19" fmla="*/ 22422 h 2223"/>
                <a:gd name="T20" fmla="*/ 82888 w 2223"/>
                <a:gd name="T21" fmla="*/ 17964 h 2223"/>
                <a:gd name="T22" fmla="*/ 118744 w 2223"/>
                <a:gd name="T23" fmla="*/ 13440 h 2223"/>
                <a:gd name="T24" fmla="*/ 118744 w 2223"/>
                <a:gd name="T25" fmla="*/ 24684 h 2223"/>
                <a:gd name="T26" fmla="*/ 118744 w 2223"/>
                <a:gd name="T27" fmla="*/ 35862 h 2223"/>
                <a:gd name="T28" fmla="*/ 123201 w 2223"/>
                <a:gd name="T29" fmla="*/ 60480 h 2223"/>
                <a:gd name="T30" fmla="*/ 127658 w 2223"/>
                <a:gd name="T31" fmla="*/ 91885 h 2223"/>
                <a:gd name="T32" fmla="*/ 129920 w 2223"/>
                <a:gd name="T33" fmla="*/ 107520 h 2223"/>
                <a:gd name="T34" fmla="*/ 134377 w 2223"/>
                <a:gd name="T35" fmla="*/ 120960 h 2223"/>
                <a:gd name="T36" fmla="*/ 69450 w 2223"/>
                <a:gd name="T37" fmla="*/ 129943 h 2223"/>
                <a:gd name="T38" fmla="*/ 44837 w 2223"/>
                <a:gd name="T39" fmla="*/ 132205 h 2223"/>
                <a:gd name="T40" fmla="*/ 33594 w 2223"/>
                <a:gd name="T41" fmla="*/ 134400 h 2223"/>
                <a:gd name="T42" fmla="*/ 24680 w 2223"/>
                <a:gd name="T43" fmla="*/ 141120 h 2223"/>
                <a:gd name="T44" fmla="*/ 35856 w 2223"/>
                <a:gd name="T45" fmla="*/ 145645 h 2223"/>
                <a:gd name="T46" fmla="*/ 47032 w 2223"/>
                <a:gd name="T47" fmla="*/ 147840 h 2223"/>
                <a:gd name="T48" fmla="*/ 71712 w 2223"/>
                <a:gd name="T49" fmla="*/ 143383 h 2223"/>
                <a:gd name="T50" fmla="*/ 141096 w 2223"/>
                <a:gd name="T51" fmla="*/ 134400 h 2223"/>
                <a:gd name="T52" fmla="*/ 145619 w 2223"/>
                <a:gd name="T53" fmla="*/ 132205 h 2223"/>
                <a:gd name="T54" fmla="*/ 147814 w 2223"/>
                <a:gd name="T55" fmla="*/ 129943 h 2223"/>
                <a:gd name="T56" fmla="*/ 147814 w 2223"/>
                <a:gd name="T57" fmla="*/ 125485 h 2223"/>
                <a:gd name="T58" fmla="*/ 145619 w 2223"/>
                <a:gd name="T59" fmla="*/ 123223 h 2223"/>
                <a:gd name="T60" fmla="*/ 143357 w 2223"/>
                <a:gd name="T61" fmla="*/ 107520 h 2223"/>
                <a:gd name="T62" fmla="*/ 141096 w 2223"/>
                <a:gd name="T63" fmla="*/ 89622 h 2223"/>
                <a:gd name="T64" fmla="*/ 136639 w 2223"/>
                <a:gd name="T65" fmla="*/ 58285 h 2223"/>
                <a:gd name="T66" fmla="*/ 132182 w 2223"/>
                <a:gd name="T67" fmla="*/ 33600 h 2223"/>
                <a:gd name="T68" fmla="*/ 129920 w 2223"/>
                <a:gd name="T69" fmla="*/ 22422 h 2223"/>
                <a:gd name="T70" fmla="*/ 125463 w 2223"/>
                <a:gd name="T71" fmla="*/ 8982 h 2223"/>
                <a:gd name="T72" fmla="*/ 127658 w 2223"/>
                <a:gd name="T73" fmla="*/ 6720 h 2223"/>
                <a:gd name="T74" fmla="*/ 127658 w 2223"/>
                <a:gd name="T75" fmla="*/ 2262 h 2223"/>
                <a:gd name="T76" fmla="*/ 125463 w 2223"/>
                <a:gd name="T77" fmla="*/ 0 h 2223"/>
                <a:gd name="T78" fmla="*/ 120939 w 2223"/>
                <a:gd name="T79" fmla="*/ 0 h 222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223" h="2223" extrusionOk="0">
                  <a:moveTo>
                    <a:pt x="1818" y="0"/>
                  </a:moveTo>
                  <a:lnTo>
                    <a:pt x="1313" y="68"/>
                  </a:lnTo>
                  <a:lnTo>
                    <a:pt x="808" y="135"/>
                  </a:lnTo>
                  <a:lnTo>
                    <a:pt x="404" y="169"/>
                  </a:lnTo>
                  <a:lnTo>
                    <a:pt x="202" y="202"/>
                  </a:lnTo>
                  <a:lnTo>
                    <a:pt x="0" y="270"/>
                  </a:lnTo>
                  <a:lnTo>
                    <a:pt x="0" y="303"/>
                  </a:lnTo>
                  <a:lnTo>
                    <a:pt x="169" y="371"/>
                  </a:lnTo>
                  <a:lnTo>
                    <a:pt x="337" y="404"/>
                  </a:lnTo>
                  <a:lnTo>
                    <a:pt x="707" y="337"/>
                  </a:lnTo>
                  <a:lnTo>
                    <a:pt x="1246" y="270"/>
                  </a:lnTo>
                  <a:lnTo>
                    <a:pt x="1785" y="202"/>
                  </a:lnTo>
                  <a:lnTo>
                    <a:pt x="1785" y="371"/>
                  </a:lnTo>
                  <a:lnTo>
                    <a:pt x="1785" y="539"/>
                  </a:lnTo>
                  <a:lnTo>
                    <a:pt x="1852" y="909"/>
                  </a:lnTo>
                  <a:lnTo>
                    <a:pt x="1919" y="1381"/>
                  </a:lnTo>
                  <a:lnTo>
                    <a:pt x="1953" y="1616"/>
                  </a:lnTo>
                  <a:lnTo>
                    <a:pt x="2020" y="1818"/>
                  </a:lnTo>
                  <a:lnTo>
                    <a:pt x="1044" y="1953"/>
                  </a:lnTo>
                  <a:lnTo>
                    <a:pt x="674" y="1987"/>
                  </a:lnTo>
                  <a:lnTo>
                    <a:pt x="505" y="2020"/>
                  </a:lnTo>
                  <a:lnTo>
                    <a:pt x="371" y="2121"/>
                  </a:lnTo>
                  <a:lnTo>
                    <a:pt x="539" y="2189"/>
                  </a:lnTo>
                  <a:lnTo>
                    <a:pt x="707" y="2222"/>
                  </a:lnTo>
                  <a:lnTo>
                    <a:pt x="1078" y="2155"/>
                  </a:lnTo>
                  <a:lnTo>
                    <a:pt x="2121" y="2020"/>
                  </a:lnTo>
                  <a:lnTo>
                    <a:pt x="2189" y="1987"/>
                  </a:lnTo>
                  <a:lnTo>
                    <a:pt x="2222" y="1953"/>
                  </a:lnTo>
                  <a:lnTo>
                    <a:pt x="2222" y="1886"/>
                  </a:lnTo>
                  <a:lnTo>
                    <a:pt x="2189" y="1852"/>
                  </a:lnTo>
                  <a:lnTo>
                    <a:pt x="2155" y="1616"/>
                  </a:lnTo>
                  <a:lnTo>
                    <a:pt x="2121" y="1347"/>
                  </a:lnTo>
                  <a:lnTo>
                    <a:pt x="2054" y="876"/>
                  </a:lnTo>
                  <a:lnTo>
                    <a:pt x="1987" y="505"/>
                  </a:lnTo>
                  <a:lnTo>
                    <a:pt x="1953" y="337"/>
                  </a:lnTo>
                  <a:lnTo>
                    <a:pt x="1886" y="135"/>
                  </a:lnTo>
                  <a:lnTo>
                    <a:pt x="1919" y="101"/>
                  </a:lnTo>
                  <a:lnTo>
                    <a:pt x="1919" y="34"/>
                  </a:lnTo>
                  <a:lnTo>
                    <a:pt x="1886" y="0"/>
                  </a:lnTo>
                  <a:lnTo>
                    <a:pt x="1818"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5" name="Google Shape;152;p2"/>
            <p:cNvSpPr>
              <a:spLocks/>
            </p:cNvSpPr>
            <p:nvPr/>
          </p:nvSpPr>
          <p:spPr bwMode="auto">
            <a:xfrm>
              <a:off x="3417597" y="5721978"/>
              <a:ext cx="49293" cy="41351"/>
            </a:xfrm>
            <a:custGeom>
              <a:avLst/>
              <a:gdLst>
                <a:gd name="T0" fmla="*/ 40258 w 742"/>
                <a:gd name="T1" fmla="*/ 8709 h 641"/>
                <a:gd name="T2" fmla="*/ 35807 w 742"/>
                <a:gd name="T3" fmla="*/ 15224 h 641"/>
                <a:gd name="T4" fmla="*/ 29097 w 742"/>
                <a:gd name="T5" fmla="*/ 19611 h 641"/>
                <a:gd name="T6" fmla="*/ 22388 w 742"/>
                <a:gd name="T7" fmla="*/ 21740 h 641"/>
                <a:gd name="T8" fmla="*/ 13419 w 742"/>
                <a:gd name="T9" fmla="*/ 21740 h 641"/>
                <a:gd name="T10" fmla="*/ 13419 w 742"/>
                <a:gd name="T11" fmla="*/ 13096 h 641"/>
                <a:gd name="T12" fmla="*/ 26839 w 742"/>
                <a:gd name="T13" fmla="*/ 8709 h 641"/>
                <a:gd name="T14" fmla="*/ 40258 w 742"/>
                <a:gd name="T15" fmla="*/ 8709 h 641"/>
                <a:gd name="T16" fmla="*/ 24647 w 742"/>
                <a:gd name="T17" fmla="*/ 65 h 641"/>
                <a:gd name="T18" fmla="*/ 17937 w 742"/>
                <a:gd name="T19" fmla="*/ 2193 h 641"/>
                <a:gd name="T20" fmla="*/ 11227 w 742"/>
                <a:gd name="T21" fmla="*/ 6580 h 641"/>
                <a:gd name="T22" fmla="*/ 8968 w 742"/>
                <a:gd name="T23" fmla="*/ 4387 h 641"/>
                <a:gd name="T24" fmla="*/ 6710 w 742"/>
                <a:gd name="T25" fmla="*/ 6580 h 641"/>
                <a:gd name="T26" fmla="*/ 4517 w 742"/>
                <a:gd name="T27" fmla="*/ 6580 h 641"/>
                <a:gd name="T28" fmla="*/ 4517 w 742"/>
                <a:gd name="T29" fmla="*/ 21740 h 641"/>
                <a:gd name="T30" fmla="*/ 0 w 742"/>
                <a:gd name="T31" fmla="*/ 23933 h 641"/>
                <a:gd name="T32" fmla="*/ 0 w 742"/>
                <a:gd name="T33" fmla="*/ 26127 h 641"/>
                <a:gd name="T34" fmla="*/ 0 w 742"/>
                <a:gd name="T35" fmla="*/ 30449 h 641"/>
                <a:gd name="T36" fmla="*/ 4517 w 742"/>
                <a:gd name="T37" fmla="*/ 32642 h 641"/>
                <a:gd name="T38" fmla="*/ 6710 w 742"/>
                <a:gd name="T39" fmla="*/ 36964 h 641"/>
                <a:gd name="T40" fmla="*/ 8968 w 742"/>
                <a:gd name="T41" fmla="*/ 39158 h 641"/>
                <a:gd name="T42" fmla="*/ 11227 w 742"/>
                <a:gd name="T43" fmla="*/ 41286 h 641"/>
                <a:gd name="T44" fmla="*/ 15678 w 742"/>
                <a:gd name="T45" fmla="*/ 39158 h 641"/>
                <a:gd name="T46" fmla="*/ 15678 w 742"/>
                <a:gd name="T47" fmla="*/ 36964 h 641"/>
                <a:gd name="T48" fmla="*/ 15678 w 742"/>
                <a:gd name="T49" fmla="*/ 34771 h 641"/>
                <a:gd name="T50" fmla="*/ 15678 w 742"/>
                <a:gd name="T51" fmla="*/ 32642 h 641"/>
                <a:gd name="T52" fmla="*/ 29097 w 742"/>
                <a:gd name="T53" fmla="*/ 30449 h 641"/>
                <a:gd name="T54" fmla="*/ 38066 w 742"/>
                <a:gd name="T55" fmla="*/ 26127 h 641"/>
                <a:gd name="T56" fmla="*/ 42517 w 742"/>
                <a:gd name="T57" fmla="*/ 21740 h 641"/>
                <a:gd name="T58" fmla="*/ 46968 w 742"/>
                <a:gd name="T59" fmla="*/ 17418 h 641"/>
                <a:gd name="T60" fmla="*/ 49227 w 742"/>
                <a:gd name="T61" fmla="*/ 13096 h 641"/>
                <a:gd name="T62" fmla="*/ 49227 w 742"/>
                <a:gd name="T63" fmla="*/ 6580 h 641"/>
                <a:gd name="T64" fmla="*/ 49227 w 742"/>
                <a:gd name="T65" fmla="*/ 4387 h 641"/>
                <a:gd name="T66" fmla="*/ 46968 w 742"/>
                <a:gd name="T67" fmla="*/ 2193 h 641"/>
                <a:gd name="T68" fmla="*/ 35807 w 742"/>
                <a:gd name="T69" fmla="*/ 65 h 641"/>
                <a:gd name="T70" fmla="*/ 24647 w 742"/>
                <a:gd name="T71" fmla="*/ 65 h 6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2" h="641" extrusionOk="0">
                  <a:moveTo>
                    <a:pt x="606" y="135"/>
                  </a:moveTo>
                  <a:lnTo>
                    <a:pt x="539" y="236"/>
                  </a:lnTo>
                  <a:lnTo>
                    <a:pt x="438" y="304"/>
                  </a:lnTo>
                  <a:lnTo>
                    <a:pt x="337" y="337"/>
                  </a:lnTo>
                  <a:lnTo>
                    <a:pt x="202" y="337"/>
                  </a:lnTo>
                  <a:lnTo>
                    <a:pt x="202" y="203"/>
                  </a:lnTo>
                  <a:lnTo>
                    <a:pt x="404" y="135"/>
                  </a:lnTo>
                  <a:lnTo>
                    <a:pt x="606" y="135"/>
                  </a:lnTo>
                  <a:close/>
                  <a:moveTo>
                    <a:pt x="371" y="1"/>
                  </a:moveTo>
                  <a:lnTo>
                    <a:pt x="270" y="34"/>
                  </a:lnTo>
                  <a:lnTo>
                    <a:pt x="169" y="102"/>
                  </a:lnTo>
                  <a:lnTo>
                    <a:pt x="135" y="68"/>
                  </a:lnTo>
                  <a:lnTo>
                    <a:pt x="101" y="102"/>
                  </a:lnTo>
                  <a:lnTo>
                    <a:pt x="68" y="102"/>
                  </a:lnTo>
                  <a:lnTo>
                    <a:pt x="68" y="337"/>
                  </a:lnTo>
                  <a:lnTo>
                    <a:pt x="0" y="371"/>
                  </a:lnTo>
                  <a:lnTo>
                    <a:pt x="0" y="405"/>
                  </a:lnTo>
                  <a:lnTo>
                    <a:pt x="0" y="472"/>
                  </a:lnTo>
                  <a:lnTo>
                    <a:pt x="68" y="506"/>
                  </a:lnTo>
                  <a:lnTo>
                    <a:pt x="101" y="573"/>
                  </a:lnTo>
                  <a:lnTo>
                    <a:pt x="135" y="607"/>
                  </a:lnTo>
                  <a:lnTo>
                    <a:pt x="169" y="640"/>
                  </a:lnTo>
                  <a:lnTo>
                    <a:pt x="236" y="607"/>
                  </a:lnTo>
                  <a:lnTo>
                    <a:pt x="236" y="573"/>
                  </a:lnTo>
                  <a:lnTo>
                    <a:pt x="236" y="539"/>
                  </a:lnTo>
                  <a:lnTo>
                    <a:pt x="236" y="506"/>
                  </a:lnTo>
                  <a:lnTo>
                    <a:pt x="438" y="472"/>
                  </a:lnTo>
                  <a:lnTo>
                    <a:pt x="573" y="405"/>
                  </a:lnTo>
                  <a:lnTo>
                    <a:pt x="640" y="337"/>
                  </a:lnTo>
                  <a:lnTo>
                    <a:pt x="707" y="270"/>
                  </a:lnTo>
                  <a:lnTo>
                    <a:pt x="741" y="203"/>
                  </a:lnTo>
                  <a:lnTo>
                    <a:pt x="741" y="102"/>
                  </a:lnTo>
                  <a:lnTo>
                    <a:pt x="741" y="68"/>
                  </a:lnTo>
                  <a:lnTo>
                    <a:pt x="707" y="34"/>
                  </a:lnTo>
                  <a:lnTo>
                    <a:pt x="539" y="1"/>
                  </a:lnTo>
                  <a:lnTo>
                    <a:pt x="37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6" name="Google Shape;153;p2"/>
            <p:cNvSpPr>
              <a:spLocks/>
            </p:cNvSpPr>
            <p:nvPr/>
          </p:nvSpPr>
          <p:spPr bwMode="auto">
            <a:xfrm>
              <a:off x="3549577" y="5815811"/>
              <a:ext cx="25442" cy="133594"/>
            </a:xfrm>
            <a:custGeom>
              <a:avLst/>
              <a:gdLst>
                <a:gd name="T0" fmla="*/ 2394 w 372"/>
                <a:gd name="T1" fmla="*/ 66 h 2021"/>
                <a:gd name="T2" fmla="*/ 68 w 372"/>
                <a:gd name="T3" fmla="*/ 2247 h 2021"/>
                <a:gd name="T4" fmla="*/ 68 w 372"/>
                <a:gd name="T5" fmla="*/ 4495 h 2021"/>
                <a:gd name="T6" fmla="*/ 68 w 372"/>
                <a:gd name="T7" fmla="*/ 17848 h 2021"/>
                <a:gd name="T8" fmla="*/ 2394 w 372"/>
                <a:gd name="T9" fmla="*/ 33448 h 2021"/>
                <a:gd name="T10" fmla="*/ 6976 w 372"/>
                <a:gd name="T11" fmla="*/ 62335 h 2021"/>
                <a:gd name="T12" fmla="*/ 9301 w 372"/>
                <a:gd name="T13" fmla="*/ 97965 h 2021"/>
                <a:gd name="T14" fmla="*/ 11558 w 372"/>
                <a:gd name="T15" fmla="*/ 113565 h 2021"/>
                <a:gd name="T16" fmla="*/ 13884 w 372"/>
                <a:gd name="T17" fmla="*/ 131347 h 2021"/>
                <a:gd name="T18" fmla="*/ 16209 w 372"/>
                <a:gd name="T19" fmla="*/ 133594 h 2021"/>
                <a:gd name="T20" fmla="*/ 20791 w 372"/>
                <a:gd name="T21" fmla="*/ 133594 h 2021"/>
                <a:gd name="T22" fmla="*/ 23117 w 372"/>
                <a:gd name="T23" fmla="*/ 131347 h 2021"/>
                <a:gd name="T24" fmla="*/ 25374 w 372"/>
                <a:gd name="T25" fmla="*/ 113565 h 2021"/>
                <a:gd name="T26" fmla="*/ 23117 w 372"/>
                <a:gd name="T27" fmla="*/ 95717 h 2021"/>
                <a:gd name="T28" fmla="*/ 18466 w 372"/>
                <a:gd name="T29" fmla="*/ 60154 h 2021"/>
                <a:gd name="T30" fmla="*/ 13884 w 372"/>
                <a:gd name="T31" fmla="*/ 31201 h 2021"/>
                <a:gd name="T32" fmla="*/ 11558 w 372"/>
                <a:gd name="T33" fmla="*/ 15600 h 2021"/>
                <a:gd name="T34" fmla="*/ 6976 w 372"/>
                <a:gd name="T35" fmla="*/ 2247 h 2021"/>
                <a:gd name="T36" fmla="*/ 4651 w 372"/>
                <a:gd name="T37" fmla="*/ 66 h 2021"/>
                <a:gd name="T38" fmla="*/ 2394 w 372"/>
                <a:gd name="T39" fmla="*/ 66 h 20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72" h="2021" extrusionOk="0">
                  <a:moveTo>
                    <a:pt x="35" y="1"/>
                  </a:moveTo>
                  <a:lnTo>
                    <a:pt x="1" y="34"/>
                  </a:lnTo>
                  <a:lnTo>
                    <a:pt x="1" y="68"/>
                  </a:lnTo>
                  <a:lnTo>
                    <a:pt x="1" y="270"/>
                  </a:lnTo>
                  <a:lnTo>
                    <a:pt x="35" y="506"/>
                  </a:lnTo>
                  <a:lnTo>
                    <a:pt x="102" y="943"/>
                  </a:lnTo>
                  <a:lnTo>
                    <a:pt x="136" y="1482"/>
                  </a:lnTo>
                  <a:lnTo>
                    <a:pt x="169" y="1718"/>
                  </a:lnTo>
                  <a:lnTo>
                    <a:pt x="203" y="1987"/>
                  </a:lnTo>
                  <a:lnTo>
                    <a:pt x="237" y="2021"/>
                  </a:lnTo>
                  <a:lnTo>
                    <a:pt x="304" y="2021"/>
                  </a:lnTo>
                  <a:lnTo>
                    <a:pt x="338" y="1987"/>
                  </a:lnTo>
                  <a:lnTo>
                    <a:pt x="371" y="1718"/>
                  </a:lnTo>
                  <a:lnTo>
                    <a:pt x="338" y="1448"/>
                  </a:lnTo>
                  <a:lnTo>
                    <a:pt x="270" y="910"/>
                  </a:lnTo>
                  <a:lnTo>
                    <a:pt x="203" y="472"/>
                  </a:lnTo>
                  <a:lnTo>
                    <a:pt x="169" y="236"/>
                  </a:lnTo>
                  <a:lnTo>
                    <a:pt x="102" y="34"/>
                  </a:lnTo>
                  <a:lnTo>
                    <a:pt x="68" y="1"/>
                  </a:lnTo>
                  <a:lnTo>
                    <a:pt x="3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7" name="Google Shape;154;p2"/>
            <p:cNvSpPr>
              <a:spLocks/>
            </p:cNvSpPr>
            <p:nvPr/>
          </p:nvSpPr>
          <p:spPr bwMode="auto">
            <a:xfrm>
              <a:off x="3368303" y="5664723"/>
              <a:ext cx="157422" cy="147907"/>
            </a:xfrm>
            <a:custGeom>
              <a:avLst/>
              <a:gdLst>
                <a:gd name="T0" fmla="*/ 123641 w 2358"/>
                <a:gd name="T1" fmla="*/ 67 h 2224"/>
                <a:gd name="T2" fmla="*/ 112425 w 2358"/>
                <a:gd name="T3" fmla="*/ 2328 h 2224"/>
                <a:gd name="T4" fmla="*/ 89927 w 2358"/>
                <a:gd name="T5" fmla="*/ 6784 h 2224"/>
                <a:gd name="T6" fmla="*/ 47267 w 2358"/>
                <a:gd name="T7" fmla="*/ 11239 h 2224"/>
                <a:gd name="T8" fmla="*/ 27038 w 2358"/>
                <a:gd name="T9" fmla="*/ 15762 h 2224"/>
                <a:gd name="T10" fmla="*/ 9013 w 2358"/>
                <a:gd name="T11" fmla="*/ 20218 h 2224"/>
                <a:gd name="T12" fmla="*/ 6810 w 2358"/>
                <a:gd name="T13" fmla="*/ 15762 h 2224"/>
                <a:gd name="T14" fmla="*/ 4540 w 2358"/>
                <a:gd name="T15" fmla="*/ 13501 h 2224"/>
                <a:gd name="T16" fmla="*/ 67 w 2358"/>
                <a:gd name="T17" fmla="*/ 15762 h 2224"/>
                <a:gd name="T18" fmla="*/ 67 w 2358"/>
                <a:gd name="T19" fmla="*/ 31390 h 2224"/>
                <a:gd name="T20" fmla="*/ 67 w 2358"/>
                <a:gd name="T21" fmla="*/ 47086 h 2224"/>
                <a:gd name="T22" fmla="*/ 4540 w 2358"/>
                <a:gd name="T23" fmla="*/ 76215 h 2224"/>
                <a:gd name="T24" fmla="*/ 9013 w 2358"/>
                <a:gd name="T25" fmla="*/ 111994 h 2224"/>
                <a:gd name="T26" fmla="*/ 13552 w 2358"/>
                <a:gd name="T27" fmla="*/ 127689 h 2224"/>
                <a:gd name="T28" fmla="*/ 20295 w 2358"/>
                <a:gd name="T29" fmla="*/ 145579 h 2224"/>
                <a:gd name="T30" fmla="*/ 22498 w 2358"/>
                <a:gd name="T31" fmla="*/ 147840 h 2224"/>
                <a:gd name="T32" fmla="*/ 24768 w 2358"/>
                <a:gd name="T33" fmla="*/ 147840 h 2224"/>
                <a:gd name="T34" fmla="*/ 27038 w 2358"/>
                <a:gd name="T35" fmla="*/ 145579 h 2224"/>
                <a:gd name="T36" fmla="*/ 29241 w 2358"/>
                <a:gd name="T37" fmla="*/ 143385 h 2224"/>
                <a:gd name="T38" fmla="*/ 27038 w 2358"/>
                <a:gd name="T39" fmla="*/ 125428 h 2224"/>
                <a:gd name="T40" fmla="*/ 22498 w 2358"/>
                <a:gd name="T41" fmla="*/ 107538 h 2224"/>
                <a:gd name="T42" fmla="*/ 15756 w 2358"/>
                <a:gd name="T43" fmla="*/ 73953 h 2224"/>
                <a:gd name="T44" fmla="*/ 13552 w 2358"/>
                <a:gd name="T45" fmla="*/ 49347 h 2224"/>
                <a:gd name="T46" fmla="*/ 9013 w 2358"/>
                <a:gd name="T47" fmla="*/ 26935 h 2224"/>
                <a:gd name="T48" fmla="*/ 35984 w 2358"/>
                <a:gd name="T49" fmla="*/ 24673 h 2224"/>
                <a:gd name="T50" fmla="*/ 62955 w 2358"/>
                <a:gd name="T51" fmla="*/ 22479 h 2224"/>
                <a:gd name="T52" fmla="*/ 123641 w 2358"/>
                <a:gd name="T53" fmla="*/ 11239 h 2224"/>
                <a:gd name="T54" fmla="*/ 125911 w 2358"/>
                <a:gd name="T55" fmla="*/ 13501 h 2224"/>
                <a:gd name="T56" fmla="*/ 132654 w 2358"/>
                <a:gd name="T57" fmla="*/ 13501 h 2224"/>
                <a:gd name="T58" fmla="*/ 132654 w 2358"/>
                <a:gd name="T59" fmla="*/ 31390 h 2224"/>
                <a:gd name="T60" fmla="*/ 134924 w 2358"/>
                <a:gd name="T61" fmla="*/ 51541 h 2224"/>
                <a:gd name="T62" fmla="*/ 143870 w 2358"/>
                <a:gd name="T63" fmla="*/ 118711 h 2224"/>
                <a:gd name="T64" fmla="*/ 130384 w 2358"/>
                <a:gd name="T65" fmla="*/ 118711 h 2224"/>
                <a:gd name="T66" fmla="*/ 116898 w 2358"/>
                <a:gd name="T67" fmla="*/ 120972 h 2224"/>
                <a:gd name="T68" fmla="*/ 89927 w 2358"/>
                <a:gd name="T69" fmla="*/ 125428 h 2224"/>
                <a:gd name="T70" fmla="*/ 56213 w 2358"/>
                <a:gd name="T71" fmla="*/ 129951 h 2224"/>
                <a:gd name="T72" fmla="*/ 40524 w 2358"/>
                <a:gd name="T73" fmla="*/ 134406 h 2224"/>
                <a:gd name="T74" fmla="*/ 33781 w 2358"/>
                <a:gd name="T75" fmla="*/ 136668 h 2224"/>
                <a:gd name="T76" fmla="*/ 29241 w 2358"/>
                <a:gd name="T77" fmla="*/ 143385 h 2224"/>
                <a:gd name="T78" fmla="*/ 33781 w 2358"/>
                <a:gd name="T79" fmla="*/ 145579 h 2224"/>
                <a:gd name="T80" fmla="*/ 40524 w 2358"/>
                <a:gd name="T81" fmla="*/ 147840 h 2224"/>
                <a:gd name="T82" fmla="*/ 56213 w 2358"/>
                <a:gd name="T83" fmla="*/ 147840 h 2224"/>
                <a:gd name="T84" fmla="*/ 83184 w 2358"/>
                <a:gd name="T85" fmla="*/ 141123 h 2224"/>
                <a:gd name="T86" fmla="*/ 114695 w 2358"/>
                <a:gd name="T87" fmla="*/ 138862 h 2224"/>
                <a:gd name="T88" fmla="*/ 132654 w 2358"/>
                <a:gd name="T89" fmla="*/ 134406 h 2224"/>
                <a:gd name="T90" fmla="*/ 146139 w 2358"/>
                <a:gd name="T91" fmla="*/ 129951 h 2224"/>
                <a:gd name="T92" fmla="*/ 150612 w 2358"/>
                <a:gd name="T93" fmla="*/ 132145 h 2224"/>
                <a:gd name="T94" fmla="*/ 152882 w 2358"/>
                <a:gd name="T95" fmla="*/ 132145 h 2224"/>
                <a:gd name="T96" fmla="*/ 157422 w 2358"/>
                <a:gd name="T97" fmla="*/ 129951 h 2224"/>
                <a:gd name="T98" fmla="*/ 157422 w 2358"/>
                <a:gd name="T99" fmla="*/ 125428 h 2224"/>
                <a:gd name="T100" fmla="*/ 146139 w 2358"/>
                <a:gd name="T101" fmla="*/ 58258 h 2224"/>
                <a:gd name="T102" fmla="*/ 143870 w 2358"/>
                <a:gd name="T103" fmla="*/ 29196 h 2224"/>
                <a:gd name="T104" fmla="*/ 141666 w 2358"/>
                <a:gd name="T105" fmla="*/ 15762 h 2224"/>
                <a:gd name="T106" fmla="*/ 137127 w 2358"/>
                <a:gd name="T107" fmla="*/ 2328 h 2224"/>
                <a:gd name="T108" fmla="*/ 134924 w 2358"/>
                <a:gd name="T109" fmla="*/ 2328 h 2224"/>
                <a:gd name="T110" fmla="*/ 134924 w 2358"/>
                <a:gd name="T111" fmla="*/ 4522 h 2224"/>
                <a:gd name="T112" fmla="*/ 132654 w 2358"/>
                <a:gd name="T113" fmla="*/ 4522 h 2224"/>
                <a:gd name="T114" fmla="*/ 128181 w 2358"/>
                <a:gd name="T115" fmla="*/ 2328 h 2224"/>
                <a:gd name="T116" fmla="*/ 123641 w 2358"/>
                <a:gd name="T117" fmla="*/ 67 h 22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58" h="2224" extrusionOk="0">
                  <a:moveTo>
                    <a:pt x="1852" y="1"/>
                  </a:moveTo>
                  <a:lnTo>
                    <a:pt x="1684" y="35"/>
                  </a:lnTo>
                  <a:lnTo>
                    <a:pt x="1347" y="102"/>
                  </a:lnTo>
                  <a:lnTo>
                    <a:pt x="708" y="169"/>
                  </a:lnTo>
                  <a:lnTo>
                    <a:pt x="405" y="237"/>
                  </a:lnTo>
                  <a:lnTo>
                    <a:pt x="135" y="304"/>
                  </a:lnTo>
                  <a:lnTo>
                    <a:pt x="102" y="237"/>
                  </a:lnTo>
                  <a:lnTo>
                    <a:pt x="68" y="203"/>
                  </a:lnTo>
                  <a:lnTo>
                    <a:pt x="1" y="237"/>
                  </a:lnTo>
                  <a:lnTo>
                    <a:pt x="1" y="472"/>
                  </a:lnTo>
                  <a:lnTo>
                    <a:pt x="1" y="708"/>
                  </a:lnTo>
                  <a:lnTo>
                    <a:pt x="68" y="1146"/>
                  </a:lnTo>
                  <a:lnTo>
                    <a:pt x="135" y="1684"/>
                  </a:lnTo>
                  <a:lnTo>
                    <a:pt x="203" y="1920"/>
                  </a:lnTo>
                  <a:lnTo>
                    <a:pt x="304" y="2189"/>
                  </a:lnTo>
                  <a:lnTo>
                    <a:pt x="337" y="2223"/>
                  </a:lnTo>
                  <a:lnTo>
                    <a:pt x="371" y="2223"/>
                  </a:lnTo>
                  <a:lnTo>
                    <a:pt x="405" y="2189"/>
                  </a:lnTo>
                  <a:lnTo>
                    <a:pt x="438" y="2156"/>
                  </a:lnTo>
                  <a:lnTo>
                    <a:pt x="405" y="1886"/>
                  </a:lnTo>
                  <a:lnTo>
                    <a:pt x="337" y="1617"/>
                  </a:lnTo>
                  <a:lnTo>
                    <a:pt x="236" y="1112"/>
                  </a:lnTo>
                  <a:lnTo>
                    <a:pt x="203" y="742"/>
                  </a:lnTo>
                  <a:lnTo>
                    <a:pt x="135" y="405"/>
                  </a:lnTo>
                  <a:lnTo>
                    <a:pt x="539" y="371"/>
                  </a:lnTo>
                  <a:lnTo>
                    <a:pt x="943" y="338"/>
                  </a:lnTo>
                  <a:lnTo>
                    <a:pt x="1852" y="169"/>
                  </a:lnTo>
                  <a:lnTo>
                    <a:pt x="1886" y="203"/>
                  </a:lnTo>
                  <a:lnTo>
                    <a:pt x="1987" y="203"/>
                  </a:lnTo>
                  <a:lnTo>
                    <a:pt x="1987" y="472"/>
                  </a:lnTo>
                  <a:lnTo>
                    <a:pt x="2021" y="775"/>
                  </a:lnTo>
                  <a:lnTo>
                    <a:pt x="2155" y="1785"/>
                  </a:lnTo>
                  <a:lnTo>
                    <a:pt x="1953" y="1785"/>
                  </a:lnTo>
                  <a:lnTo>
                    <a:pt x="1751" y="1819"/>
                  </a:lnTo>
                  <a:lnTo>
                    <a:pt x="1347" y="1886"/>
                  </a:lnTo>
                  <a:lnTo>
                    <a:pt x="842" y="1954"/>
                  </a:lnTo>
                  <a:lnTo>
                    <a:pt x="607" y="2021"/>
                  </a:lnTo>
                  <a:lnTo>
                    <a:pt x="506" y="2055"/>
                  </a:lnTo>
                  <a:lnTo>
                    <a:pt x="438" y="2156"/>
                  </a:lnTo>
                  <a:lnTo>
                    <a:pt x="506" y="2189"/>
                  </a:lnTo>
                  <a:lnTo>
                    <a:pt x="607" y="2223"/>
                  </a:lnTo>
                  <a:lnTo>
                    <a:pt x="842" y="2223"/>
                  </a:lnTo>
                  <a:lnTo>
                    <a:pt x="1246" y="2122"/>
                  </a:lnTo>
                  <a:lnTo>
                    <a:pt x="1718" y="2088"/>
                  </a:lnTo>
                  <a:lnTo>
                    <a:pt x="1987" y="2021"/>
                  </a:lnTo>
                  <a:lnTo>
                    <a:pt x="2189" y="1954"/>
                  </a:lnTo>
                  <a:lnTo>
                    <a:pt x="2256" y="1987"/>
                  </a:lnTo>
                  <a:lnTo>
                    <a:pt x="2290" y="1987"/>
                  </a:lnTo>
                  <a:lnTo>
                    <a:pt x="2358" y="1954"/>
                  </a:lnTo>
                  <a:lnTo>
                    <a:pt x="2358" y="1886"/>
                  </a:lnTo>
                  <a:lnTo>
                    <a:pt x="2189" y="876"/>
                  </a:lnTo>
                  <a:lnTo>
                    <a:pt x="2155" y="439"/>
                  </a:lnTo>
                  <a:lnTo>
                    <a:pt x="2122" y="237"/>
                  </a:lnTo>
                  <a:lnTo>
                    <a:pt x="2054" y="35"/>
                  </a:lnTo>
                  <a:lnTo>
                    <a:pt x="2021" y="35"/>
                  </a:lnTo>
                  <a:lnTo>
                    <a:pt x="2021" y="68"/>
                  </a:lnTo>
                  <a:lnTo>
                    <a:pt x="1987" y="68"/>
                  </a:lnTo>
                  <a:lnTo>
                    <a:pt x="1920" y="35"/>
                  </a:lnTo>
                  <a:lnTo>
                    <a:pt x="1852"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8" name="Google Shape;155;p2"/>
            <p:cNvSpPr>
              <a:spLocks/>
            </p:cNvSpPr>
            <p:nvPr/>
          </p:nvSpPr>
          <p:spPr bwMode="auto">
            <a:xfrm>
              <a:off x="3422367" y="5815811"/>
              <a:ext cx="138341" cy="154270"/>
            </a:xfrm>
            <a:custGeom>
              <a:avLst/>
              <a:gdLst>
                <a:gd name="T0" fmla="*/ 113772 w 2089"/>
                <a:gd name="T1" fmla="*/ 66 h 2324"/>
                <a:gd name="T2" fmla="*/ 100395 w 2089"/>
                <a:gd name="T3" fmla="*/ 2257 h 2324"/>
                <a:gd name="T4" fmla="*/ 73641 w 2089"/>
                <a:gd name="T5" fmla="*/ 8961 h 2324"/>
                <a:gd name="T6" fmla="*/ 37946 w 2089"/>
                <a:gd name="T7" fmla="*/ 13475 h 2324"/>
                <a:gd name="T8" fmla="*/ 4503 w 2089"/>
                <a:gd name="T9" fmla="*/ 20180 h 2324"/>
                <a:gd name="T10" fmla="*/ 66 w 2089"/>
                <a:gd name="T11" fmla="*/ 20180 h 2324"/>
                <a:gd name="T12" fmla="*/ 66 w 2089"/>
                <a:gd name="T13" fmla="*/ 24627 h 2324"/>
                <a:gd name="T14" fmla="*/ 66 w 2089"/>
                <a:gd name="T15" fmla="*/ 26884 h 2324"/>
                <a:gd name="T16" fmla="*/ 2252 w 2089"/>
                <a:gd name="T17" fmla="*/ 31332 h 2324"/>
                <a:gd name="T18" fmla="*/ 2252 w 2089"/>
                <a:gd name="T19" fmla="*/ 42484 h 2324"/>
                <a:gd name="T20" fmla="*/ 4503 w 2089"/>
                <a:gd name="T21" fmla="*/ 55893 h 2324"/>
                <a:gd name="T22" fmla="*/ 8940 w 2089"/>
                <a:gd name="T23" fmla="*/ 80520 h 2324"/>
                <a:gd name="T24" fmla="*/ 11192 w 2089"/>
                <a:gd name="T25" fmla="*/ 111786 h 2324"/>
                <a:gd name="T26" fmla="*/ 13443 w 2089"/>
                <a:gd name="T27" fmla="*/ 127452 h 2324"/>
                <a:gd name="T28" fmla="*/ 17880 w 2089"/>
                <a:gd name="T29" fmla="*/ 143052 h 2324"/>
                <a:gd name="T30" fmla="*/ 17880 w 2089"/>
                <a:gd name="T31" fmla="*/ 147565 h 2324"/>
                <a:gd name="T32" fmla="*/ 17880 w 2089"/>
                <a:gd name="T33" fmla="*/ 149756 h 2324"/>
                <a:gd name="T34" fmla="*/ 20132 w 2089"/>
                <a:gd name="T35" fmla="*/ 152013 h 2324"/>
                <a:gd name="T36" fmla="*/ 24569 w 2089"/>
                <a:gd name="T37" fmla="*/ 154270 h 2324"/>
                <a:gd name="T38" fmla="*/ 93706 w 2089"/>
                <a:gd name="T39" fmla="*/ 140861 h 2324"/>
                <a:gd name="T40" fmla="*/ 118209 w 2089"/>
                <a:gd name="T41" fmla="*/ 138604 h 2324"/>
                <a:gd name="T42" fmla="*/ 129401 w 2089"/>
                <a:gd name="T43" fmla="*/ 134156 h 2324"/>
                <a:gd name="T44" fmla="*/ 138275 w 2089"/>
                <a:gd name="T45" fmla="*/ 127452 h 2324"/>
                <a:gd name="T46" fmla="*/ 127149 w 2089"/>
                <a:gd name="T47" fmla="*/ 122938 h 2324"/>
                <a:gd name="T48" fmla="*/ 116024 w 2089"/>
                <a:gd name="T49" fmla="*/ 122938 h 2324"/>
                <a:gd name="T50" fmla="*/ 93706 w 2089"/>
                <a:gd name="T51" fmla="*/ 127452 h 2324"/>
                <a:gd name="T52" fmla="*/ 29006 w 2089"/>
                <a:gd name="T53" fmla="*/ 138604 h 2324"/>
                <a:gd name="T54" fmla="*/ 26821 w 2089"/>
                <a:gd name="T55" fmla="*/ 122938 h 2324"/>
                <a:gd name="T56" fmla="*/ 24569 w 2089"/>
                <a:gd name="T57" fmla="*/ 109529 h 2324"/>
                <a:gd name="T58" fmla="*/ 20132 w 2089"/>
                <a:gd name="T59" fmla="*/ 78263 h 2324"/>
                <a:gd name="T60" fmla="*/ 17880 w 2089"/>
                <a:gd name="T61" fmla="*/ 53702 h 2324"/>
                <a:gd name="T62" fmla="*/ 15629 w 2089"/>
                <a:gd name="T63" fmla="*/ 42484 h 2324"/>
                <a:gd name="T64" fmla="*/ 11192 w 2089"/>
                <a:gd name="T65" fmla="*/ 31332 h 2324"/>
                <a:gd name="T66" fmla="*/ 46886 w 2089"/>
                <a:gd name="T67" fmla="*/ 26884 h 2324"/>
                <a:gd name="T68" fmla="*/ 82515 w 2089"/>
                <a:gd name="T69" fmla="*/ 20180 h 2324"/>
                <a:gd name="T70" fmla="*/ 107083 w 2089"/>
                <a:gd name="T71" fmla="*/ 15666 h 2324"/>
                <a:gd name="T72" fmla="*/ 118209 w 2089"/>
                <a:gd name="T73" fmla="*/ 11218 h 2324"/>
                <a:gd name="T74" fmla="*/ 124898 w 2089"/>
                <a:gd name="T75" fmla="*/ 4514 h 2324"/>
                <a:gd name="T76" fmla="*/ 124898 w 2089"/>
                <a:gd name="T77" fmla="*/ 2257 h 2324"/>
                <a:gd name="T78" fmla="*/ 113772 w 2089"/>
                <a:gd name="T79" fmla="*/ 66 h 23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089" h="2324" extrusionOk="0">
                  <a:moveTo>
                    <a:pt x="1718" y="1"/>
                  </a:moveTo>
                  <a:lnTo>
                    <a:pt x="1516" y="34"/>
                  </a:lnTo>
                  <a:lnTo>
                    <a:pt x="1112" y="135"/>
                  </a:lnTo>
                  <a:lnTo>
                    <a:pt x="573" y="203"/>
                  </a:lnTo>
                  <a:lnTo>
                    <a:pt x="68" y="304"/>
                  </a:lnTo>
                  <a:lnTo>
                    <a:pt x="1" y="304"/>
                  </a:lnTo>
                  <a:lnTo>
                    <a:pt x="1" y="371"/>
                  </a:lnTo>
                  <a:lnTo>
                    <a:pt x="1" y="405"/>
                  </a:lnTo>
                  <a:lnTo>
                    <a:pt x="34" y="472"/>
                  </a:lnTo>
                  <a:lnTo>
                    <a:pt x="34" y="640"/>
                  </a:lnTo>
                  <a:lnTo>
                    <a:pt x="68" y="842"/>
                  </a:lnTo>
                  <a:lnTo>
                    <a:pt x="135" y="1213"/>
                  </a:lnTo>
                  <a:lnTo>
                    <a:pt x="169" y="1684"/>
                  </a:lnTo>
                  <a:lnTo>
                    <a:pt x="203" y="1920"/>
                  </a:lnTo>
                  <a:lnTo>
                    <a:pt x="270" y="2155"/>
                  </a:lnTo>
                  <a:lnTo>
                    <a:pt x="270" y="2223"/>
                  </a:lnTo>
                  <a:lnTo>
                    <a:pt x="270" y="2256"/>
                  </a:lnTo>
                  <a:lnTo>
                    <a:pt x="304" y="2290"/>
                  </a:lnTo>
                  <a:lnTo>
                    <a:pt x="371" y="2324"/>
                  </a:lnTo>
                  <a:lnTo>
                    <a:pt x="1415" y="2122"/>
                  </a:lnTo>
                  <a:lnTo>
                    <a:pt x="1785" y="2088"/>
                  </a:lnTo>
                  <a:lnTo>
                    <a:pt x="1954" y="2021"/>
                  </a:lnTo>
                  <a:lnTo>
                    <a:pt x="2088" y="1920"/>
                  </a:lnTo>
                  <a:lnTo>
                    <a:pt x="1920" y="1852"/>
                  </a:lnTo>
                  <a:lnTo>
                    <a:pt x="1752" y="1852"/>
                  </a:lnTo>
                  <a:lnTo>
                    <a:pt x="1415" y="1920"/>
                  </a:lnTo>
                  <a:lnTo>
                    <a:pt x="438" y="2088"/>
                  </a:lnTo>
                  <a:lnTo>
                    <a:pt x="405" y="1852"/>
                  </a:lnTo>
                  <a:lnTo>
                    <a:pt x="371" y="1650"/>
                  </a:lnTo>
                  <a:lnTo>
                    <a:pt x="304" y="1179"/>
                  </a:lnTo>
                  <a:lnTo>
                    <a:pt x="270" y="809"/>
                  </a:lnTo>
                  <a:lnTo>
                    <a:pt x="236" y="640"/>
                  </a:lnTo>
                  <a:lnTo>
                    <a:pt x="169" y="472"/>
                  </a:lnTo>
                  <a:lnTo>
                    <a:pt x="708" y="405"/>
                  </a:lnTo>
                  <a:lnTo>
                    <a:pt x="1246" y="304"/>
                  </a:lnTo>
                  <a:lnTo>
                    <a:pt x="1617" y="236"/>
                  </a:lnTo>
                  <a:lnTo>
                    <a:pt x="1785" y="169"/>
                  </a:lnTo>
                  <a:lnTo>
                    <a:pt x="1886" y="68"/>
                  </a:lnTo>
                  <a:lnTo>
                    <a:pt x="1886" y="34"/>
                  </a:lnTo>
                  <a:lnTo>
                    <a:pt x="171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49" name="Google Shape;156;p2"/>
            <p:cNvSpPr>
              <a:spLocks/>
            </p:cNvSpPr>
            <p:nvPr/>
          </p:nvSpPr>
          <p:spPr bwMode="auto">
            <a:xfrm>
              <a:off x="3212471" y="6025745"/>
              <a:ext cx="28622" cy="132004"/>
            </a:xfrm>
            <a:custGeom>
              <a:avLst/>
              <a:gdLst>
                <a:gd name="T0" fmla="*/ 65 w 439"/>
                <a:gd name="T1" fmla="*/ 0 h 1987"/>
                <a:gd name="T2" fmla="*/ 65 w 439"/>
                <a:gd name="T3" fmla="*/ 2259 h 1987"/>
                <a:gd name="T4" fmla="*/ 65 w 439"/>
                <a:gd name="T5" fmla="*/ 17937 h 1987"/>
                <a:gd name="T6" fmla="*/ 65 w 439"/>
                <a:gd name="T7" fmla="*/ 31357 h 1987"/>
                <a:gd name="T8" fmla="*/ 4433 w 439"/>
                <a:gd name="T9" fmla="*/ 62647 h 1987"/>
                <a:gd name="T10" fmla="*/ 11018 w 439"/>
                <a:gd name="T11" fmla="*/ 96196 h 1987"/>
                <a:gd name="T12" fmla="*/ 15452 w 439"/>
                <a:gd name="T13" fmla="*/ 114133 h 1987"/>
                <a:gd name="T14" fmla="*/ 19820 w 439"/>
                <a:gd name="T15" fmla="*/ 129745 h 1987"/>
                <a:gd name="T16" fmla="*/ 22037 w 439"/>
                <a:gd name="T17" fmla="*/ 132004 h 1987"/>
                <a:gd name="T18" fmla="*/ 26405 w 439"/>
                <a:gd name="T19" fmla="*/ 132004 h 1987"/>
                <a:gd name="T20" fmla="*/ 28622 w 439"/>
                <a:gd name="T21" fmla="*/ 129745 h 1987"/>
                <a:gd name="T22" fmla="*/ 28622 w 439"/>
                <a:gd name="T23" fmla="*/ 127553 h 1987"/>
                <a:gd name="T24" fmla="*/ 26405 w 439"/>
                <a:gd name="T25" fmla="*/ 109616 h 1987"/>
                <a:gd name="T26" fmla="*/ 24189 w 439"/>
                <a:gd name="T27" fmla="*/ 94004 h 1987"/>
                <a:gd name="T28" fmla="*/ 17604 w 439"/>
                <a:gd name="T29" fmla="*/ 60455 h 1987"/>
                <a:gd name="T30" fmla="*/ 11018 w 439"/>
                <a:gd name="T31" fmla="*/ 31357 h 1987"/>
                <a:gd name="T32" fmla="*/ 8867 w 439"/>
                <a:gd name="T33" fmla="*/ 15678 h 1987"/>
                <a:gd name="T34" fmla="*/ 4433 w 439"/>
                <a:gd name="T35" fmla="*/ 0 h 1987"/>
                <a:gd name="T36" fmla="*/ 65 w 439"/>
                <a:gd name="T37" fmla="*/ 0 h 19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39" h="1987" extrusionOk="0">
                  <a:moveTo>
                    <a:pt x="1" y="0"/>
                  </a:moveTo>
                  <a:lnTo>
                    <a:pt x="1" y="34"/>
                  </a:lnTo>
                  <a:lnTo>
                    <a:pt x="1" y="270"/>
                  </a:lnTo>
                  <a:lnTo>
                    <a:pt x="1" y="472"/>
                  </a:lnTo>
                  <a:lnTo>
                    <a:pt x="68" y="943"/>
                  </a:lnTo>
                  <a:lnTo>
                    <a:pt x="169" y="1448"/>
                  </a:lnTo>
                  <a:lnTo>
                    <a:pt x="237" y="1718"/>
                  </a:lnTo>
                  <a:lnTo>
                    <a:pt x="304" y="1953"/>
                  </a:lnTo>
                  <a:lnTo>
                    <a:pt x="338" y="1987"/>
                  </a:lnTo>
                  <a:lnTo>
                    <a:pt x="405" y="1987"/>
                  </a:lnTo>
                  <a:lnTo>
                    <a:pt x="439" y="1953"/>
                  </a:lnTo>
                  <a:lnTo>
                    <a:pt x="439" y="1920"/>
                  </a:lnTo>
                  <a:lnTo>
                    <a:pt x="405" y="1650"/>
                  </a:lnTo>
                  <a:lnTo>
                    <a:pt x="371" y="1415"/>
                  </a:lnTo>
                  <a:lnTo>
                    <a:pt x="270" y="910"/>
                  </a:lnTo>
                  <a:lnTo>
                    <a:pt x="169" y="472"/>
                  </a:lnTo>
                  <a:lnTo>
                    <a:pt x="136" y="236"/>
                  </a:lnTo>
                  <a:lnTo>
                    <a:pt x="68" y="0"/>
                  </a:lnTo>
                  <a:lnTo>
                    <a:pt x="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0" name="Google Shape;157;p2"/>
            <p:cNvSpPr>
              <a:spLocks/>
            </p:cNvSpPr>
            <p:nvPr/>
          </p:nvSpPr>
          <p:spPr bwMode="auto">
            <a:xfrm>
              <a:off x="3236324" y="6162519"/>
              <a:ext cx="157421" cy="25446"/>
            </a:xfrm>
            <a:custGeom>
              <a:avLst/>
              <a:gdLst>
                <a:gd name="T0" fmla="*/ 137126 w 2358"/>
                <a:gd name="T1" fmla="*/ 0 h 405"/>
                <a:gd name="T2" fmla="*/ 116897 w 2358"/>
                <a:gd name="T3" fmla="*/ 2136 h 405"/>
                <a:gd name="T4" fmla="*/ 80914 w 2358"/>
                <a:gd name="T5" fmla="*/ 6346 h 405"/>
                <a:gd name="T6" fmla="*/ 38254 w 2358"/>
                <a:gd name="T7" fmla="*/ 8482 h 405"/>
                <a:gd name="T8" fmla="*/ 18025 w 2358"/>
                <a:gd name="T9" fmla="*/ 12692 h 405"/>
                <a:gd name="T10" fmla="*/ 6743 w 2358"/>
                <a:gd name="T11" fmla="*/ 14828 h 405"/>
                <a:gd name="T12" fmla="*/ 0 w 2358"/>
                <a:gd name="T13" fmla="*/ 19037 h 405"/>
                <a:gd name="T14" fmla="*/ 0 w 2358"/>
                <a:gd name="T15" fmla="*/ 21174 h 405"/>
                <a:gd name="T16" fmla="*/ 6743 w 2358"/>
                <a:gd name="T17" fmla="*/ 23310 h 405"/>
                <a:gd name="T18" fmla="*/ 15755 w 2358"/>
                <a:gd name="T19" fmla="*/ 25383 h 405"/>
                <a:gd name="T20" fmla="*/ 33714 w 2358"/>
                <a:gd name="T21" fmla="*/ 23310 h 405"/>
                <a:gd name="T22" fmla="*/ 69698 w 2358"/>
                <a:gd name="T23" fmla="*/ 19037 h 405"/>
                <a:gd name="T24" fmla="*/ 114628 w 2358"/>
                <a:gd name="T25" fmla="*/ 14828 h 405"/>
                <a:gd name="T26" fmla="*/ 134856 w 2358"/>
                <a:gd name="T27" fmla="*/ 12692 h 405"/>
                <a:gd name="T28" fmla="*/ 155084 w 2358"/>
                <a:gd name="T29" fmla="*/ 6346 h 405"/>
                <a:gd name="T30" fmla="*/ 157354 w 2358"/>
                <a:gd name="T31" fmla="*/ 4272 h 405"/>
                <a:gd name="T32" fmla="*/ 155084 w 2358"/>
                <a:gd name="T33" fmla="*/ 2136 h 405"/>
                <a:gd name="T34" fmla="*/ 137126 w 2358"/>
                <a:gd name="T35" fmla="*/ 0 h 40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58" h="405" extrusionOk="0">
                  <a:moveTo>
                    <a:pt x="2054" y="0"/>
                  </a:moveTo>
                  <a:lnTo>
                    <a:pt x="1751" y="34"/>
                  </a:lnTo>
                  <a:lnTo>
                    <a:pt x="1212" y="101"/>
                  </a:lnTo>
                  <a:lnTo>
                    <a:pt x="573" y="135"/>
                  </a:lnTo>
                  <a:lnTo>
                    <a:pt x="270" y="202"/>
                  </a:lnTo>
                  <a:lnTo>
                    <a:pt x="101" y="236"/>
                  </a:lnTo>
                  <a:lnTo>
                    <a:pt x="0" y="303"/>
                  </a:lnTo>
                  <a:lnTo>
                    <a:pt x="0" y="337"/>
                  </a:lnTo>
                  <a:lnTo>
                    <a:pt x="101" y="371"/>
                  </a:lnTo>
                  <a:lnTo>
                    <a:pt x="236" y="404"/>
                  </a:lnTo>
                  <a:lnTo>
                    <a:pt x="505" y="371"/>
                  </a:lnTo>
                  <a:lnTo>
                    <a:pt x="1044" y="303"/>
                  </a:lnTo>
                  <a:lnTo>
                    <a:pt x="1717" y="236"/>
                  </a:lnTo>
                  <a:lnTo>
                    <a:pt x="2020" y="202"/>
                  </a:lnTo>
                  <a:lnTo>
                    <a:pt x="2323" y="101"/>
                  </a:lnTo>
                  <a:lnTo>
                    <a:pt x="2357" y="68"/>
                  </a:lnTo>
                  <a:lnTo>
                    <a:pt x="2323" y="34"/>
                  </a:lnTo>
                  <a:lnTo>
                    <a:pt x="205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1" name="Google Shape;158;p2"/>
            <p:cNvSpPr>
              <a:spLocks/>
            </p:cNvSpPr>
            <p:nvPr/>
          </p:nvSpPr>
          <p:spPr bwMode="auto">
            <a:xfrm>
              <a:off x="3010526" y="5652000"/>
              <a:ext cx="30212" cy="44531"/>
            </a:xfrm>
            <a:custGeom>
              <a:avLst/>
              <a:gdLst>
                <a:gd name="T0" fmla="*/ 18581 w 439"/>
                <a:gd name="T1" fmla="*/ 11149 h 675"/>
                <a:gd name="T2" fmla="*/ 18581 w 439"/>
                <a:gd name="T3" fmla="*/ 17812 h 675"/>
                <a:gd name="T4" fmla="*/ 18581 w 439"/>
                <a:gd name="T5" fmla="*/ 22298 h 675"/>
                <a:gd name="T6" fmla="*/ 13970 w 439"/>
                <a:gd name="T7" fmla="*/ 20055 h 675"/>
                <a:gd name="T8" fmla="*/ 11631 w 439"/>
                <a:gd name="T9" fmla="*/ 15635 h 675"/>
                <a:gd name="T10" fmla="*/ 11631 w 439"/>
                <a:gd name="T11" fmla="*/ 13392 h 675"/>
                <a:gd name="T12" fmla="*/ 13970 w 439"/>
                <a:gd name="T13" fmla="*/ 11149 h 675"/>
                <a:gd name="T14" fmla="*/ 18581 w 439"/>
                <a:gd name="T15" fmla="*/ 11149 h 675"/>
                <a:gd name="T16" fmla="*/ 13970 w 439"/>
                <a:gd name="T17" fmla="*/ 66 h 675"/>
                <a:gd name="T18" fmla="*/ 9360 w 439"/>
                <a:gd name="T19" fmla="*/ 2309 h 675"/>
                <a:gd name="T20" fmla="*/ 4680 w 439"/>
                <a:gd name="T21" fmla="*/ 4486 h 675"/>
                <a:gd name="T22" fmla="*/ 69 w 439"/>
                <a:gd name="T23" fmla="*/ 11149 h 675"/>
                <a:gd name="T24" fmla="*/ 69 w 439"/>
                <a:gd name="T25" fmla="*/ 15635 h 675"/>
                <a:gd name="T26" fmla="*/ 2409 w 439"/>
                <a:gd name="T27" fmla="*/ 22298 h 675"/>
                <a:gd name="T28" fmla="*/ 7020 w 439"/>
                <a:gd name="T29" fmla="*/ 24476 h 675"/>
                <a:gd name="T30" fmla="*/ 11631 w 439"/>
                <a:gd name="T31" fmla="*/ 28962 h 675"/>
                <a:gd name="T32" fmla="*/ 4680 w 439"/>
                <a:gd name="T33" fmla="*/ 33382 h 675"/>
                <a:gd name="T34" fmla="*/ 4680 w 439"/>
                <a:gd name="T35" fmla="*/ 37802 h 675"/>
                <a:gd name="T36" fmla="*/ 4680 w 439"/>
                <a:gd name="T37" fmla="*/ 40045 h 675"/>
                <a:gd name="T38" fmla="*/ 9360 w 439"/>
                <a:gd name="T39" fmla="*/ 44465 h 675"/>
                <a:gd name="T40" fmla="*/ 20921 w 439"/>
                <a:gd name="T41" fmla="*/ 44465 h 675"/>
                <a:gd name="T42" fmla="*/ 25532 w 439"/>
                <a:gd name="T43" fmla="*/ 42288 h 675"/>
                <a:gd name="T44" fmla="*/ 30212 w 439"/>
                <a:gd name="T45" fmla="*/ 40045 h 675"/>
                <a:gd name="T46" fmla="*/ 30212 w 439"/>
                <a:gd name="T47" fmla="*/ 35625 h 675"/>
                <a:gd name="T48" fmla="*/ 30212 w 439"/>
                <a:gd name="T49" fmla="*/ 31139 h 675"/>
                <a:gd name="T50" fmla="*/ 27872 w 439"/>
                <a:gd name="T51" fmla="*/ 26719 h 675"/>
                <a:gd name="T52" fmla="*/ 30212 w 439"/>
                <a:gd name="T53" fmla="*/ 24476 h 675"/>
                <a:gd name="T54" fmla="*/ 30212 w 439"/>
                <a:gd name="T55" fmla="*/ 22298 h 675"/>
                <a:gd name="T56" fmla="*/ 25532 w 439"/>
                <a:gd name="T57" fmla="*/ 20055 h 675"/>
                <a:gd name="T58" fmla="*/ 27872 w 439"/>
                <a:gd name="T59" fmla="*/ 15635 h 675"/>
                <a:gd name="T60" fmla="*/ 27872 w 439"/>
                <a:gd name="T61" fmla="*/ 11149 h 675"/>
                <a:gd name="T62" fmla="*/ 25532 w 439"/>
                <a:gd name="T63" fmla="*/ 4486 h 675"/>
                <a:gd name="T64" fmla="*/ 20921 w 439"/>
                <a:gd name="T65" fmla="*/ 2309 h 675"/>
                <a:gd name="T66" fmla="*/ 13970 w 439"/>
                <a:gd name="T67" fmla="*/ 66 h 67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39" h="675" extrusionOk="0">
                  <a:moveTo>
                    <a:pt x="270" y="169"/>
                  </a:moveTo>
                  <a:lnTo>
                    <a:pt x="270" y="270"/>
                  </a:lnTo>
                  <a:lnTo>
                    <a:pt x="270" y="338"/>
                  </a:lnTo>
                  <a:lnTo>
                    <a:pt x="203" y="304"/>
                  </a:lnTo>
                  <a:lnTo>
                    <a:pt x="169" y="237"/>
                  </a:lnTo>
                  <a:lnTo>
                    <a:pt x="169" y="203"/>
                  </a:lnTo>
                  <a:lnTo>
                    <a:pt x="203" y="169"/>
                  </a:lnTo>
                  <a:lnTo>
                    <a:pt x="270" y="169"/>
                  </a:lnTo>
                  <a:close/>
                  <a:moveTo>
                    <a:pt x="203" y="1"/>
                  </a:moveTo>
                  <a:lnTo>
                    <a:pt x="136" y="35"/>
                  </a:lnTo>
                  <a:lnTo>
                    <a:pt x="68" y="68"/>
                  </a:lnTo>
                  <a:lnTo>
                    <a:pt x="1" y="169"/>
                  </a:lnTo>
                  <a:lnTo>
                    <a:pt x="1" y="237"/>
                  </a:lnTo>
                  <a:lnTo>
                    <a:pt x="35" y="338"/>
                  </a:lnTo>
                  <a:lnTo>
                    <a:pt x="102" y="371"/>
                  </a:lnTo>
                  <a:lnTo>
                    <a:pt x="169" y="439"/>
                  </a:lnTo>
                  <a:lnTo>
                    <a:pt x="68" y="506"/>
                  </a:lnTo>
                  <a:lnTo>
                    <a:pt x="68" y="573"/>
                  </a:lnTo>
                  <a:lnTo>
                    <a:pt x="68" y="607"/>
                  </a:lnTo>
                  <a:lnTo>
                    <a:pt x="136" y="674"/>
                  </a:lnTo>
                  <a:lnTo>
                    <a:pt x="304" y="674"/>
                  </a:lnTo>
                  <a:lnTo>
                    <a:pt x="371" y="641"/>
                  </a:lnTo>
                  <a:lnTo>
                    <a:pt x="439" y="607"/>
                  </a:lnTo>
                  <a:lnTo>
                    <a:pt x="439" y="540"/>
                  </a:lnTo>
                  <a:lnTo>
                    <a:pt x="439" y="472"/>
                  </a:lnTo>
                  <a:lnTo>
                    <a:pt x="405" y="405"/>
                  </a:lnTo>
                  <a:lnTo>
                    <a:pt x="439" y="371"/>
                  </a:lnTo>
                  <a:lnTo>
                    <a:pt x="439" y="338"/>
                  </a:lnTo>
                  <a:lnTo>
                    <a:pt x="371" y="304"/>
                  </a:lnTo>
                  <a:lnTo>
                    <a:pt x="405" y="237"/>
                  </a:lnTo>
                  <a:lnTo>
                    <a:pt x="405" y="169"/>
                  </a:lnTo>
                  <a:lnTo>
                    <a:pt x="371" y="68"/>
                  </a:lnTo>
                  <a:lnTo>
                    <a:pt x="304" y="35"/>
                  </a:lnTo>
                  <a:lnTo>
                    <a:pt x="203"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2" name="Google Shape;159;p2"/>
            <p:cNvSpPr>
              <a:spLocks/>
            </p:cNvSpPr>
            <p:nvPr/>
          </p:nvSpPr>
          <p:spPr bwMode="auto">
            <a:xfrm>
              <a:off x="3256995" y="6038468"/>
              <a:ext cx="50884" cy="30218"/>
            </a:xfrm>
            <a:custGeom>
              <a:avLst/>
              <a:gdLst>
                <a:gd name="T0" fmla="*/ 37621 w 775"/>
                <a:gd name="T1" fmla="*/ 0 h 439"/>
                <a:gd name="T2" fmla="*/ 28758 w 775"/>
                <a:gd name="T3" fmla="*/ 2340 h 439"/>
                <a:gd name="T4" fmla="*/ 19894 w 775"/>
                <a:gd name="T5" fmla="*/ 6952 h 439"/>
                <a:gd name="T6" fmla="*/ 2232 w 775"/>
                <a:gd name="T7" fmla="*/ 18585 h 439"/>
                <a:gd name="T8" fmla="*/ 0 w 775"/>
                <a:gd name="T9" fmla="*/ 20925 h 439"/>
                <a:gd name="T10" fmla="*/ 0 w 775"/>
                <a:gd name="T11" fmla="*/ 25537 h 439"/>
                <a:gd name="T12" fmla="*/ 2232 w 775"/>
                <a:gd name="T13" fmla="*/ 27878 h 439"/>
                <a:gd name="T14" fmla="*/ 4465 w 775"/>
                <a:gd name="T15" fmla="*/ 30149 h 439"/>
                <a:gd name="T16" fmla="*/ 44253 w 775"/>
                <a:gd name="T17" fmla="*/ 30149 h 439"/>
                <a:gd name="T18" fmla="*/ 48652 w 775"/>
                <a:gd name="T19" fmla="*/ 27878 h 439"/>
                <a:gd name="T20" fmla="*/ 50884 w 775"/>
                <a:gd name="T21" fmla="*/ 23197 h 439"/>
                <a:gd name="T22" fmla="*/ 48652 w 775"/>
                <a:gd name="T23" fmla="*/ 18585 h 439"/>
                <a:gd name="T24" fmla="*/ 44253 w 775"/>
                <a:gd name="T25" fmla="*/ 16245 h 439"/>
                <a:gd name="T26" fmla="*/ 26525 w 775"/>
                <a:gd name="T27" fmla="*/ 16245 h 439"/>
                <a:gd name="T28" fmla="*/ 35389 w 775"/>
                <a:gd name="T29" fmla="*/ 11633 h 439"/>
                <a:gd name="T30" fmla="*/ 39788 w 775"/>
                <a:gd name="T31" fmla="*/ 4681 h 439"/>
                <a:gd name="T32" fmla="*/ 42020 w 775"/>
                <a:gd name="T33" fmla="*/ 0 h 439"/>
                <a:gd name="T34" fmla="*/ 37621 w 775"/>
                <a:gd name="T35" fmla="*/ 0 h 4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75" h="439" extrusionOk="0">
                  <a:moveTo>
                    <a:pt x="573" y="0"/>
                  </a:moveTo>
                  <a:lnTo>
                    <a:pt x="438" y="34"/>
                  </a:lnTo>
                  <a:lnTo>
                    <a:pt x="303" y="101"/>
                  </a:lnTo>
                  <a:lnTo>
                    <a:pt x="34" y="270"/>
                  </a:lnTo>
                  <a:lnTo>
                    <a:pt x="0" y="304"/>
                  </a:lnTo>
                  <a:lnTo>
                    <a:pt x="0" y="371"/>
                  </a:lnTo>
                  <a:lnTo>
                    <a:pt x="34" y="405"/>
                  </a:lnTo>
                  <a:lnTo>
                    <a:pt x="68" y="438"/>
                  </a:lnTo>
                  <a:lnTo>
                    <a:pt x="674" y="438"/>
                  </a:lnTo>
                  <a:lnTo>
                    <a:pt x="741" y="405"/>
                  </a:lnTo>
                  <a:lnTo>
                    <a:pt x="775" y="337"/>
                  </a:lnTo>
                  <a:lnTo>
                    <a:pt x="741" y="270"/>
                  </a:lnTo>
                  <a:lnTo>
                    <a:pt x="674" y="236"/>
                  </a:lnTo>
                  <a:lnTo>
                    <a:pt x="404" y="236"/>
                  </a:lnTo>
                  <a:lnTo>
                    <a:pt x="539" y="169"/>
                  </a:lnTo>
                  <a:lnTo>
                    <a:pt x="606" y="68"/>
                  </a:lnTo>
                  <a:lnTo>
                    <a:pt x="640" y="0"/>
                  </a:lnTo>
                  <a:lnTo>
                    <a:pt x="57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3" name="Google Shape;160;p2"/>
            <p:cNvSpPr>
              <a:spLocks/>
            </p:cNvSpPr>
            <p:nvPr/>
          </p:nvSpPr>
          <p:spPr bwMode="auto">
            <a:xfrm>
              <a:off x="2938970" y="5591565"/>
              <a:ext cx="31802" cy="132003"/>
            </a:xfrm>
            <a:custGeom>
              <a:avLst/>
              <a:gdLst>
                <a:gd name="T0" fmla="*/ 2291 w 472"/>
                <a:gd name="T1" fmla="*/ 66 h 1988"/>
                <a:gd name="T2" fmla="*/ 0 w 472"/>
                <a:gd name="T3" fmla="*/ 2324 h 1988"/>
                <a:gd name="T4" fmla="*/ 0 w 472"/>
                <a:gd name="T5" fmla="*/ 15737 h 1988"/>
                <a:gd name="T6" fmla="*/ 2291 w 472"/>
                <a:gd name="T7" fmla="*/ 31341 h 1988"/>
                <a:gd name="T8" fmla="*/ 6805 w 472"/>
                <a:gd name="T9" fmla="*/ 60424 h 1988"/>
                <a:gd name="T10" fmla="*/ 11387 w 472"/>
                <a:gd name="T11" fmla="*/ 96213 h 1988"/>
                <a:gd name="T12" fmla="*/ 15901 w 472"/>
                <a:gd name="T13" fmla="*/ 114075 h 1988"/>
                <a:gd name="T14" fmla="*/ 22706 w 472"/>
                <a:gd name="T15" fmla="*/ 129745 h 1988"/>
                <a:gd name="T16" fmla="*/ 24997 w 472"/>
                <a:gd name="T17" fmla="*/ 131937 h 1988"/>
                <a:gd name="T18" fmla="*/ 27220 w 472"/>
                <a:gd name="T19" fmla="*/ 131937 h 1988"/>
                <a:gd name="T20" fmla="*/ 29511 w 472"/>
                <a:gd name="T21" fmla="*/ 129745 h 1988"/>
                <a:gd name="T22" fmla="*/ 31802 w 472"/>
                <a:gd name="T23" fmla="*/ 127488 h 1988"/>
                <a:gd name="T24" fmla="*/ 29511 w 472"/>
                <a:gd name="T25" fmla="*/ 109626 h 1988"/>
                <a:gd name="T26" fmla="*/ 27220 w 472"/>
                <a:gd name="T27" fmla="*/ 93956 h 1988"/>
                <a:gd name="T28" fmla="*/ 18192 w 472"/>
                <a:gd name="T29" fmla="*/ 60424 h 1988"/>
                <a:gd name="T30" fmla="*/ 13610 w 472"/>
                <a:gd name="T31" fmla="*/ 29150 h 1988"/>
                <a:gd name="T32" fmla="*/ 11387 w 472"/>
                <a:gd name="T33" fmla="*/ 15737 h 1988"/>
                <a:gd name="T34" fmla="*/ 6805 w 472"/>
                <a:gd name="T35" fmla="*/ 66 h 1988"/>
                <a:gd name="T36" fmla="*/ 2291 w 472"/>
                <a:gd name="T37" fmla="*/ 66 h 19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72" h="1988" extrusionOk="0">
                  <a:moveTo>
                    <a:pt x="34" y="1"/>
                  </a:moveTo>
                  <a:lnTo>
                    <a:pt x="0" y="35"/>
                  </a:lnTo>
                  <a:lnTo>
                    <a:pt x="0" y="237"/>
                  </a:lnTo>
                  <a:lnTo>
                    <a:pt x="34" y="472"/>
                  </a:lnTo>
                  <a:lnTo>
                    <a:pt x="101" y="910"/>
                  </a:lnTo>
                  <a:lnTo>
                    <a:pt x="169" y="1449"/>
                  </a:lnTo>
                  <a:lnTo>
                    <a:pt x="236" y="1718"/>
                  </a:lnTo>
                  <a:lnTo>
                    <a:pt x="337" y="1954"/>
                  </a:lnTo>
                  <a:lnTo>
                    <a:pt x="371" y="1987"/>
                  </a:lnTo>
                  <a:lnTo>
                    <a:pt x="404" y="1987"/>
                  </a:lnTo>
                  <a:lnTo>
                    <a:pt x="438" y="1954"/>
                  </a:lnTo>
                  <a:lnTo>
                    <a:pt x="472" y="1920"/>
                  </a:lnTo>
                  <a:lnTo>
                    <a:pt x="438" y="1651"/>
                  </a:lnTo>
                  <a:lnTo>
                    <a:pt x="404" y="1415"/>
                  </a:lnTo>
                  <a:lnTo>
                    <a:pt x="270" y="910"/>
                  </a:lnTo>
                  <a:lnTo>
                    <a:pt x="202" y="439"/>
                  </a:lnTo>
                  <a:lnTo>
                    <a:pt x="169" y="237"/>
                  </a:lnTo>
                  <a:lnTo>
                    <a:pt x="101" y="1"/>
                  </a:lnTo>
                  <a:lnTo>
                    <a:pt x="3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4" name="Google Shape;161;p2"/>
            <p:cNvSpPr>
              <a:spLocks/>
            </p:cNvSpPr>
            <p:nvPr/>
          </p:nvSpPr>
          <p:spPr bwMode="auto">
            <a:xfrm>
              <a:off x="3112294" y="5772871"/>
              <a:ext cx="12721" cy="39760"/>
            </a:xfrm>
            <a:custGeom>
              <a:avLst/>
              <a:gdLst>
                <a:gd name="T0" fmla="*/ 4261 w 203"/>
                <a:gd name="T1" fmla="*/ 65 h 608"/>
                <a:gd name="T2" fmla="*/ 2193 w 203"/>
                <a:gd name="T3" fmla="*/ 2289 h 608"/>
                <a:gd name="T4" fmla="*/ 63 w 203"/>
                <a:gd name="T5" fmla="*/ 11052 h 608"/>
                <a:gd name="T6" fmla="*/ 63 w 203"/>
                <a:gd name="T7" fmla="*/ 19880 h 608"/>
                <a:gd name="T8" fmla="*/ 2193 w 203"/>
                <a:gd name="T9" fmla="*/ 35313 h 608"/>
                <a:gd name="T10" fmla="*/ 4261 w 203"/>
                <a:gd name="T11" fmla="*/ 37471 h 608"/>
                <a:gd name="T12" fmla="*/ 6392 w 203"/>
                <a:gd name="T13" fmla="*/ 39695 h 608"/>
                <a:gd name="T14" fmla="*/ 10590 w 203"/>
                <a:gd name="T15" fmla="*/ 37471 h 608"/>
                <a:gd name="T16" fmla="*/ 12721 w 203"/>
                <a:gd name="T17" fmla="*/ 35313 h 608"/>
                <a:gd name="T18" fmla="*/ 12721 w 203"/>
                <a:gd name="T19" fmla="*/ 33090 h 608"/>
                <a:gd name="T20" fmla="*/ 10590 w 203"/>
                <a:gd name="T21" fmla="*/ 17657 h 608"/>
                <a:gd name="T22" fmla="*/ 10590 w 203"/>
                <a:gd name="T23" fmla="*/ 2289 h 608"/>
                <a:gd name="T24" fmla="*/ 8522 w 203"/>
                <a:gd name="T25" fmla="*/ 65 h 608"/>
                <a:gd name="T26" fmla="*/ 4261 w 203"/>
                <a:gd name="T27" fmla="*/ 65 h 6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3" h="608" extrusionOk="0">
                  <a:moveTo>
                    <a:pt x="68" y="1"/>
                  </a:moveTo>
                  <a:lnTo>
                    <a:pt x="35" y="35"/>
                  </a:lnTo>
                  <a:lnTo>
                    <a:pt x="1" y="169"/>
                  </a:lnTo>
                  <a:lnTo>
                    <a:pt x="1" y="304"/>
                  </a:lnTo>
                  <a:lnTo>
                    <a:pt x="35" y="540"/>
                  </a:lnTo>
                  <a:lnTo>
                    <a:pt x="68" y="573"/>
                  </a:lnTo>
                  <a:lnTo>
                    <a:pt x="102" y="607"/>
                  </a:lnTo>
                  <a:lnTo>
                    <a:pt x="169" y="573"/>
                  </a:lnTo>
                  <a:lnTo>
                    <a:pt x="203" y="540"/>
                  </a:lnTo>
                  <a:lnTo>
                    <a:pt x="203" y="506"/>
                  </a:lnTo>
                  <a:lnTo>
                    <a:pt x="169" y="270"/>
                  </a:lnTo>
                  <a:lnTo>
                    <a:pt x="169" y="35"/>
                  </a:lnTo>
                  <a:lnTo>
                    <a:pt x="136" y="1"/>
                  </a:lnTo>
                  <a:lnTo>
                    <a:pt x="6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5" name="Google Shape;162;p2"/>
            <p:cNvSpPr>
              <a:spLocks/>
            </p:cNvSpPr>
            <p:nvPr/>
          </p:nvSpPr>
          <p:spPr bwMode="auto">
            <a:xfrm>
              <a:off x="3097983" y="5548623"/>
              <a:ext cx="157422" cy="146317"/>
            </a:xfrm>
            <a:custGeom>
              <a:avLst/>
              <a:gdLst>
                <a:gd name="T0" fmla="*/ 112425 w 2358"/>
                <a:gd name="T1" fmla="*/ 0 h 2189"/>
                <a:gd name="T2" fmla="*/ 89994 w 2358"/>
                <a:gd name="T3" fmla="*/ 4545 h 2189"/>
                <a:gd name="T4" fmla="*/ 49537 w 2358"/>
                <a:gd name="T5" fmla="*/ 9024 h 2189"/>
                <a:gd name="T6" fmla="*/ 29308 w 2358"/>
                <a:gd name="T7" fmla="*/ 13502 h 2189"/>
                <a:gd name="T8" fmla="*/ 9079 w 2358"/>
                <a:gd name="T9" fmla="*/ 18047 h 2189"/>
                <a:gd name="T10" fmla="*/ 6810 w 2358"/>
                <a:gd name="T11" fmla="*/ 13502 h 2189"/>
                <a:gd name="T12" fmla="*/ 4540 w 2358"/>
                <a:gd name="T13" fmla="*/ 11296 h 2189"/>
                <a:gd name="T14" fmla="*/ 2337 w 2358"/>
                <a:gd name="T15" fmla="*/ 15775 h 2189"/>
                <a:gd name="T16" fmla="*/ 67 w 2358"/>
                <a:gd name="T17" fmla="*/ 29277 h 2189"/>
                <a:gd name="T18" fmla="*/ 67 w 2358"/>
                <a:gd name="T19" fmla="*/ 45051 h 2189"/>
                <a:gd name="T20" fmla="*/ 4540 w 2358"/>
                <a:gd name="T21" fmla="*/ 74261 h 2189"/>
                <a:gd name="T22" fmla="*/ 9079 w 2358"/>
                <a:gd name="T23" fmla="*/ 110289 h 2189"/>
                <a:gd name="T24" fmla="*/ 13552 w 2358"/>
                <a:gd name="T25" fmla="*/ 128270 h 2189"/>
                <a:gd name="T26" fmla="*/ 20295 w 2358"/>
                <a:gd name="T27" fmla="*/ 144044 h 2189"/>
                <a:gd name="T28" fmla="*/ 22565 w 2358"/>
                <a:gd name="T29" fmla="*/ 146317 h 2189"/>
                <a:gd name="T30" fmla="*/ 24768 w 2358"/>
                <a:gd name="T31" fmla="*/ 146317 h 2189"/>
                <a:gd name="T32" fmla="*/ 29308 w 2358"/>
                <a:gd name="T33" fmla="*/ 144044 h 2189"/>
                <a:gd name="T34" fmla="*/ 29308 w 2358"/>
                <a:gd name="T35" fmla="*/ 141772 h 2189"/>
                <a:gd name="T36" fmla="*/ 27038 w 2358"/>
                <a:gd name="T37" fmla="*/ 123791 h 2189"/>
                <a:gd name="T38" fmla="*/ 24768 w 2358"/>
                <a:gd name="T39" fmla="*/ 108017 h 2189"/>
                <a:gd name="T40" fmla="*/ 18025 w 2358"/>
                <a:gd name="T41" fmla="*/ 74261 h 2189"/>
                <a:gd name="T42" fmla="*/ 13552 w 2358"/>
                <a:gd name="T43" fmla="*/ 49530 h 2189"/>
                <a:gd name="T44" fmla="*/ 9079 w 2358"/>
                <a:gd name="T45" fmla="*/ 24798 h 2189"/>
                <a:gd name="T46" fmla="*/ 36051 w 2358"/>
                <a:gd name="T47" fmla="*/ 22526 h 2189"/>
                <a:gd name="T48" fmla="*/ 63022 w 2358"/>
                <a:gd name="T49" fmla="*/ 20253 h 2189"/>
                <a:gd name="T50" fmla="*/ 125911 w 2358"/>
                <a:gd name="T51" fmla="*/ 9024 h 2189"/>
                <a:gd name="T52" fmla="*/ 128181 w 2358"/>
                <a:gd name="T53" fmla="*/ 11296 h 2189"/>
                <a:gd name="T54" fmla="*/ 130451 w 2358"/>
                <a:gd name="T55" fmla="*/ 13502 h 2189"/>
                <a:gd name="T56" fmla="*/ 132654 w 2358"/>
                <a:gd name="T57" fmla="*/ 11296 h 2189"/>
                <a:gd name="T58" fmla="*/ 132654 w 2358"/>
                <a:gd name="T59" fmla="*/ 31549 h 2189"/>
                <a:gd name="T60" fmla="*/ 134924 w 2358"/>
                <a:gd name="T61" fmla="*/ 49530 h 2189"/>
                <a:gd name="T62" fmla="*/ 143936 w 2358"/>
                <a:gd name="T63" fmla="*/ 117040 h 2189"/>
                <a:gd name="T64" fmla="*/ 130451 w 2358"/>
                <a:gd name="T65" fmla="*/ 117040 h 2189"/>
                <a:gd name="T66" fmla="*/ 116965 w 2358"/>
                <a:gd name="T67" fmla="*/ 119313 h 2189"/>
                <a:gd name="T68" fmla="*/ 89994 w 2358"/>
                <a:gd name="T69" fmla="*/ 126064 h 2189"/>
                <a:gd name="T70" fmla="*/ 58482 w 2358"/>
                <a:gd name="T71" fmla="*/ 128270 h 2189"/>
                <a:gd name="T72" fmla="*/ 40524 w 2358"/>
                <a:gd name="T73" fmla="*/ 132815 h 2189"/>
                <a:gd name="T74" fmla="*/ 33781 w 2358"/>
                <a:gd name="T75" fmla="*/ 137293 h 2189"/>
                <a:gd name="T76" fmla="*/ 29308 w 2358"/>
                <a:gd name="T77" fmla="*/ 141772 h 2189"/>
                <a:gd name="T78" fmla="*/ 36051 w 2358"/>
                <a:gd name="T79" fmla="*/ 144044 h 2189"/>
                <a:gd name="T80" fmla="*/ 42794 w 2358"/>
                <a:gd name="T81" fmla="*/ 146317 h 2189"/>
                <a:gd name="T82" fmla="*/ 56279 w 2358"/>
                <a:gd name="T83" fmla="*/ 146317 h 2189"/>
                <a:gd name="T84" fmla="*/ 83251 w 2358"/>
                <a:gd name="T85" fmla="*/ 139566 h 2189"/>
                <a:gd name="T86" fmla="*/ 116965 w 2358"/>
                <a:gd name="T87" fmla="*/ 137293 h 2189"/>
                <a:gd name="T88" fmla="*/ 132654 w 2358"/>
                <a:gd name="T89" fmla="*/ 135021 h 2189"/>
                <a:gd name="T90" fmla="*/ 146139 w 2358"/>
                <a:gd name="T91" fmla="*/ 130542 h 2189"/>
                <a:gd name="T92" fmla="*/ 155152 w 2358"/>
                <a:gd name="T93" fmla="*/ 130542 h 2189"/>
                <a:gd name="T94" fmla="*/ 157422 w 2358"/>
                <a:gd name="T95" fmla="*/ 128270 h 2189"/>
                <a:gd name="T96" fmla="*/ 157422 w 2358"/>
                <a:gd name="T97" fmla="*/ 126064 h 2189"/>
                <a:gd name="T98" fmla="*/ 148409 w 2358"/>
                <a:gd name="T99" fmla="*/ 58554 h 2189"/>
                <a:gd name="T100" fmla="*/ 143936 w 2358"/>
                <a:gd name="T101" fmla="*/ 29277 h 2189"/>
                <a:gd name="T102" fmla="*/ 141666 w 2358"/>
                <a:gd name="T103" fmla="*/ 13502 h 2189"/>
                <a:gd name="T104" fmla="*/ 137193 w 2358"/>
                <a:gd name="T105" fmla="*/ 0 h 2189"/>
                <a:gd name="T106" fmla="*/ 134924 w 2358"/>
                <a:gd name="T107" fmla="*/ 0 h 2189"/>
                <a:gd name="T108" fmla="*/ 134924 w 2358"/>
                <a:gd name="T109" fmla="*/ 2273 h 2189"/>
                <a:gd name="T110" fmla="*/ 132654 w 2358"/>
                <a:gd name="T111" fmla="*/ 2273 h 2189"/>
                <a:gd name="T112" fmla="*/ 128181 w 2358"/>
                <a:gd name="T113" fmla="*/ 0 h 2189"/>
                <a:gd name="T114" fmla="*/ 112425 w 2358"/>
                <a:gd name="T115" fmla="*/ 0 h 218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358" h="2189" extrusionOk="0">
                  <a:moveTo>
                    <a:pt x="1684" y="0"/>
                  </a:moveTo>
                  <a:lnTo>
                    <a:pt x="1348" y="68"/>
                  </a:lnTo>
                  <a:lnTo>
                    <a:pt x="742" y="135"/>
                  </a:lnTo>
                  <a:lnTo>
                    <a:pt x="439" y="202"/>
                  </a:lnTo>
                  <a:lnTo>
                    <a:pt x="136" y="270"/>
                  </a:lnTo>
                  <a:lnTo>
                    <a:pt x="102" y="202"/>
                  </a:lnTo>
                  <a:lnTo>
                    <a:pt x="68" y="169"/>
                  </a:lnTo>
                  <a:lnTo>
                    <a:pt x="35" y="236"/>
                  </a:lnTo>
                  <a:lnTo>
                    <a:pt x="1" y="438"/>
                  </a:lnTo>
                  <a:lnTo>
                    <a:pt x="1" y="674"/>
                  </a:lnTo>
                  <a:lnTo>
                    <a:pt x="68" y="1111"/>
                  </a:lnTo>
                  <a:lnTo>
                    <a:pt x="136" y="1650"/>
                  </a:lnTo>
                  <a:lnTo>
                    <a:pt x="203" y="1919"/>
                  </a:lnTo>
                  <a:lnTo>
                    <a:pt x="304" y="2155"/>
                  </a:lnTo>
                  <a:lnTo>
                    <a:pt x="338" y="2189"/>
                  </a:lnTo>
                  <a:lnTo>
                    <a:pt x="371" y="2189"/>
                  </a:lnTo>
                  <a:lnTo>
                    <a:pt x="439" y="2155"/>
                  </a:lnTo>
                  <a:lnTo>
                    <a:pt x="439" y="2121"/>
                  </a:lnTo>
                  <a:lnTo>
                    <a:pt x="405" y="1852"/>
                  </a:lnTo>
                  <a:lnTo>
                    <a:pt x="371" y="1616"/>
                  </a:lnTo>
                  <a:lnTo>
                    <a:pt x="270" y="1111"/>
                  </a:lnTo>
                  <a:lnTo>
                    <a:pt x="203" y="741"/>
                  </a:lnTo>
                  <a:lnTo>
                    <a:pt x="136" y="371"/>
                  </a:lnTo>
                  <a:lnTo>
                    <a:pt x="540" y="337"/>
                  </a:lnTo>
                  <a:lnTo>
                    <a:pt x="944" y="303"/>
                  </a:lnTo>
                  <a:lnTo>
                    <a:pt x="1886" y="135"/>
                  </a:lnTo>
                  <a:lnTo>
                    <a:pt x="1920" y="169"/>
                  </a:lnTo>
                  <a:lnTo>
                    <a:pt x="1954" y="202"/>
                  </a:lnTo>
                  <a:lnTo>
                    <a:pt x="1987" y="169"/>
                  </a:lnTo>
                  <a:lnTo>
                    <a:pt x="1987" y="472"/>
                  </a:lnTo>
                  <a:lnTo>
                    <a:pt x="2021" y="741"/>
                  </a:lnTo>
                  <a:lnTo>
                    <a:pt x="2156" y="1751"/>
                  </a:lnTo>
                  <a:lnTo>
                    <a:pt x="1954" y="1751"/>
                  </a:lnTo>
                  <a:lnTo>
                    <a:pt x="1752" y="1785"/>
                  </a:lnTo>
                  <a:lnTo>
                    <a:pt x="1348" y="1886"/>
                  </a:lnTo>
                  <a:lnTo>
                    <a:pt x="876" y="1919"/>
                  </a:lnTo>
                  <a:lnTo>
                    <a:pt x="607" y="1987"/>
                  </a:lnTo>
                  <a:lnTo>
                    <a:pt x="506" y="2054"/>
                  </a:lnTo>
                  <a:lnTo>
                    <a:pt x="439" y="2121"/>
                  </a:lnTo>
                  <a:lnTo>
                    <a:pt x="540" y="2155"/>
                  </a:lnTo>
                  <a:lnTo>
                    <a:pt x="641" y="2189"/>
                  </a:lnTo>
                  <a:lnTo>
                    <a:pt x="843" y="2189"/>
                  </a:lnTo>
                  <a:lnTo>
                    <a:pt x="1247" y="2088"/>
                  </a:lnTo>
                  <a:lnTo>
                    <a:pt x="1752" y="2054"/>
                  </a:lnTo>
                  <a:lnTo>
                    <a:pt x="1987" y="2020"/>
                  </a:lnTo>
                  <a:lnTo>
                    <a:pt x="2189" y="1953"/>
                  </a:lnTo>
                  <a:lnTo>
                    <a:pt x="2324" y="1953"/>
                  </a:lnTo>
                  <a:lnTo>
                    <a:pt x="2358" y="1919"/>
                  </a:lnTo>
                  <a:lnTo>
                    <a:pt x="2358" y="1886"/>
                  </a:lnTo>
                  <a:lnTo>
                    <a:pt x="2223" y="876"/>
                  </a:lnTo>
                  <a:lnTo>
                    <a:pt x="2156" y="438"/>
                  </a:lnTo>
                  <a:lnTo>
                    <a:pt x="2122" y="202"/>
                  </a:lnTo>
                  <a:lnTo>
                    <a:pt x="2055" y="0"/>
                  </a:lnTo>
                  <a:lnTo>
                    <a:pt x="2021" y="0"/>
                  </a:lnTo>
                  <a:lnTo>
                    <a:pt x="2021" y="34"/>
                  </a:lnTo>
                  <a:lnTo>
                    <a:pt x="1987" y="34"/>
                  </a:lnTo>
                  <a:lnTo>
                    <a:pt x="1920" y="0"/>
                  </a:lnTo>
                  <a:lnTo>
                    <a:pt x="168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6" name="Google Shape;163;p2"/>
            <p:cNvSpPr>
              <a:spLocks/>
            </p:cNvSpPr>
            <p:nvPr/>
          </p:nvSpPr>
          <p:spPr bwMode="auto">
            <a:xfrm>
              <a:off x="3263355" y="5747424"/>
              <a:ext cx="42934" cy="46121"/>
            </a:xfrm>
            <a:custGeom>
              <a:avLst/>
              <a:gdLst>
                <a:gd name="T0" fmla="*/ 15807 w 641"/>
                <a:gd name="T1" fmla="*/ 11564 h 674"/>
                <a:gd name="T2" fmla="*/ 18085 w 641"/>
                <a:gd name="T3" fmla="*/ 13891 h 674"/>
                <a:gd name="T4" fmla="*/ 29337 w 641"/>
                <a:gd name="T5" fmla="*/ 13891 h 674"/>
                <a:gd name="T6" fmla="*/ 31614 w 641"/>
                <a:gd name="T7" fmla="*/ 23061 h 674"/>
                <a:gd name="T8" fmla="*/ 31614 w 641"/>
                <a:gd name="T9" fmla="*/ 27714 h 674"/>
                <a:gd name="T10" fmla="*/ 29337 w 641"/>
                <a:gd name="T11" fmla="*/ 32298 h 674"/>
                <a:gd name="T12" fmla="*/ 24849 w 641"/>
                <a:gd name="T13" fmla="*/ 34625 h 674"/>
                <a:gd name="T14" fmla="*/ 22572 w 641"/>
                <a:gd name="T15" fmla="*/ 34625 h 674"/>
                <a:gd name="T16" fmla="*/ 13530 w 641"/>
                <a:gd name="T17" fmla="*/ 32298 h 674"/>
                <a:gd name="T18" fmla="*/ 11320 w 641"/>
                <a:gd name="T19" fmla="*/ 29972 h 674"/>
                <a:gd name="T20" fmla="*/ 9042 w 641"/>
                <a:gd name="T21" fmla="*/ 25387 h 674"/>
                <a:gd name="T22" fmla="*/ 11320 w 641"/>
                <a:gd name="T23" fmla="*/ 16149 h 674"/>
                <a:gd name="T24" fmla="*/ 15807 w 641"/>
                <a:gd name="T25" fmla="*/ 11564 h 674"/>
                <a:gd name="T26" fmla="*/ 13530 w 641"/>
                <a:gd name="T27" fmla="*/ 68 h 674"/>
                <a:gd name="T28" fmla="*/ 6765 w 641"/>
                <a:gd name="T29" fmla="*/ 4653 h 674"/>
                <a:gd name="T30" fmla="*/ 2277 w 641"/>
                <a:gd name="T31" fmla="*/ 11564 h 674"/>
                <a:gd name="T32" fmla="*/ 0 w 641"/>
                <a:gd name="T33" fmla="*/ 20802 h 674"/>
                <a:gd name="T34" fmla="*/ 0 w 641"/>
                <a:gd name="T35" fmla="*/ 27714 h 674"/>
                <a:gd name="T36" fmla="*/ 2277 w 641"/>
                <a:gd name="T37" fmla="*/ 36883 h 674"/>
                <a:gd name="T38" fmla="*/ 9042 w 641"/>
                <a:gd name="T39" fmla="*/ 43794 h 674"/>
                <a:gd name="T40" fmla="*/ 15807 w 641"/>
                <a:gd name="T41" fmla="*/ 46121 h 674"/>
                <a:gd name="T42" fmla="*/ 22572 w 641"/>
                <a:gd name="T43" fmla="*/ 46121 h 674"/>
                <a:gd name="T44" fmla="*/ 31614 w 641"/>
                <a:gd name="T45" fmla="*/ 43794 h 674"/>
                <a:gd name="T46" fmla="*/ 36102 w 641"/>
                <a:gd name="T47" fmla="*/ 39210 h 674"/>
                <a:gd name="T48" fmla="*/ 40590 w 641"/>
                <a:gd name="T49" fmla="*/ 32298 h 674"/>
                <a:gd name="T50" fmla="*/ 42867 w 641"/>
                <a:gd name="T51" fmla="*/ 20802 h 674"/>
                <a:gd name="T52" fmla="*/ 40590 w 641"/>
                <a:gd name="T53" fmla="*/ 11564 h 674"/>
                <a:gd name="T54" fmla="*/ 36102 w 641"/>
                <a:gd name="T55" fmla="*/ 4653 h 674"/>
                <a:gd name="T56" fmla="*/ 31614 w 641"/>
                <a:gd name="T57" fmla="*/ 2327 h 674"/>
                <a:gd name="T58" fmla="*/ 22572 w 641"/>
                <a:gd name="T59" fmla="*/ 68 h 674"/>
                <a:gd name="T60" fmla="*/ 13530 w 641"/>
                <a:gd name="T61" fmla="*/ 68 h 6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641" h="674" extrusionOk="0">
                  <a:moveTo>
                    <a:pt x="236" y="169"/>
                  </a:moveTo>
                  <a:lnTo>
                    <a:pt x="270" y="203"/>
                  </a:lnTo>
                  <a:lnTo>
                    <a:pt x="438" y="203"/>
                  </a:lnTo>
                  <a:lnTo>
                    <a:pt x="472" y="337"/>
                  </a:lnTo>
                  <a:lnTo>
                    <a:pt x="472" y="405"/>
                  </a:lnTo>
                  <a:lnTo>
                    <a:pt x="438" y="472"/>
                  </a:lnTo>
                  <a:lnTo>
                    <a:pt x="371" y="506"/>
                  </a:lnTo>
                  <a:lnTo>
                    <a:pt x="337" y="506"/>
                  </a:lnTo>
                  <a:lnTo>
                    <a:pt x="202" y="472"/>
                  </a:lnTo>
                  <a:lnTo>
                    <a:pt x="169" y="438"/>
                  </a:lnTo>
                  <a:lnTo>
                    <a:pt x="135" y="371"/>
                  </a:lnTo>
                  <a:lnTo>
                    <a:pt x="169" y="236"/>
                  </a:lnTo>
                  <a:lnTo>
                    <a:pt x="236" y="169"/>
                  </a:lnTo>
                  <a:close/>
                  <a:moveTo>
                    <a:pt x="202" y="1"/>
                  </a:moveTo>
                  <a:lnTo>
                    <a:pt x="101" y="68"/>
                  </a:lnTo>
                  <a:lnTo>
                    <a:pt x="34" y="169"/>
                  </a:lnTo>
                  <a:lnTo>
                    <a:pt x="0" y="304"/>
                  </a:lnTo>
                  <a:lnTo>
                    <a:pt x="0" y="405"/>
                  </a:lnTo>
                  <a:lnTo>
                    <a:pt x="34" y="539"/>
                  </a:lnTo>
                  <a:lnTo>
                    <a:pt x="135" y="640"/>
                  </a:lnTo>
                  <a:lnTo>
                    <a:pt x="236" y="674"/>
                  </a:lnTo>
                  <a:lnTo>
                    <a:pt x="337" y="674"/>
                  </a:lnTo>
                  <a:lnTo>
                    <a:pt x="472" y="640"/>
                  </a:lnTo>
                  <a:lnTo>
                    <a:pt x="539" y="573"/>
                  </a:lnTo>
                  <a:lnTo>
                    <a:pt x="606" y="472"/>
                  </a:lnTo>
                  <a:lnTo>
                    <a:pt x="640" y="304"/>
                  </a:lnTo>
                  <a:lnTo>
                    <a:pt x="606" y="169"/>
                  </a:lnTo>
                  <a:lnTo>
                    <a:pt x="539" y="68"/>
                  </a:lnTo>
                  <a:lnTo>
                    <a:pt x="472" y="34"/>
                  </a:lnTo>
                  <a:lnTo>
                    <a:pt x="337" y="1"/>
                  </a:lnTo>
                  <a:lnTo>
                    <a:pt x="202"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7" name="Google Shape;164;p2"/>
            <p:cNvSpPr>
              <a:spLocks/>
            </p:cNvSpPr>
            <p:nvPr/>
          </p:nvSpPr>
          <p:spPr bwMode="auto">
            <a:xfrm>
              <a:off x="3169538" y="5626554"/>
              <a:ext cx="36572" cy="38170"/>
            </a:xfrm>
            <a:custGeom>
              <a:avLst/>
              <a:gdLst>
                <a:gd name="T0" fmla="*/ 16013 w 539"/>
                <a:gd name="T1" fmla="*/ 67 h 573"/>
                <a:gd name="T2" fmla="*/ 9160 w 539"/>
                <a:gd name="T3" fmla="*/ 2265 h 573"/>
                <a:gd name="T4" fmla="*/ 4614 w 539"/>
                <a:gd name="T5" fmla="*/ 4530 h 573"/>
                <a:gd name="T6" fmla="*/ 2307 w 539"/>
                <a:gd name="T7" fmla="*/ 8993 h 573"/>
                <a:gd name="T8" fmla="*/ 0 w 539"/>
                <a:gd name="T9" fmla="*/ 13523 h 573"/>
                <a:gd name="T10" fmla="*/ 0 w 539"/>
                <a:gd name="T11" fmla="*/ 17986 h 573"/>
                <a:gd name="T12" fmla="*/ 2307 w 539"/>
                <a:gd name="T13" fmla="*/ 22449 h 573"/>
                <a:gd name="T14" fmla="*/ 6853 w 539"/>
                <a:gd name="T15" fmla="*/ 24714 h 573"/>
                <a:gd name="T16" fmla="*/ 18320 w 539"/>
                <a:gd name="T17" fmla="*/ 24714 h 573"/>
                <a:gd name="T18" fmla="*/ 27412 w 539"/>
                <a:gd name="T19" fmla="*/ 22449 h 573"/>
                <a:gd name="T20" fmla="*/ 27412 w 539"/>
                <a:gd name="T21" fmla="*/ 22449 h 573"/>
                <a:gd name="T22" fmla="*/ 25173 w 539"/>
                <a:gd name="T23" fmla="*/ 26979 h 573"/>
                <a:gd name="T24" fmla="*/ 25173 w 539"/>
                <a:gd name="T25" fmla="*/ 31442 h 573"/>
                <a:gd name="T26" fmla="*/ 27412 w 539"/>
                <a:gd name="T27" fmla="*/ 35905 h 573"/>
                <a:gd name="T28" fmla="*/ 29719 w 539"/>
                <a:gd name="T29" fmla="*/ 38170 h 573"/>
                <a:gd name="T30" fmla="*/ 32026 w 539"/>
                <a:gd name="T31" fmla="*/ 38170 h 573"/>
                <a:gd name="T32" fmla="*/ 34265 w 539"/>
                <a:gd name="T33" fmla="*/ 33707 h 573"/>
                <a:gd name="T34" fmla="*/ 36572 w 539"/>
                <a:gd name="T35" fmla="*/ 26979 h 573"/>
                <a:gd name="T36" fmla="*/ 36572 w 539"/>
                <a:gd name="T37" fmla="*/ 13523 h 573"/>
                <a:gd name="T38" fmla="*/ 34265 w 539"/>
                <a:gd name="T39" fmla="*/ 11258 h 573"/>
                <a:gd name="T40" fmla="*/ 32026 w 539"/>
                <a:gd name="T41" fmla="*/ 8993 h 573"/>
                <a:gd name="T42" fmla="*/ 27412 w 539"/>
                <a:gd name="T43" fmla="*/ 11258 h 573"/>
                <a:gd name="T44" fmla="*/ 20559 w 539"/>
                <a:gd name="T45" fmla="*/ 15721 h 573"/>
                <a:gd name="T46" fmla="*/ 9160 w 539"/>
                <a:gd name="T47" fmla="*/ 15721 h 573"/>
                <a:gd name="T48" fmla="*/ 9160 w 539"/>
                <a:gd name="T49" fmla="*/ 11258 h 573"/>
                <a:gd name="T50" fmla="*/ 11467 w 539"/>
                <a:gd name="T51" fmla="*/ 8993 h 573"/>
                <a:gd name="T52" fmla="*/ 18320 w 539"/>
                <a:gd name="T53" fmla="*/ 6795 h 573"/>
                <a:gd name="T54" fmla="*/ 29719 w 539"/>
                <a:gd name="T55" fmla="*/ 6795 h 573"/>
                <a:gd name="T56" fmla="*/ 29719 w 539"/>
                <a:gd name="T57" fmla="*/ 8993 h 573"/>
                <a:gd name="T58" fmla="*/ 34265 w 539"/>
                <a:gd name="T59" fmla="*/ 8993 h 573"/>
                <a:gd name="T60" fmla="*/ 34265 w 539"/>
                <a:gd name="T61" fmla="*/ 6795 h 573"/>
                <a:gd name="T62" fmla="*/ 29719 w 539"/>
                <a:gd name="T63" fmla="*/ 2265 h 573"/>
                <a:gd name="T64" fmla="*/ 25173 w 539"/>
                <a:gd name="T65" fmla="*/ 67 h 573"/>
                <a:gd name="T66" fmla="*/ 16013 w 539"/>
                <a:gd name="T67" fmla="*/ 67 h 5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39" h="573" extrusionOk="0">
                  <a:moveTo>
                    <a:pt x="236" y="1"/>
                  </a:moveTo>
                  <a:lnTo>
                    <a:pt x="135" y="34"/>
                  </a:lnTo>
                  <a:lnTo>
                    <a:pt x="68" y="68"/>
                  </a:lnTo>
                  <a:lnTo>
                    <a:pt x="34" y="135"/>
                  </a:lnTo>
                  <a:lnTo>
                    <a:pt x="0" y="203"/>
                  </a:lnTo>
                  <a:lnTo>
                    <a:pt x="0" y="270"/>
                  </a:lnTo>
                  <a:lnTo>
                    <a:pt x="34" y="337"/>
                  </a:lnTo>
                  <a:lnTo>
                    <a:pt x="101" y="371"/>
                  </a:lnTo>
                  <a:lnTo>
                    <a:pt x="270" y="371"/>
                  </a:lnTo>
                  <a:lnTo>
                    <a:pt x="404" y="337"/>
                  </a:lnTo>
                  <a:lnTo>
                    <a:pt x="371" y="405"/>
                  </a:lnTo>
                  <a:lnTo>
                    <a:pt x="371" y="472"/>
                  </a:lnTo>
                  <a:lnTo>
                    <a:pt x="404" y="539"/>
                  </a:lnTo>
                  <a:lnTo>
                    <a:pt x="438" y="573"/>
                  </a:lnTo>
                  <a:lnTo>
                    <a:pt x="472" y="573"/>
                  </a:lnTo>
                  <a:lnTo>
                    <a:pt x="505" y="506"/>
                  </a:lnTo>
                  <a:lnTo>
                    <a:pt x="539" y="405"/>
                  </a:lnTo>
                  <a:lnTo>
                    <a:pt x="539" y="203"/>
                  </a:lnTo>
                  <a:lnTo>
                    <a:pt x="505" y="169"/>
                  </a:lnTo>
                  <a:lnTo>
                    <a:pt x="472" y="135"/>
                  </a:lnTo>
                  <a:lnTo>
                    <a:pt x="404" y="169"/>
                  </a:lnTo>
                  <a:lnTo>
                    <a:pt x="303" y="236"/>
                  </a:lnTo>
                  <a:lnTo>
                    <a:pt x="135" y="236"/>
                  </a:lnTo>
                  <a:lnTo>
                    <a:pt x="135" y="169"/>
                  </a:lnTo>
                  <a:lnTo>
                    <a:pt x="169" y="135"/>
                  </a:lnTo>
                  <a:lnTo>
                    <a:pt x="270" y="102"/>
                  </a:lnTo>
                  <a:lnTo>
                    <a:pt x="438" y="102"/>
                  </a:lnTo>
                  <a:lnTo>
                    <a:pt x="438" y="135"/>
                  </a:lnTo>
                  <a:lnTo>
                    <a:pt x="505" y="135"/>
                  </a:lnTo>
                  <a:lnTo>
                    <a:pt x="505" y="102"/>
                  </a:lnTo>
                  <a:lnTo>
                    <a:pt x="438" y="34"/>
                  </a:lnTo>
                  <a:lnTo>
                    <a:pt x="371" y="1"/>
                  </a:lnTo>
                  <a:lnTo>
                    <a:pt x="23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8" name="Google Shape;165;p2"/>
            <p:cNvSpPr>
              <a:spLocks/>
            </p:cNvSpPr>
            <p:nvPr/>
          </p:nvSpPr>
          <p:spPr bwMode="auto">
            <a:xfrm>
              <a:off x="2942151" y="5795136"/>
              <a:ext cx="46114" cy="39760"/>
            </a:xfrm>
            <a:custGeom>
              <a:avLst/>
              <a:gdLst>
                <a:gd name="T0" fmla="*/ 35107 w 708"/>
                <a:gd name="T1" fmla="*/ 66 h 607"/>
                <a:gd name="T2" fmla="*/ 32892 w 708"/>
                <a:gd name="T3" fmla="*/ 2227 h 607"/>
                <a:gd name="T4" fmla="*/ 32892 w 708"/>
                <a:gd name="T5" fmla="*/ 6681 h 607"/>
                <a:gd name="T6" fmla="*/ 35107 w 708"/>
                <a:gd name="T7" fmla="*/ 13297 h 607"/>
                <a:gd name="T8" fmla="*/ 32892 w 708"/>
                <a:gd name="T9" fmla="*/ 22074 h 607"/>
                <a:gd name="T10" fmla="*/ 28528 w 708"/>
                <a:gd name="T11" fmla="*/ 26529 h 607"/>
                <a:gd name="T12" fmla="*/ 21950 w 708"/>
                <a:gd name="T13" fmla="*/ 30917 h 607"/>
                <a:gd name="T14" fmla="*/ 17521 w 708"/>
                <a:gd name="T15" fmla="*/ 30917 h 607"/>
                <a:gd name="T16" fmla="*/ 15371 w 708"/>
                <a:gd name="T17" fmla="*/ 28690 h 607"/>
                <a:gd name="T18" fmla="*/ 10942 w 708"/>
                <a:gd name="T19" fmla="*/ 22074 h 607"/>
                <a:gd name="T20" fmla="*/ 10942 w 708"/>
                <a:gd name="T21" fmla="*/ 17686 h 607"/>
                <a:gd name="T22" fmla="*/ 13157 w 708"/>
                <a:gd name="T23" fmla="*/ 11070 h 607"/>
                <a:gd name="T24" fmla="*/ 13157 w 708"/>
                <a:gd name="T25" fmla="*/ 8843 h 607"/>
                <a:gd name="T26" fmla="*/ 10942 w 708"/>
                <a:gd name="T27" fmla="*/ 6681 h 607"/>
                <a:gd name="T28" fmla="*/ 4364 w 708"/>
                <a:gd name="T29" fmla="*/ 8843 h 607"/>
                <a:gd name="T30" fmla="*/ 2215 w 708"/>
                <a:gd name="T31" fmla="*/ 13297 h 607"/>
                <a:gd name="T32" fmla="*/ 0 w 708"/>
                <a:gd name="T33" fmla="*/ 19913 h 607"/>
                <a:gd name="T34" fmla="*/ 0 w 708"/>
                <a:gd name="T35" fmla="*/ 24301 h 607"/>
                <a:gd name="T36" fmla="*/ 2215 w 708"/>
                <a:gd name="T37" fmla="*/ 30917 h 607"/>
                <a:gd name="T38" fmla="*/ 6578 w 708"/>
                <a:gd name="T39" fmla="*/ 35306 h 607"/>
                <a:gd name="T40" fmla="*/ 10942 w 708"/>
                <a:gd name="T41" fmla="*/ 39760 h 607"/>
                <a:gd name="T42" fmla="*/ 26314 w 708"/>
                <a:gd name="T43" fmla="*/ 39760 h 607"/>
                <a:gd name="T44" fmla="*/ 32892 w 708"/>
                <a:gd name="T45" fmla="*/ 37533 h 607"/>
                <a:gd name="T46" fmla="*/ 37256 w 708"/>
                <a:gd name="T47" fmla="*/ 33144 h 607"/>
                <a:gd name="T48" fmla="*/ 41685 w 708"/>
                <a:gd name="T49" fmla="*/ 28690 h 607"/>
                <a:gd name="T50" fmla="*/ 43899 w 708"/>
                <a:gd name="T51" fmla="*/ 22074 h 607"/>
                <a:gd name="T52" fmla="*/ 46049 w 708"/>
                <a:gd name="T53" fmla="*/ 13297 h 607"/>
                <a:gd name="T54" fmla="*/ 43899 w 708"/>
                <a:gd name="T55" fmla="*/ 6681 h 607"/>
                <a:gd name="T56" fmla="*/ 41685 w 708"/>
                <a:gd name="T57" fmla="*/ 66 h 607"/>
                <a:gd name="T58" fmla="*/ 35107 w 708"/>
                <a:gd name="T59" fmla="*/ 66 h 6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708" h="607" extrusionOk="0">
                  <a:moveTo>
                    <a:pt x="539" y="1"/>
                  </a:moveTo>
                  <a:lnTo>
                    <a:pt x="505" y="34"/>
                  </a:lnTo>
                  <a:lnTo>
                    <a:pt x="505" y="102"/>
                  </a:lnTo>
                  <a:lnTo>
                    <a:pt x="539" y="203"/>
                  </a:lnTo>
                  <a:lnTo>
                    <a:pt x="505" y="337"/>
                  </a:lnTo>
                  <a:lnTo>
                    <a:pt x="438" y="405"/>
                  </a:lnTo>
                  <a:lnTo>
                    <a:pt x="337" y="472"/>
                  </a:lnTo>
                  <a:lnTo>
                    <a:pt x="269" y="472"/>
                  </a:lnTo>
                  <a:lnTo>
                    <a:pt x="236" y="438"/>
                  </a:lnTo>
                  <a:lnTo>
                    <a:pt x="168" y="337"/>
                  </a:lnTo>
                  <a:lnTo>
                    <a:pt x="168" y="270"/>
                  </a:lnTo>
                  <a:lnTo>
                    <a:pt x="202" y="169"/>
                  </a:lnTo>
                  <a:lnTo>
                    <a:pt x="202" y="135"/>
                  </a:lnTo>
                  <a:lnTo>
                    <a:pt x="168" y="102"/>
                  </a:lnTo>
                  <a:lnTo>
                    <a:pt x="67" y="135"/>
                  </a:lnTo>
                  <a:lnTo>
                    <a:pt x="34" y="203"/>
                  </a:lnTo>
                  <a:lnTo>
                    <a:pt x="0" y="304"/>
                  </a:lnTo>
                  <a:lnTo>
                    <a:pt x="0" y="371"/>
                  </a:lnTo>
                  <a:lnTo>
                    <a:pt x="34" y="472"/>
                  </a:lnTo>
                  <a:lnTo>
                    <a:pt x="101" y="539"/>
                  </a:lnTo>
                  <a:lnTo>
                    <a:pt x="168" y="607"/>
                  </a:lnTo>
                  <a:lnTo>
                    <a:pt x="404" y="607"/>
                  </a:lnTo>
                  <a:lnTo>
                    <a:pt x="505" y="573"/>
                  </a:lnTo>
                  <a:lnTo>
                    <a:pt x="572" y="506"/>
                  </a:lnTo>
                  <a:lnTo>
                    <a:pt x="640" y="438"/>
                  </a:lnTo>
                  <a:lnTo>
                    <a:pt x="674" y="337"/>
                  </a:lnTo>
                  <a:lnTo>
                    <a:pt x="707" y="203"/>
                  </a:lnTo>
                  <a:lnTo>
                    <a:pt x="674" y="102"/>
                  </a:lnTo>
                  <a:lnTo>
                    <a:pt x="640" y="1"/>
                  </a:lnTo>
                  <a:lnTo>
                    <a:pt x="53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59" name="Google Shape;166;p2"/>
            <p:cNvSpPr>
              <a:spLocks/>
            </p:cNvSpPr>
            <p:nvPr/>
          </p:nvSpPr>
          <p:spPr bwMode="auto">
            <a:xfrm>
              <a:off x="3051870" y="5709255"/>
              <a:ext cx="154241" cy="152679"/>
            </a:xfrm>
            <a:custGeom>
              <a:avLst/>
              <a:gdLst>
                <a:gd name="T0" fmla="*/ 129685 w 2324"/>
                <a:gd name="T1" fmla="*/ 0 h 2290"/>
                <a:gd name="T2" fmla="*/ 129685 w 2324"/>
                <a:gd name="T3" fmla="*/ 2267 h 2290"/>
                <a:gd name="T4" fmla="*/ 129685 w 2324"/>
                <a:gd name="T5" fmla="*/ 6734 h 2290"/>
                <a:gd name="T6" fmla="*/ 96168 w 2324"/>
                <a:gd name="T7" fmla="*/ 9001 h 2290"/>
                <a:gd name="T8" fmla="*/ 62652 w 2324"/>
                <a:gd name="T9" fmla="*/ 11268 h 2290"/>
                <a:gd name="T10" fmla="*/ 33583 w 2324"/>
                <a:gd name="T11" fmla="*/ 13468 h 2290"/>
                <a:gd name="T12" fmla="*/ 17920 w 2324"/>
                <a:gd name="T13" fmla="*/ 15735 h 2290"/>
                <a:gd name="T14" fmla="*/ 11216 w 2324"/>
                <a:gd name="T15" fmla="*/ 20202 h 2290"/>
                <a:gd name="T16" fmla="*/ 6770 w 2324"/>
                <a:gd name="T17" fmla="*/ 24735 h 2290"/>
                <a:gd name="T18" fmla="*/ 17920 w 2324"/>
                <a:gd name="T19" fmla="*/ 26936 h 2290"/>
                <a:gd name="T20" fmla="*/ 29136 w 2324"/>
                <a:gd name="T21" fmla="*/ 26936 h 2290"/>
                <a:gd name="T22" fmla="*/ 53692 w 2324"/>
                <a:gd name="T23" fmla="*/ 24735 h 2290"/>
                <a:gd name="T24" fmla="*/ 91655 w 2324"/>
                <a:gd name="T25" fmla="*/ 22468 h 2290"/>
                <a:gd name="T26" fmla="*/ 129685 w 2324"/>
                <a:gd name="T27" fmla="*/ 20202 h 2290"/>
                <a:gd name="T28" fmla="*/ 131875 w 2324"/>
                <a:gd name="T29" fmla="*/ 40403 h 2290"/>
                <a:gd name="T30" fmla="*/ 134131 w 2324"/>
                <a:gd name="T31" fmla="*/ 62872 h 2290"/>
                <a:gd name="T32" fmla="*/ 138578 w 2324"/>
                <a:gd name="T33" fmla="*/ 92074 h 2290"/>
                <a:gd name="T34" fmla="*/ 140835 w 2324"/>
                <a:gd name="T35" fmla="*/ 105542 h 2290"/>
                <a:gd name="T36" fmla="*/ 143091 w 2324"/>
                <a:gd name="T37" fmla="*/ 121210 h 2290"/>
                <a:gd name="T38" fmla="*/ 82762 w 2324"/>
                <a:gd name="T39" fmla="*/ 127944 h 2290"/>
                <a:gd name="T40" fmla="*/ 53692 w 2324"/>
                <a:gd name="T41" fmla="*/ 132477 h 2290"/>
                <a:gd name="T42" fmla="*/ 26879 w 2324"/>
                <a:gd name="T43" fmla="*/ 141411 h 2290"/>
                <a:gd name="T44" fmla="*/ 20176 w 2324"/>
                <a:gd name="T45" fmla="*/ 112276 h 2290"/>
                <a:gd name="T46" fmla="*/ 15729 w 2324"/>
                <a:gd name="T47" fmla="*/ 83073 h 2290"/>
                <a:gd name="T48" fmla="*/ 13473 w 2324"/>
                <a:gd name="T49" fmla="*/ 53871 h 2290"/>
                <a:gd name="T50" fmla="*/ 11216 w 2324"/>
                <a:gd name="T51" fmla="*/ 38203 h 2290"/>
                <a:gd name="T52" fmla="*/ 4513 w 2324"/>
                <a:gd name="T53" fmla="*/ 24735 h 2290"/>
                <a:gd name="T54" fmla="*/ 66 w 2324"/>
                <a:gd name="T55" fmla="*/ 33669 h 2290"/>
                <a:gd name="T56" fmla="*/ 66 w 2324"/>
                <a:gd name="T57" fmla="*/ 42670 h 2290"/>
                <a:gd name="T58" fmla="*/ 66 w 2324"/>
                <a:gd name="T59" fmla="*/ 65139 h 2290"/>
                <a:gd name="T60" fmla="*/ 6770 w 2324"/>
                <a:gd name="T61" fmla="*/ 105542 h 2290"/>
                <a:gd name="T62" fmla="*/ 6770 w 2324"/>
                <a:gd name="T63" fmla="*/ 119010 h 2290"/>
                <a:gd name="T64" fmla="*/ 9026 w 2324"/>
                <a:gd name="T65" fmla="*/ 132477 h 2290"/>
                <a:gd name="T66" fmla="*/ 11216 w 2324"/>
                <a:gd name="T67" fmla="*/ 139211 h 2290"/>
                <a:gd name="T68" fmla="*/ 13473 w 2324"/>
                <a:gd name="T69" fmla="*/ 145945 h 2290"/>
                <a:gd name="T70" fmla="*/ 17920 w 2324"/>
                <a:gd name="T71" fmla="*/ 150412 h 2290"/>
                <a:gd name="T72" fmla="*/ 24623 w 2324"/>
                <a:gd name="T73" fmla="*/ 152679 h 2290"/>
                <a:gd name="T74" fmla="*/ 26879 w 2324"/>
                <a:gd name="T75" fmla="*/ 152679 h 2290"/>
                <a:gd name="T76" fmla="*/ 26879 w 2324"/>
                <a:gd name="T77" fmla="*/ 150412 h 2290"/>
                <a:gd name="T78" fmla="*/ 26879 w 2324"/>
                <a:gd name="T79" fmla="*/ 148145 h 2290"/>
                <a:gd name="T80" fmla="*/ 55949 w 2324"/>
                <a:gd name="T81" fmla="*/ 148145 h 2290"/>
                <a:gd name="T82" fmla="*/ 87209 w 2324"/>
                <a:gd name="T83" fmla="*/ 143678 h 2290"/>
                <a:gd name="T84" fmla="*/ 145281 w 2324"/>
                <a:gd name="T85" fmla="*/ 132477 h 2290"/>
                <a:gd name="T86" fmla="*/ 151984 w 2324"/>
                <a:gd name="T87" fmla="*/ 132477 h 2290"/>
                <a:gd name="T88" fmla="*/ 154241 w 2324"/>
                <a:gd name="T89" fmla="*/ 130211 h 2290"/>
                <a:gd name="T90" fmla="*/ 154241 w 2324"/>
                <a:gd name="T91" fmla="*/ 114476 h 2290"/>
                <a:gd name="T92" fmla="*/ 151984 w 2324"/>
                <a:gd name="T93" fmla="*/ 101008 h 2290"/>
                <a:gd name="T94" fmla="*/ 147538 w 2324"/>
                <a:gd name="T95" fmla="*/ 71872 h 2290"/>
                <a:gd name="T96" fmla="*/ 143091 w 2324"/>
                <a:gd name="T97" fmla="*/ 35936 h 2290"/>
                <a:gd name="T98" fmla="*/ 138578 w 2324"/>
                <a:gd name="T99" fmla="*/ 18001 h 2290"/>
                <a:gd name="T100" fmla="*/ 134131 w 2324"/>
                <a:gd name="T101" fmla="*/ 2267 h 2290"/>
                <a:gd name="T102" fmla="*/ 134131 w 2324"/>
                <a:gd name="T103" fmla="*/ 0 h 2290"/>
                <a:gd name="T104" fmla="*/ 129685 w 2324"/>
                <a:gd name="T105" fmla="*/ 0 h 229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324" h="2290" extrusionOk="0">
                  <a:moveTo>
                    <a:pt x="1954" y="0"/>
                  </a:moveTo>
                  <a:lnTo>
                    <a:pt x="1954" y="34"/>
                  </a:lnTo>
                  <a:lnTo>
                    <a:pt x="1954" y="101"/>
                  </a:lnTo>
                  <a:lnTo>
                    <a:pt x="1449" y="135"/>
                  </a:lnTo>
                  <a:lnTo>
                    <a:pt x="944" y="169"/>
                  </a:lnTo>
                  <a:lnTo>
                    <a:pt x="506" y="202"/>
                  </a:lnTo>
                  <a:lnTo>
                    <a:pt x="270" y="236"/>
                  </a:lnTo>
                  <a:lnTo>
                    <a:pt x="169" y="303"/>
                  </a:lnTo>
                  <a:lnTo>
                    <a:pt x="102" y="371"/>
                  </a:lnTo>
                  <a:lnTo>
                    <a:pt x="270" y="404"/>
                  </a:lnTo>
                  <a:lnTo>
                    <a:pt x="439" y="404"/>
                  </a:lnTo>
                  <a:lnTo>
                    <a:pt x="809" y="371"/>
                  </a:lnTo>
                  <a:lnTo>
                    <a:pt x="1381" y="337"/>
                  </a:lnTo>
                  <a:lnTo>
                    <a:pt x="1954" y="303"/>
                  </a:lnTo>
                  <a:lnTo>
                    <a:pt x="1987" y="606"/>
                  </a:lnTo>
                  <a:lnTo>
                    <a:pt x="2021" y="943"/>
                  </a:lnTo>
                  <a:lnTo>
                    <a:pt x="2088" y="1381"/>
                  </a:lnTo>
                  <a:lnTo>
                    <a:pt x="2122" y="1583"/>
                  </a:lnTo>
                  <a:lnTo>
                    <a:pt x="2156" y="1818"/>
                  </a:lnTo>
                  <a:lnTo>
                    <a:pt x="1247" y="1919"/>
                  </a:lnTo>
                  <a:lnTo>
                    <a:pt x="809" y="1987"/>
                  </a:lnTo>
                  <a:lnTo>
                    <a:pt x="405" y="2121"/>
                  </a:lnTo>
                  <a:lnTo>
                    <a:pt x="304" y="1684"/>
                  </a:lnTo>
                  <a:lnTo>
                    <a:pt x="237" y="1246"/>
                  </a:lnTo>
                  <a:lnTo>
                    <a:pt x="203" y="808"/>
                  </a:lnTo>
                  <a:lnTo>
                    <a:pt x="169" y="573"/>
                  </a:lnTo>
                  <a:lnTo>
                    <a:pt x="68" y="371"/>
                  </a:lnTo>
                  <a:lnTo>
                    <a:pt x="1" y="505"/>
                  </a:lnTo>
                  <a:lnTo>
                    <a:pt x="1" y="640"/>
                  </a:lnTo>
                  <a:lnTo>
                    <a:pt x="1" y="977"/>
                  </a:lnTo>
                  <a:lnTo>
                    <a:pt x="102" y="1583"/>
                  </a:lnTo>
                  <a:lnTo>
                    <a:pt x="102" y="1785"/>
                  </a:lnTo>
                  <a:lnTo>
                    <a:pt x="136" y="1987"/>
                  </a:lnTo>
                  <a:lnTo>
                    <a:pt x="169" y="2088"/>
                  </a:lnTo>
                  <a:lnTo>
                    <a:pt x="203" y="2189"/>
                  </a:lnTo>
                  <a:lnTo>
                    <a:pt x="270" y="2256"/>
                  </a:lnTo>
                  <a:lnTo>
                    <a:pt x="371" y="2290"/>
                  </a:lnTo>
                  <a:lnTo>
                    <a:pt x="405" y="2290"/>
                  </a:lnTo>
                  <a:lnTo>
                    <a:pt x="405" y="2256"/>
                  </a:lnTo>
                  <a:lnTo>
                    <a:pt x="405" y="2222"/>
                  </a:lnTo>
                  <a:lnTo>
                    <a:pt x="843" y="2222"/>
                  </a:lnTo>
                  <a:lnTo>
                    <a:pt x="1314" y="2155"/>
                  </a:lnTo>
                  <a:lnTo>
                    <a:pt x="2189" y="1987"/>
                  </a:lnTo>
                  <a:lnTo>
                    <a:pt x="2290" y="1987"/>
                  </a:lnTo>
                  <a:lnTo>
                    <a:pt x="2324" y="1953"/>
                  </a:lnTo>
                  <a:lnTo>
                    <a:pt x="2324" y="1717"/>
                  </a:lnTo>
                  <a:lnTo>
                    <a:pt x="2290" y="1515"/>
                  </a:lnTo>
                  <a:lnTo>
                    <a:pt x="2223" y="1078"/>
                  </a:lnTo>
                  <a:lnTo>
                    <a:pt x="2156" y="539"/>
                  </a:lnTo>
                  <a:lnTo>
                    <a:pt x="2088" y="270"/>
                  </a:lnTo>
                  <a:lnTo>
                    <a:pt x="2021" y="34"/>
                  </a:lnTo>
                  <a:lnTo>
                    <a:pt x="2021" y="0"/>
                  </a:lnTo>
                  <a:lnTo>
                    <a:pt x="195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0" name="Google Shape;167;p2"/>
            <p:cNvSpPr>
              <a:spLocks/>
            </p:cNvSpPr>
            <p:nvPr/>
          </p:nvSpPr>
          <p:spPr bwMode="auto">
            <a:xfrm>
              <a:off x="2946922" y="6110037"/>
              <a:ext cx="46113" cy="38170"/>
            </a:xfrm>
            <a:custGeom>
              <a:avLst/>
              <a:gdLst>
                <a:gd name="T0" fmla="*/ 32891 w 708"/>
                <a:gd name="T1" fmla="*/ 66 h 574"/>
                <a:gd name="T2" fmla="*/ 30742 w 708"/>
                <a:gd name="T3" fmla="*/ 2327 h 574"/>
                <a:gd name="T4" fmla="*/ 28528 w 708"/>
                <a:gd name="T5" fmla="*/ 6783 h 574"/>
                <a:gd name="T6" fmla="*/ 28528 w 708"/>
                <a:gd name="T7" fmla="*/ 13499 h 574"/>
                <a:gd name="T8" fmla="*/ 32891 w 708"/>
                <a:gd name="T9" fmla="*/ 22476 h 574"/>
                <a:gd name="T10" fmla="*/ 35106 w 708"/>
                <a:gd name="T11" fmla="*/ 24671 h 574"/>
                <a:gd name="T12" fmla="*/ 32891 w 708"/>
                <a:gd name="T13" fmla="*/ 24671 h 574"/>
                <a:gd name="T14" fmla="*/ 30742 w 708"/>
                <a:gd name="T15" fmla="*/ 22476 h 574"/>
                <a:gd name="T16" fmla="*/ 26313 w 708"/>
                <a:gd name="T17" fmla="*/ 17955 h 574"/>
                <a:gd name="T18" fmla="*/ 11007 w 708"/>
                <a:gd name="T19" fmla="*/ 4522 h 574"/>
                <a:gd name="T20" fmla="*/ 8793 w 708"/>
                <a:gd name="T21" fmla="*/ 2327 h 574"/>
                <a:gd name="T22" fmla="*/ 4429 w 708"/>
                <a:gd name="T23" fmla="*/ 2327 h 574"/>
                <a:gd name="T24" fmla="*/ 2214 w 708"/>
                <a:gd name="T25" fmla="*/ 4522 h 574"/>
                <a:gd name="T26" fmla="*/ 2214 w 708"/>
                <a:gd name="T27" fmla="*/ 6783 h 574"/>
                <a:gd name="T28" fmla="*/ 2214 w 708"/>
                <a:gd name="T29" fmla="*/ 9044 h 574"/>
                <a:gd name="T30" fmla="*/ 0 w 708"/>
                <a:gd name="T31" fmla="*/ 17955 h 574"/>
                <a:gd name="T32" fmla="*/ 2214 w 708"/>
                <a:gd name="T33" fmla="*/ 35909 h 574"/>
                <a:gd name="T34" fmla="*/ 4429 w 708"/>
                <a:gd name="T35" fmla="*/ 38104 h 574"/>
                <a:gd name="T36" fmla="*/ 11007 w 708"/>
                <a:gd name="T37" fmla="*/ 38104 h 574"/>
                <a:gd name="T38" fmla="*/ 13157 w 708"/>
                <a:gd name="T39" fmla="*/ 33648 h 574"/>
                <a:gd name="T40" fmla="*/ 13157 w 708"/>
                <a:gd name="T41" fmla="*/ 22476 h 574"/>
                <a:gd name="T42" fmla="*/ 24164 w 708"/>
                <a:gd name="T43" fmla="*/ 31387 h 574"/>
                <a:gd name="T44" fmla="*/ 30742 w 708"/>
                <a:gd name="T45" fmla="*/ 33648 h 574"/>
                <a:gd name="T46" fmla="*/ 35106 w 708"/>
                <a:gd name="T47" fmla="*/ 35909 h 574"/>
                <a:gd name="T48" fmla="*/ 39535 w 708"/>
                <a:gd name="T49" fmla="*/ 33648 h 574"/>
                <a:gd name="T50" fmla="*/ 43899 w 708"/>
                <a:gd name="T51" fmla="*/ 31387 h 574"/>
                <a:gd name="T52" fmla="*/ 46113 w 708"/>
                <a:gd name="T53" fmla="*/ 26932 h 574"/>
                <a:gd name="T54" fmla="*/ 46113 w 708"/>
                <a:gd name="T55" fmla="*/ 22476 h 574"/>
                <a:gd name="T56" fmla="*/ 41684 w 708"/>
                <a:gd name="T57" fmla="*/ 13499 h 574"/>
                <a:gd name="T58" fmla="*/ 39535 w 708"/>
                <a:gd name="T59" fmla="*/ 6783 h 574"/>
                <a:gd name="T60" fmla="*/ 39535 w 708"/>
                <a:gd name="T61" fmla="*/ 2327 h 574"/>
                <a:gd name="T62" fmla="*/ 35106 w 708"/>
                <a:gd name="T63" fmla="*/ 66 h 574"/>
                <a:gd name="T64" fmla="*/ 32891 w 708"/>
                <a:gd name="T65" fmla="*/ 66 h 5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8" h="574" extrusionOk="0">
                  <a:moveTo>
                    <a:pt x="505" y="1"/>
                  </a:moveTo>
                  <a:lnTo>
                    <a:pt x="472" y="35"/>
                  </a:lnTo>
                  <a:lnTo>
                    <a:pt x="438" y="102"/>
                  </a:lnTo>
                  <a:lnTo>
                    <a:pt x="438" y="203"/>
                  </a:lnTo>
                  <a:lnTo>
                    <a:pt x="505" y="338"/>
                  </a:lnTo>
                  <a:lnTo>
                    <a:pt x="539" y="371"/>
                  </a:lnTo>
                  <a:lnTo>
                    <a:pt x="505" y="371"/>
                  </a:lnTo>
                  <a:lnTo>
                    <a:pt x="472" y="338"/>
                  </a:lnTo>
                  <a:lnTo>
                    <a:pt x="404" y="270"/>
                  </a:lnTo>
                  <a:lnTo>
                    <a:pt x="169" y="68"/>
                  </a:lnTo>
                  <a:lnTo>
                    <a:pt x="135" y="35"/>
                  </a:lnTo>
                  <a:lnTo>
                    <a:pt x="68" y="35"/>
                  </a:lnTo>
                  <a:lnTo>
                    <a:pt x="34" y="68"/>
                  </a:lnTo>
                  <a:lnTo>
                    <a:pt x="34" y="102"/>
                  </a:lnTo>
                  <a:lnTo>
                    <a:pt x="34" y="136"/>
                  </a:lnTo>
                  <a:lnTo>
                    <a:pt x="0" y="270"/>
                  </a:lnTo>
                  <a:lnTo>
                    <a:pt x="34" y="540"/>
                  </a:lnTo>
                  <a:lnTo>
                    <a:pt x="68" y="573"/>
                  </a:lnTo>
                  <a:lnTo>
                    <a:pt x="169" y="573"/>
                  </a:lnTo>
                  <a:lnTo>
                    <a:pt x="202" y="506"/>
                  </a:lnTo>
                  <a:lnTo>
                    <a:pt x="202" y="338"/>
                  </a:lnTo>
                  <a:lnTo>
                    <a:pt x="371" y="472"/>
                  </a:lnTo>
                  <a:lnTo>
                    <a:pt x="472" y="506"/>
                  </a:lnTo>
                  <a:lnTo>
                    <a:pt x="539" y="540"/>
                  </a:lnTo>
                  <a:lnTo>
                    <a:pt x="607" y="506"/>
                  </a:lnTo>
                  <a:lnTo>
                    <a:pt x="674" y="472"/>
                  </a:lnTo>
                  <a:lnTo>
                    <a:pt x="708" y="405"/>
                  </a:lnTo>
                  <a:lnTo>
                    <a:pt x="708" y="338"/>
                  </a:lnTo>
                  <a:lnTo>
                    <a:pt x="640" y="203"/>
                  </a:lnTo>
                  <a:lnTo>
                    <a:pt x="607" y="102"/>
                  </a:lnTo>
                  <a:lnTo>
                    <a:pt x="607" y="35"/>
                  </a:lnTo>
                  <a:lnTo>
                    <a:pt x="539" y="1"/>
                  </a:lnTo>
                  <a:lnTo>
                    <a:pt x="50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1" name="Google Shape;168;p2"/>
            <p:cNvSpPr>
              <a:spLocks/>
            </p:cNvSpPr>
            <p:nvPr/>
          </p:nvSpPr>
          <p:spPr bwMode="auto">
            <a:xfrm>
              <a:off x="2943741" y="5887380"/>
              <a:ext cx="147881" cy="149498"/>
            </a:xfrm>
            <a:custGeom>
              <a:avLst/>
              <a:gdLst>
                <a:gd name="T0" fmla="*/ 127724 w 2223"/>
                <a:gd name="T1" fmla="*/ 11133 h 2256"/>
                <a:gd name="T2" fmla="*/ 129986 w 2223"/>
                <a:gd name="T3" fmla="*/ 35718 h 2256"/>
                <a:gd name="T4" fmla="*/ 132182 w 2223"/>
                <a:gd name="T5" fmla="*/ 60237 h 2256"/>
                <a:gd name="T6" fmla="*/ 134443 w 2223"/>
                <a:gd name="T7" fmla="*/ 91448 h 2256"/>
                <a:gd name="T8" fmla="*/ 136705 w 2223"/>
                <a:gd name="T9" fmla="*/ 122726 h 2256"/>
                <a:gd name="T10" fmla="*/ 105306 w 2223"/>
                <a:gd name="T11" fmla="*/ 122726 h 2256"/>
                <a:gd name="T12" fmla="*/ 73974 w 2223"/>
                <a:gd name="T13" fmla="*/ 127166 h 2256"/>
                <a:gd name="T14" fmla="*/ 49360 w 2223"/>
                <a:gd name="T15" fmla="*/ 131606 h 2256"/>
                <a:gd name="T16" fmla="*/ 38118 w 2223"/>
                <a:gd name="T17" fmla="*/ 133859 h 2256"/>
                <a:gd name="T18" fmla="*/ 26942 w 2223"/>
                <a:gd name="T19" fmla="*/ 138299 h 2256"/>
                <a:gd name="T20" fmla="*/ 22418 w 2223"/>
                <a:gd name="T21" fmla="*/ 109340 h 2256"/>
                <a:gd name="T22" fmla="*/ 15699 w 2223"/>
                <a:gd name="T23" fmla="*/ 78062 h 2256"/>
                <a:gd name="T24" fmla="*/ 13504 w 2223"/>
                <a:gd name="T25" fmla="*/ 53544 h 2256"/>
                <a:gd name="T26" fmla="*/ 8981 w 2223"/>
                <a:gd name="T27" fmla="*/ 29025 h 2256"/>
                <a:gd name="T28" fmla="*/ 69517 w 2223"/>
                <a:gd name="T29" fmla="*/ 22332 h 2256"/>
                <a:gd name="T30" fmla="*/ 127724 w 2223"/>
                <a:gd name="T31" fmla="*/ 11133 h 2256"/>
                <a:gd name="T32" fmla="*/ 127724 w 2223"/>
                <a:gd name="T33" fmla="*/ 0 h 2256"/>
                <a:gd name="T34" fmla="*/ 67255 w 2223"/>
                <a:gd name="T35" fmla="*/ 6693 h 2256"/>
                <a:gd name="T36" fmla="*/ 6785 w 2223"/>
                <a:gd name="T37" fmla="*/ 17826 h 2256"/>
                <a:gd name="T38" fmla="*/ 2262 w 2223"/>
                <a:gd name="T39" fmla="*/ 20079 h 2256"/>
                <a:gd name="T40" fmla="*/ 67 w 2223"/>
                <a:gd name="T41" fmla="*/ 22332 h 2256"/>
                <a:gd name="T42" fmla="*/ 67 w 2223"/>
                <a:gd name="T43" fmla="*/ 40158 h 2256"/>
                <a:gd name="T44" fmla="*/ 2262 w 2223"/>
                <a:gd name="T45" fmla="*/ 55797 h 2256"/>
                <a:gd name="T46" fmla="*/ 6785 w 2223"/>
                <a:gd name="T47" fmla="*/ 89261 h 2256"/>
                <a:gd name="T48" fmla="*/ 11242 w 2223"/>
                <a:gd name="T49" fmla="*/ 120473 h 2256"/>
                <a:gd name="T50" fmla="*/ 13504 w 2223"/>
                <a:gd name="T51" fmla="*/ 133859 h 2256"/>
                <a:gd name="T52" fmla="*/ 17961 w 2223"/>
                <a:gd name="T53" fmla="*/ 147245 h 2256"/>
                <a:gd name="T54" fmla="*/ 20223 w 2223"/>
                <a:gd name="T55" fmla="*/ 149498 h 2256"/>
                <a:gd name="T56" fmla="*/ 24680 w 2223"/>
                <a:gd name="T57" fmla="*/ 149498 h 2256"/>
                <a:gd name="T58" fmla="*/ 24680 w 2223"/>
                <a:gd name="T59" fmla="*/ 147245 h 2256"/>
                <a:gd name="T60" fmla="*/ 40380 w 2223"/>
                <a:gd name="T61" fmla="*/ 147245 h 2256"/>
                <a:gd name="T62" fmla="*/ 56079 w 2223"/>
                <a:gd name="T63" fmla="*/ 144992 h 2256"/>
                <a:gd name="T64" fmla="*/ 85150 w 2223"/>
                <a:gd name="T65" fmla="*/ 140552 h 2256"/>
                <a:gd name="T66" fmla="*/ 112025 w 2223"/>
                <a:gd name="T67" fmla="*/ 136112 h 2256"/>
                <a:gd name="T68" fmla="*/ 125463 w 2223"/>
                <a:gd name="T69" fmla="*/ 133859 h 2256"/>
                <a:gd name="T70" fmla="*/ 138900 w 2223"/>
                <a:gd name="T71" fmla="*/ 129419 h 2256"/>
                <a:gd name="T72" fmla="*/ 143424 w 2223"/>
                <a:gd name="T73" fmla="*/ 129419 h 2256"/>
                <a:gd name="T74" fmla="*/ 147881 w 2223"/>
                <a:gd name="T75" fmla="*/ 124913 h 2256"/>
                <a:gd name="T76" fmla="*/ 147881 w 2223"/>
                <a:gd name="T77" fmla="*/ 109340 h 2256"/>
                <a:gd name="T78" fmla="*/ 147881 w 2223"/>
                <a:gd name="T79" fmla="*/ 91448 h 2256"/>
                <a:gd name="T80" fmla="*/ 145619 w 2223"/>
                <a:gd name="T81" fmla="*/ 57983 h 2256"/>
                <a:gd name="T82" fmla="*/ 141162 w 2223"/>
                <a:gd name="T83" fmla="*/ 31212 h 2256"/>
                <a:gd name="T84" fmla="*/ 138900 w 2223"/>
                <a:gd name="T85" fmla="*/ 17826 h 2256"/>
                <a:gd name="T86" fmla="*/ 132182 w 2223"/>
                <a:gd name="T87" fmla="*/ 4440 h 2256"/>
                <a:gd name="T88" fmla="*/ 132182 w 2223"/>
                <a:gd name="T89" fmla="*/ 0 h 2256"/>
                <a:gd name="T90" fmla="*/ 127724 w 2223"/>
                <a:gd name="T91" fmla="*/ 0 h 225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23" h="2256" extrusionOk="0">
                  <a:moveTo>
                    <a:pt x="1920" y="168"/>
                  </a:moveTo>
                  <a:lnTo>
                    <a:pt x="1954" y="539"/>
                  </a:lnTo>
                  <a:lnTo>
                    <a:pt x="1987" y="909"/>
                  </a:lnTo>
                  <a:lnTo>
                    <a:pt x="2021" y="1380"/>
                  </a:lnTo>
                  <a:lnTo>
                    <a:pt x="2055" y="1852"/>
                  </a:lnTo>
                  <a:lnTo>
                    <a:pt x="1583" y="1852"/>
                  </a:lnTo>
                  <a:lnTo>
                    <a:pt x="1112" y="1919"/>
                  </a:lnTo>
                  <a:lnTo>
                    <a:pt x="742" y="1986"/>
                  </a:lnTo>
                  <a:lnTo>
                    <a:pt x="573" y="2020"/>
                  </a:lnTo>
                  <a:lnTo>
                    <a:pt x="405" y="2087"/>
                  </a:lnTo>
                  <a:lnTo>
                    <a:pt x="337" y="1650"/>
                  </a:lnTo>
                  <a:lnTo>
                    <a:pt x="236" y="1178"/>
                  </a:lnTo>
                  <a:lnTo>
                    <a:pt x="203" y="808"/>
                  </a:lnTo>
                  <a:lnTo>
                    <a:pt x="135" y="438"/>
                  </a:lnTo>
                  <a:lnTo>
                    <a:pt x="1045" y="337"/>
                  </a:lnTo>
                  <a:lnTo>
                    <a:pt x="1920" y="168"/>
                  </a:lnTo>
                  <a:close/>
                  <a:moveTo>
                    <a:pt x="1920" y="0"/>
                  </a:moveTo>
                  <a:lnTo>
                    <a:pt x="1011" y="101"/>
                  </a:lnTo>
                  <a:lnTo>
                    <a:pt x="102" y="269"/>
                  </a:lnTo>
                  <a:lnTo>
                    <a:pt x="34" y="303"/>
                  </a:lnTo>
                  <a:lnTo>
                    <a:pt x="1" y="337"/>
                  </a:lnTo>
                  <a:lnTo>
                    <a:pt x="1" y="606"/>
                  </a:lnTo>
                  <a:lnTo>
                    <a:pt x="34" y="842"/>
                  </a:lnTo>
                  <a:lnTo>
                    <a:pt x="102" y="1347"/>
                  </a:lnTo>
                  <a:lnTo>
                    <a:pt x="169" y="1818"/>
                  </a:lnTo>
                  <a:lnTo>
                    <a:pt x="203" y="2020"/>
                  </a:lnTo>
                  <a:lnTo>
                    <a:pt x="270" y="2222"/>
                  </a:lnTo>
                  <a:lnTo>
                    <a:pt x="304" y="2256"/>
                  </a:lnTo>
                  <a:lnTo>
                    <a:pt x="371" y="2256"/>
                  </a:lnTo>
                  <a:lnTo>
                    <a:pt x="371" y="2222"/>
                  </a:lnTo>
                  <a:lnTo>
                    <a:pt x="607" y="2222"/>
                  </a:lnTo>
                  <a:lnTo>
                    <a:pt x="843" y="2188"/>
                  </a:lnTo>
                  <a:lnTo>
                    <a:pt x="1280" y="2121"/>
                  </a:lnTo>
                  <a:lnTo>
                    <a:pt x="1684" y="2054"/>
                  </a:lnTo>
                  <a:lnTo>
                    <a:pt x="1886" y="2020"/>
                  </a:lnTo>
                  <a:lnTo>
                    <a:pt x="2088" y="1953"/>
                  </a:lnTo>
                  <a:lnTo>
                    <a:pt x="2156" y="1953"/>
                  </a:lnTo>
                  <a:lnTo>
                    <a:pt x="2223" y="1885"/>
                  </a:lnTo>
                  <a:lnTo>
                    <a:pt x="2223" y="1650"/>
                  </a:lnTo>
                  <a:lnTo>
                    <a:pt x="2223" y="1380"/>
                  </a:lnTo>
                  <a:lnTo>
                    <a:pt x="2189" y="875"/>
                  </a:lnTo>
                  <a:lnTo>
                    <a:pt x="2122" y="471"/>
                  </a:lnTo>
                  <a:lnTo>
                    <a:pt x="2088" y="269"/>
                  </a:lnTo>
                  <a:lnTo>
                    <a:pt x="1987" y="67"/>
                  </a:lnTo>
                  <a:lnTo>
                    <a:pt x="1987" y="0"/>
                  </a:lnTo>
                  <a:lnTo>
                    <a:pt x="192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2" name="Google Shape;169;p2"/>
            <p:cNvSpPr>
              <a:spLocks/>
            </p:cNvSpPr>
            <p:nvPr/>
          </p:nvSpPr>
          <p:spPr bwMode="auto">
            <a:xfrm>
              <a:off x="2999395" y="5943044"/>
              <a:ext cx="31802" cy="44531"/>
            </a:xfrm>
            <a:custGeom>
              <a:avLst/>
              <a:gdLst>
                <a:gd name="T0" fmla="*/ 18192 w 472"/>
                <a:gd name="T1" fmla="*/ 66 h 675"/>
                <a:gd name="T2" fmla="*/ 22706 w 472"/>
                <a:gd name="T3" fmla="*/ 11149 h 675"/>
                <a:gd name="T4" fmla="*/ 24997 w 472"/>
                <a:gd name="T5" fmla="*/ 22233 h 675"/>
                <a:gd name="T6" fmla="*/ 22706 w 472"/>
                <a:gd name="T7" fmla="*/ 26719 h 675"/>
                <a:gd name="T8" fmla="*/ 20483 w 472"/>
                <a:gd name="T9" fmla="*/ 31139 h 675"/>
                <a:gd name="T10" fmla="*/ 18192 w 472"/>
                <a:gd name="T11" fmla="*/ 35559 h 675"/>
                <a:gd name="T12" fmla="*/ 13678 w 472"/>
                <a:gd name="T13" fmla="*/ 35559 h 675"/>
                <a:gd name="T14" fmla="*/ 11387 w 472"/>
                <a:gd name="T15" fmla="*/ 31139 h 675"/>
                <a:gd name="T16" fmla="*/ 9096 w 472"/>
                <a:gd name="T17" fmla="*/ 26719 h 675"/>
                <a:gd name="T18" fmla="*/ 4582 w 472"/>
                <a:gd name="T19" fmla="*/ 24476 h 675"/>
                <a:gd name="T20" fmla="*/ 2291 w 472"/>
                <a:gd name="T21" fmla="*/ 24476 h 675"/>
                <a:gd name="T22" fmla="*/ 67 w 472"/>
                <a:gd name="T23" fmla="*/ 28896 h 675"/>
                <a:gd name="T24" fmla="*/ 67 w 472"/>
                <a:gd name="T25" fmla="*/ 31139 h 675"/>
                <a:gd name="T26" fmla="*/ 2291 w 472"/>
                <a:gd name="T27" fmla="*/ 35559 h 675"/>
                <a:gd name="T28" fmla="*/ 4582 w 472"/>
                <a:gd name="T29" fmla="*/ 40045 h 675"/>
                <a:gd name="T30" fmla="*/ 4582 w 472"/>
                <a:gd name="T31" fmla="*/ 42222 h 675"/>
                <a:gd name="T32" fmla="*/ 6872 w 472"/>
                <a:gd name="T33" fmla="*/ 44465 h 675"/>
                <a:gd name="T34" fmla="*/ 13678 w 472"/>
                <a:gd name="T35" fmla="*/ 44465 h 675"/>
                <a:gd name="T36" fmla="*/ 20483 w 472"/>
                <a:gd name="T37" fmla="*/ 42222 h 675"/>
                <a:gd name="T38" fmla="*/ 24997 w 472"/>
                <a:gd name="T39" fmla="*/ 37802 h 675"/>
                <a:gd name="T40" fmla="*/ 29511 w 472"/>
                <a:gd name="T41" fmla="*/ 33382 h 675"/>
                <a:gd name="T42" fmla="*/ 31802 w 472"/>
                <a:gd name="T43" fmla="*/ 24476 h 675"/>
                <a:gd name="T44" fmla="*/ 29511 w 472"/>
                <a:gd name="T45" fmla="*/ 15569 h 675"/>
                <a:gd name="T46" fmla="*/ 27288 w 472"/>
                <a:gd name="T47" fmla="*/ 6729 h 675"/>
                <a:gd name="T48" fmla="*/ 22706 w 472"/>
                <a:gd name="T49" fmla="*/ 66 h 675"/>
                <a:gd name="T50" fmla="*/ 18192 w 472"/>
                <a:gd name="T51" fmla="*/ 66 h 6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472" h="675" extrusionOk="0">
                  <a:moveTo>
                    <a:pt x="270" y="1"/>
                  </a:moveTo>
                  <a:lnTo>
                    <a:pt x="337" y="169"/>
                  </a:lnTo>
                  <a:lnTo>
                    <a:pt x="371" y="337"/>
                  </a:lnTo>
                  <a:lnTo>
                    <a:pt x="337" y="405"/>
                  </a:lnTo>
                  <a:lnTo>
                    <a:pt x="304" y="472"/>
                  </a:lnTo>
                  <a:lnTo>
                    <a:pt x="270" y="539"/>
                  </a:lnTo>
                  <a:lnTo>
                    <a:pt x="203" y="539"/>
                  </a:lnTo>
                  <a:lnTo>
                    <a:pt x="169" y="472"/>
                  </a:lnTo>
                  <a:lnTo>
                    <a:pt x="135" y="405"/>
                  </a:lnTo>
                  <a:lnTo>
                    <a:pt x="68" y="371"/>
                  </a:lnTo>
                  <a:lnTo>
                    <a:pt x="34" y="371"/>
                  </a:lnTo>
                  <a:lnTo>
                    <a:pt x="1" y="438"/>
                  </a:lnTo>
                  <a:lnTo>
                    <a:pt x="1" y="472"/>
                  </a:lnTo>
                  <a:lnTo>
                    <a:pt x="34" y="539"/>
                  </a:lnTo>
                  <a:lnTo>
                    <a:pt x="68" y="607"/>
                  </a:lnTo>
                  <a:lnTo>
                    <a:pt x="68" y="640"/>
                  </a:lnTo>
                  <a:lnTo>
                    <a:pt x="102" y="674"/>
                  </a:lnTo>
                  <a:lnTo>
                    <a:pt x="203" y="674"/>
                  </a:lnTo>
                  <a:lnTo>
                    <a:pt x="304" y="640"/>
                  </a:lnTo>
                  <a:lnTo>
                    <a:pt x="371" y="573"/>
                  </a:lnTo>
                  <a:lnTo>
                    <a:pt x="438" y="506"/>
                  </a:lnTo>
                  <a:lnTo>
                    <a:pt x="472" y="371"/>
                  </a:lnTo>
                  <a:lnTo>
                    <a:pt x="438" y="236"/>
                  </a:lnTo>
                  <a:lnTo>
                    <a:pt x="405" y="102"/>
                  </a:lnTo>
                  <a:lnTo>
                    <a:pt x="337" y="1"/>
                  </a:lnTo>
                  <a:lnTo>
                    <a:pt x="27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3" name="Google Shape;170;p2"/>
            <p:cNvSpPr>
              <a:spLocks/>
            </p:cNvSpPr>
            <p:nvPr/>
          </p:nvSpPr>
          <p:spPr bwMode="auto">
            <a:xfrm>
              <a:off x="2889677" y="6052782"/>
              <a:ext cx="152652" cy="146317"/>
            </a:xfrm>
            <a:custGeom>
              <a:avLst/>
              <a:gdLst>
                <a:gd name="T0" fmla="*/ 125666 w 2291"/>
                <a:gd name="T1" fmla="*/ 13361 h 2223"/>
                <a:gd name="T2" fmla="*/ 130197 w 2291"/>
                <a:gd name="T3" fmla="*/ 37715 h 2223"/>
                <a:gd name="T4" fmla="*/ 134662 w 2291"/>
                <a:gd name="T5" fmla="*/ 62068 h 2223"/>
                <a:gd name="T6" fmla="*/ 136927 w 2291"/>
                <a:gd name="T7" fmla="*/ 90897 h 2223"/>
                <a:gd name="T8" fmla="*/ 141391 w 2291"/>
                <a:gd name="T9" fmla="*/ 119726 h 2223"/>
                <a:gd name="T10" fmla="*/ 130197 w 2291"/>
                <a:gd name="T11" fmla="*/ 119726 h 2223"/>
                <a:gd name="T12" fmla="*/ 116738 w 2291"/>
                <a:gd name="T13" fmla="*/ 121898 h 2223"/>
                <a:gd name="T14" fmla="*/ 92018 w 2291"/>
                <a:gd name="T15" fmla="*/ 126374 h 2223"/>
                <a:gd name="T16" fmla="*/ 60634 w 2291"/>
                <a:gd name="T17" fmla="*/ 130784 h 2223"/>
                <a:gd name="T18" fmla="*/ 44909 w 2291"/>
                <a:gd name="T19" fmla="*/ 133021 h 2223"/>
                <a:gd name="T20" fmla="*/ 31450 w 2291"/>
                <a:gd name="T21" fmla="*/ 137431 h 2223"/>
                <a:gd name="T22" fmla="*/ 24720 w 2291"/>
                <a:gd name="T23" fmla="*/ 108602 h 2223"/>
                <a:gd name="T24" fmla="*/ 17990 w 2291"/>
                <a:gd name="T25" fmla="*/ 77601 h 2223"/>
                <a:gd name="T26" fmla="*/ 13526 w 2291"/>
                <a:gd name="T27" fmla="*/ 53248 h 2223"/>
                <a:gd name="T28" fmla="*/ 6796 w 2291"/>
                <a:gd name="T29" fmla="*/ 28829 h 2223"/>
                <a:gd name="T30" fmla="*/ 67364 w 2291"/>
                <a:gd name="T31" fmla="*/ 22181 h 2223"/>
                <a:gd name="T32" fmla="*/ 125666 w 2291"/>
                <a:gd name="T33" fmla="*/ 13361 h 2223"/>
                <a:gd name="T34" fmla="*/ 125666 w 2291"/>
                <a:gd name="T35" fmla="*/ 66 h 2223"/>
                <a:gd name="T36" fmla="*/ 65099 w 2291"/>
                <a:gd name="T37" fmla="*/ 8886 h 2223"/>
                <a:gd name="T38" fmla="*/ 4531 w 2291"/>
                <a:gd name="T39" fmla="*/ 17771 h 2223"/>
                <a:gd name="T40" fmla="*/ 67 w 2291"/>
                <a:gd name="T41" fmla="*/ 20009 h 2223"/>
                <a:gd name="T42" fmla="*/ 67 w 2291"/>
                <a:gd name="T43" fmla="*/ 24419 h 2223"/>
                <a:gd name="T44" fmla="*/ 67 w 2291"/>
                <a:gd name="T45" fmla="*/ 39953 h 2223"/>
                <a:gd name="T46" fmla="*/ 67 w 2291"/>
                <a:gd name="T47" fmla="*/ 53248 h 2223"/>
                <a:gd name="T48" fmla="*/ 4531 w 2291"/>
                <a:gd name="T49" fmla="*/ 79839 h 2223"/>
                <a:gd name="T50" fmla="*/ 11261 w 2291"/>
                <a:gd name="T51" fmla="*/ 113078 h 2223"/>
                <a:gd name="T52" fmla="*/ 15725 w 2291"/>
                <a:gd name="T53" fmla="*/ 128546 h 2223"/>
                <a:gd name="T54" fmla="*/ 22455 w 2291"/>
                <a:gd name="T55" fmla="*/ 144079 h 2223"/>
                <a:gd name="T56" fmla="*/ 26986 w 2291"/>
                <a:gd name="T57" fmla="*/ 146317 h 2223"/>
                <a:gd name="T58" fmla="*/ 44909 w 2291"/>
                <a:gd name="T59" fmla="*/ 146317 h 2223"/>
                <a:gd name="T60" fmla="*/ 58369 w 2291"/>
                <a:gd name="T61" fmla="*/ 144079 h 2223"/>
                <a:gd name="T62" fmla="*/ 85288 w 2291"/>
                <a:gd name="T63" fmla="*/ 139669 h 2223"/>
                <a:gd name="T64" fmla="*/ 116738 w 2291"/>
                <a:gd name="T65" fmla="*/ 137431 h 2223"/>
                <a:gd name="T66" fmla="*/ 130197 w 2291"/>
                <a:gd name="T67" fmla="*/ 135193 h 2223"/>
                <a:gd name="T68" fmla="*/ 145856 w 2291"/>
                <a:gd name="T69" fmla="*/ 130784 h 2223"/>
                <a:gd name="T70" fmla="*/ 152585 w 2291"/>
                <a:gd name="T71" fmla="*/ 130784 h 2223"/>
                <a:gd name="T72" fmla="*/ 152585 w 2291"/>
                <a:gd name="T73" fmla="*/ 128546 h 2223"/>
                <a:gd name="T74" fmla="*/ 152585 w 2291"/>
                <a:gd name="T75" fmla="*/ 113078 h 2223"/>
                <a:gd name="T76" fmla="*/ 152585 w 2291"/>
                <a:gd name="T77" fmla="*/ 97545 h 2223"/>
                <a:gd name="T78" fmla="*/ 148121 w 2291"/>
                <a:gd name="T79" fmla="*/ 68716 h 2223"/>
                <a:gd name="T80" fmla="*/ 141391 w 2291"/>
                <a:gd name="T81" fmla="*/ 35477 h 2223"/>
                <a:gd name="T82" fmla="*/ 136927 w 2291"/>
                <a:gd name="T83" fmla="*/ 20009 h 2223"/>
                <a:gd name="T84" fmla="*/ 132396 w 2291"/>
                <a:gd name="T85" fmla="*/ 4476 h 2223"/>
                <a:gd name="T86" fmla="*/ 130197 w 2291"/>
                <a:gd name="T87" fmla="*/ 2238 h 2223"/>
                <a:gd name="T88" fmla="*/ 125666 w 2291"/>
                <a:gd name="T89" fmla="*/ 66 h 222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291" h="2223" extrusionOk="0">
                  <a:moveTo>
                    <a:pt x="1886" y="203"/>
                  </a:moveTo>
                  <a:lnTo>
                    <a:pt x="1954" y="573"/>
                  </a:lnTo>
                  <a:lnTo>
                    <a:pt x="2021" y="943"/>
                  </a:lnTo>
                  <a:lnTo>
                    <a:pt x="2055" y="1381"/>
                  </a:lnTo>
                  <a:lnTo>
                    <a:pt x="2122" y="1819"/>
                  </a:lnTo>
                  <a:lnTo>
                    <a:pt x="1954" y="1819"/>
                  </a:lnTo>
                  <a:lnTo>
                    <a:pt x="1752" y="1852"/>
                  </a:lnTo>
                  <a:lnTo>
                    <a:pt x="1381" y="1920"/>
                  </a:lnTo>
                  <a:lnTo>
                    <a:pt x="910" y="1987"/>
                  </a:lnTo>
                  <a:lnTo>
                    <a:pt x="674" y="2021"/>
                  </a:lnTo>
                  <a:lnTo>
                    <a:pt x="472" y="2088"/>
                  </a:lnTo>
                  <a:lnTo>
                    <a:pt x="371" y="1650"/>
                  </a:lnTo>
                  <a:lnTo>
                    <a:pt x="270" y="1179"/>
                  </a:lnTo>
                  <a:lnTo>
                    <a:pt x="203" y="809"/>
                  </a:lnTo>
                  <a:lnTo>
                    <a:pt x="102" y="438"/>
                  </a:lnTo>
                  <a:lnTo>
                    <a:pt x="1011" y="337"/>
                  </a:lnTo>
                  <a:lnTo>
                    <a:pt x="1886" y="203"/>
                  </a:lnTo>
                  <a:close/>
                  <a:moveTo>
                    <a:pt x="1886" y="1"/>
                  </a:moveTo>
                  <a:lnTo>
                    <a:pt x="977" y="135"/>
                  </a:lnTo>
                  <a:lnTo>
                    <a:pt x="68" y="270"/>
                  </a:lnTo>
                  <a:lnTo>
                    <a:pt x="1" y="304"/>
                  </a:lnTo>
                  <a:lnTo>
                    <a:pt x="1" y="371"/>
                  </a:lnTo>
                  <a:lnTo>
                    <a:pt x="1" y="607"/>
                  </a:lnTo>
                  <a:lnTo>
                    <a:pt x="1" y="809"/>
                  </a:lnTo>
                  <a:lnTo>
                    <a:pt x="68" y="1213"/>
                  </a:lnTo>
                  <a:lnTo>
                    <a:pt x="169" y="1718"/>
                  </a:lnTo>
                  <a:lnTo>
                    <a:pt x="236" y="1953"/>
                  </a:lnTo>
                  <a:lnTo>
                    <a:pt x="337" y="2189"/>
                  </a:lnTo>
                  <a:lnTo>
                    <a:pt x="405" y="2223"/>
                  </a:lnTo>
                  <a:lnTo>
                    <a:pt x="674" y="2223"/>
                  </a:lnTo>
                  <a:lnTo>
                    <a:pt x="876" y="2189"/>
                  </a:lnTo>
                  <a:lnTo>
                    <a:pt x="1280" y="2122"/>
                  </a:lnTo>
                  <a:lnTo>
                    <a:pt x="1752" y="2088"/>
                  </a:lnTo>
                  <a:lnTo>
                    <a:pt x="1954" y="2054"/>
                  </a:lnTo>
                  <a:lnTo>
                    <a:pt x="2189" y="1987"/>
                  </a:lnTo>
                  <a:lnTo>
                    <a:pt x="2290" y="1987"/>
                  </a:lnTo>
                  <a:lnTo>
                    <a:pt x="2290" y="1953"/>
                  </a:lnTo>
                  <a:lnTo>
                    <a:pt x="2290" y="1718"/>
                  </a:lnTo>
                  <a:lnTo>
                    <a:pt x="2290" y="1482"/>
                  </a:lnTo>
                  <a:lnTo>
                    <a:pt x="2223" y="1044"/>
                  </a:lnTo>
                  <a:lnTo>
                    <a:pt x="2122" y="539"/>
                  </a:lnTo>
                  <a:lnTo>
                    <a:pt x="2055" y="304"/>
                  </a:lnTo>
                  <a:lnTo>
                    <a:pt x="1987" y="68"/>
                  </a:lnTo>
                  <a:lnTo>
                    <a:pt x="1954" y="34"/>
                  </a:lnTo>
                  <a:lnTo>
                    <a:pt x="188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4" name="Google Shape;171;p2"/>
            <p:cNvSpPr>
              <a:spLocks/>
            </p:cNvSpPr>
            <p:nvPr/>
          </p:nvSpPr>
          <p:spPr bwMode="auto">
            <a:xfrm>
              <a:off x="2678191" y="5989166"/>
              <a:ext cx="57244" cy="52483"/>
            </a:xfrm>
            <a:custGeom>
              <a:avLst/>
              <a:gdLst>
                <a:gd name="T0" fmla="*/ 24244 w 876"/>
                <a:gd name="T1" fmla="*/ 68 h 776"/>
                <a:gd name="T2" fmla="*/ 17644 w 876"/>
                <a:gd name="T3" fmla="*/ 2300 h 776"/>
                <a:gd name="T4" fmla="*/ 11044 w 876"/>
                <a:gd name="T5" fmla="*/ 4599 h 776"/>
                <a:gd name="T6" fmla="*/ 6600 w 876"/>
                <a:gd name="T7" fmla="*/ 9130 h 776"/>
                <a:gd name="T8" fmla="*/ 2222 w 876"/>
                <a:gd name="T9" fmla="*/ 15961 h 776"/>
                <a:gd name="T10" fmla="*/ 0 w 876"/>
                <a:gd name="T11" fmla="*/ 22792 h 776"/>
                <a:gd name="T12" fmla="*/ 0 w 876"/>
                <a:gd name="T13" fmla="*/ 31923 h 776"/>
                <a:gd name="T14" fmla="*/ 2222 w 876"/>
                <a:gd name="T15" fmla="*/ 36454 h 776"/>
                <a:gd name="T16" fmla="*/ 4444 w 876"/>
                <a:gd name="T17" fmla="*/ 41053 h 776"/>
                <a:gd name="T18" fmla="*/ 8822 w 876"/>
                <a:gd name="T19" fmla="*/ 45584 h 776"/>
                <a:gd name="T20" fmla="*/ 13200 w 876"/>
                <a:gd name="T21" fmla="*/ 50116 h 776"/>
                <a:gd name="T22" fmla="*/ 19800 w 876"/>
                <a:gd name="T23" fmla="*/ 52415 h 776"/>
                <a:gd name="T24" fmla="*/ 26400 w 876"/>
                <a:gd name="T25" fmla="*/ 52415 h 776"/>
                <a:gd name="T26" fmla="*/ 30844 w 876"/>
                <a:gd name="T27" fmla="*/ 50116 h 776"/>
                <a:gd name="T28" fmla="*/ 35222 w 876"/>
                <a:gd name="T29" fmla="*/ 47884 h 776"/>
                <a:gd name="T30" fmla="*/ 37444 w 876"/>
                <a:gd name="T31" fmla="*/ 50116 h 776"/>
                <a:gd name="T32" fmla="*/ 39600 w 876"/>
                <a:gd name="T33" fmla="*/ 52415 h 776"/>
                <a:gd name="T34" fmla="*/ 41822 w 876"/>
                <a:gd name="T35" fmla="*/ 52415 h 776"/>
                <a:gd name="T36" fmla="*/ 41822 w 876"/>
                <a:gd name="T37" fmla="*/ 50116 h 776"/>
                <a:gd name="T38" fmla="*/ 44044 w 876"/>
                <a:gd name="T39" fmla="*/ 47884 h 776"/>
                <a:gd name="T40" fmla="*/ 41822 w 876"/>
                <a:gd name="T41" fmla="*/ 41053 h 776"/>
                <a:gd name="T42" fmla="*/ 39600 w 876"/>
                <a:gd name="T43" fmla="*/ 34222 h 776"/>
                <a:gd name="T44" fmla="*/ 39600 w 876"/>
                <a:gd name="T45" fmla="*/ 31923 h 776"/>
                <a:gd name="T46" fmla="*/ 52800 w 876"/>
                <a:gd name="T47" fmla="*/ 29623 h 776"/>
                <a:gd name="T48" fmla="*/ 55022 w 876"/>
                <a:gd name="T49" fmla="*/ 27391 h 776"/>
                <a:gd name="T50" fmla="*/ 57244 w 876"/>
                <a:gd name="T51" fmla="*/ 22792 h 776"/>
                <a:gd name="T52" fmla="*/ 55022 w 876"/>
                <a:gd name="T53" fmla="*/ 20560 h 776"/>
                <a:gd name="T54" fmla="*/ 50644 w 876"/>
                <a:gd name="T55" fmla="*/ 18261 h 776"/>
                <a:gd name="T56" fmla="*/ 37444 w 876"/>
                <a:gd name="T57" fmla="*/ 20560 h 776"/>
                <a:gd name="T58" fmla="*/ 30844 w 876"/>
                <a:gd name="T59" fmla="*/ 22792 h 776"/>
                <a:gd name="T60" fmla="*/ 24244 w 876"/>
                <a:gd name="T61" fmla="*/ 25092 h 776"/>
                <a:gd name="T62" fmla="*/ 24244 w 876"/>
                <a:gd name="T63" fmla="*/ 27391 h 776"/>
                <a:gd name="T64" fmla="*/ 24244 w 876"/>
                <a:gd name="T65" fmla="*/ 29623 h 776"/>
                <a:gd name="T66" fmla="*/ 35222 w 876"/>
                <a:gd name="T67" fmla="*/ 31923 h 776"/>
                <a:gd name="T68" fmla="*/ 35222 w 876"/>
                <a:gd name="T69" fmla="*/ 34222 h 776"/>
                <a:gd name="T70" fmla="*/ 35222 w 876"/>
                <a:gd name="T71" fmla="*/ 36454 h 776"/>
                <a:gd name="T72" fmla="*/ 28622 w 876"/>
                <a:gd name="T73" fmla="*/ 38754 h 776"/>
                <a:gd name="T74" fmla="*/ 24244 w 876"/>
                <a:gd name="T75" fmla="*/ 41053 h 776"/>
                <a:gd name="T76" fmla="*/ 19800 w 876"/>
                <a:gd name="T77" fmla="*/ 38754 h 776"/>
                <a:gd name="T78" fmla="*/ 15422 w 876"/>
                <a:gd name="T79" fmla="*/ 36454 h 776"/>
                <a:gd name="T80" fmla="*/ 13200 w 876"/>
                <a:gd name="T81" fmla="*/ 34222 h 776"/>
                <a:gd name="T82" fmla="*/ 11044 w 876"/>
                <a:gd name="T83" fmla="*/ 27391 h 776"/>
                <a:gd name="T84" fmla="*/ 11044 w 876"/>
                <a:gd name="T85" fmla="*/ 22792 h 776"/>
                <a:gd name="T86" fmla="*/ 13200 w 876"/>
                <a:gd name="T87" fmla="*/ 18261 h 776"/>
                <a:gd name="T88" fmla="*/ 17644 w 876"/>
                <a:gd name="T89" fmla="*/ 13729 h 776"/>
                <a:gd name="T90" fmla="*/ 28622 w 876"/>
                <a:gd name="T91" fmla="*/ 9130 h 776"/>
                <a:gd name="T92" fmla="*/ 39600 w 876"/>
                <a:gd name="T93" fmla="*/ 6899 h 776"/>
                <a:gd name="T94" fmla="*/ 39600 w 876"/>
                <a:gd name="T95" fmla="*/ 4599 h 776"/>
                <a:gd name="T96" fmla="*/ 39600 w 876"/>
                <a:gd name="T97" fmla="*/ 2300 h 776"/>
                <a:gd name="T98" fmla="*/ 30844 w 876"/>
                <a:gd name="T99" fmla="*/ 68 h 776"/>
                <a:gd name="T100" fmla="*/ 24244 w 876"/>
                <a:gd name="T101" fmla="*/ 68 h 77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876" h="776" extrusionOk="0">
                  <a:moveTo>
                    <a:pt x="371" y="1"/>
                  </a:moveTo>
                  <a:lnTo>
                    <a:pt x="270" y="34"/>
                  </a:lnTo>
                  <a:lnTo>
                    <a:pt x="169" y="68"/>
                  </a:lnTo>
                  <a:lnTo>
                    <a:pt x="101" y="135"/>
                  </a:lnTo>
                  <a:lnTo>
                    <a:pt x="34" y="236"/>
                  </a:lnTo>
                  <a:lnTo>
                    <a:pt x="0" y="337"/>
                  </a:lnTo>
                  <a:lnTo>
                    <a:pt x="0" y="472"/>
                  </a:lnTo>
                  <a:lnTo>
                    <a:pt x="34" y="539"/>
                  </a:lnTo>
                  <a:lnTo>
                    <a:pt x="68" y="607"/>
                  </a:lnTo>
                  <a:lnTo>
                    <a:pt x="135" y="674"/>
                  </a:lnTo>
                  <a:lnTo>
                    <a:pt x="202" y="741"/>
                  </a:lnTo>
                  <a:lnTo>
                    <a:pt x="303" y="775"/>
                  </a:lnTo>
                  <a:lnTo>
                    <a:pt x="404" y="775"/>
                  </a:lnTo>
                  <a:lnTo>
                    <a:pt x="472" y="741"/>
                  </a:lnTo>
                  <a:lnTo>
                    <a:pt x="539" y="708"/>
                  </a:lnTo>
                  <a:lnTo>
                    <a:pt x="573" y="741"/>
                  </a:lnTo>
                  <a:lnTo>
                    <a:pt x="606" y="775"/>
                  </a:lnTo>
                  <a:lnTo>
                    <a:pt x="640" y="775"/>
                  </a:lnTo>
                  <a:lnTo>
                    <a:pt x="640" y="741"/>
                  </a:lnTo>
                  <a:lnTo>
                    <a:pt x="674" y="708"/>
                  </a:lnTo>
                  <a:lnTo>
                    <a:pt x="640" y="607"/>
                  </a:lnTo>
                  <a:lnTo>
                    <a:pt x="606" y="506"/>
                  </a:lnTo>
                  <a:lnTo>
                    <a:pt x="606" y="472"/>
                  </a:lnTo>
                  <a:lnTo>
                    <a:pt x="808" y="438"/>
                  </a:lnTo>
                  <a:lnTo>
                    <a:pt x="842" y="405"/>
                  </a:lnTo>
                  <a:lnTo>
                    <a:pt x="876" y="337"/>
                  </a:lnTo>
                  <a:lnTo>
                    <a:pt x="842" y="304"/>
                  </a:lnTo>
                  <a:lnTo>
                    <a:pt x="775" y="270"/>
                  </a:lnTo>
                  <a:lnTo>
                    <a:pt x="573" y="304"/>
                  </a:lnTo>
                  <a:lnTo>
                    <a:pt x="472" y="337"/>
                  </a:lnTo>
                  <a:lnTo>
                    <a:pt x="371" y="371"/>
                  </a:lnTo>
                  <a:lnTo>
                    <a:pt x="371" y="405"/>
                  </a:lnTo>
                  <a:lnTo>
                    <a:pt x="371" y="438"/>
                  </a:lnTo>
                  <a:lnTo>
                    <a:pt x="539" y="472"/>
                  </a:lnTo>
                  <a:lnTo>
                    <a:pt x="539" y="506"/>
                  </a:lnTo>
                  <a:lnTo>
                    <a:pt x="539" y="539"/>
                  </a:lnTo>
                  <a:lnTo>
                    <a:pt x="438" y="573"/>
                  </a:lnTo>
                  <a:lnTo>
                    <a:pt x="371" y="607"/>
                  </a:lnTo>
                  <a:lnTo>
                    <a:pt x="303" y="573"/>
                  </a:lnTo>
                  <a:lnTo>
                    <a:pt x="236" y="539"/>
                  </a:lnTo>
                  <a:lnTo>
                    <a:pt x="202" y="506"/>
                  </a:lnTo>
                  <a:lnTo>
                    <a:pt x="169" y="405"/>
                  </a:lnTo>
                  <a:lnTo>
                    <a:pt x="169" y="337"/>
                  </a:lnTo>
                  <a:lnTo>
                    <a:pt x="202" y="270"/>
                  </a:lnTo>
                  <a:lnTo>
                    <a:pt x="270" y="203"/>
                  </a:lnTo>
                  <a:lnTo>
                    <a:pt x="438" y="135"/>
                  </a:lnTo>
                  <a:lnTo>
                    <a:pt x="606" y="102"/>
                  </a:lnTo>
                  <a:lnTo>
                    <a:pt x="606" y="68"/>
                  </a:lnTo>
                  <a:lnTo>
                    <a:pt x="606" y="34"/>
                  </a:lnTo>
                  <a:lnTo>
                    <a:pt x="472" y="1"/>
                  </a:lnTo>
                  <a:lnTo>
                    <a:pt x="37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5" name="Google Shape;172;p2"/>
            <p:cNvSpPr>
              <a:spLocks/>
            </p:cNvSpPr>
            <p:nvPr/>
          </p:nvSpPr>
          <p:spPr bwMode="auto">
            <a:xfrm>
              <a:off x="2778369" y="5911235"/>
              <a:ext cx="159012" cy="149498"/>
            </a:xfrm>
            <a:custGeom>
              <a:avLst/>
              <a:gdLst>
                <a:gd name="T0" fmla="*/ 100754 w 2391"/>
                <a:gd name="T1" fmla="*/ 0 h 2257"/>
                <a:gd name="T2" fmla="*/ 71692 w 2391"/>
                <a:gd name="T3" fmla="*/ 6690 h 2257"/>
                <a:gd name="T4" fmla="*/ 40302 w 2391"/>
                <a:gd name="T5" fmla="*/ 15632 h 2257"/>
                <a:gd name="T6" fmla="*/ 6717 w 2391"/>
                <a:gd name="T7" fmla="*/ 24574 h 2257"/>
                <a:gd name="T8" fmla="*/ 4522 w 2391"/>
                <a:gd name="T9" fmla="*/ 17884 h 2257"/>
                <a:gd name="T10" fmla="*/ 0 w 2391"/>
                <a:gd name="T11" fmla="*/ 17884 h 2257"/>
                <a:gd name="T12" fmla="*/ 0 w 2391"/>
                <a:gd name="T13" fmla="*/ 20070 h 2257"/>
                <a:gd name="T14" fmla="*/ 0 w 2391"/>
                <a:gd name="T15" fmla="*/ 37954 h 2257"/>
                <a:gd name="T16" fmla="*/ 2261 w 2391"/>
                <a:gd name="T17" fmla="*/ 53520 h 2257"/>
                <a:gd name="T18" fmla="*/ 8978 w 2391"/>
                <a:gd name="T19" fmla="*/ 89222 h 2257"/>
                <a:gd name="T20" fmla="*/ 11239 w 2391"/>
                <a:gd name="T21" fmla="*/ 118234 h 2257"/>
                <a:gd name="T22" fmla="*/ 13434 w 2391"/>
                <a:gd name="T23" fmla="*/ 133800 h 2257"/>
                <a:gd name="T24" fmla="*/ 17956 w 2391"/>
                <a:gd name="T25" fmla="*/ 147246 h 2257"/>
                <a:gd name="T26" fmla="*/ 22412 w 2391"/>
                <a:gd name="T27" fmla="*/ 149432 h 2257"/>
                <a:gd name="T28" fmla="*/ 24673 w 2391"/>
                <a:gd name="T29" fmla="*/ 147246 h 2257"/>
                <a:gd name="T30" fmla="*/ 29129 w 2391"/>
                <a:gd name="T31" fmla="*/ 147246 h 2257"/>
                <a:gd name="T32" fmla="*/ 87320 w 2391"/>
                <a:gd name="T33" fmla="*/ 140556 h 2257"/>
                <a:gd name="T34" fmla="*/ 116449 w 2391"/>
                <a:gd name="T35" fmla="*/ 136052 h 2257"/>
                <a:gd name="T36" fmla="*/ 145578 w 2391"/>
                <a:gd name="T37" fmla="*/ 127110 h 2257"/>
                <a:gd name="T38" fmla="*/ 145578 w 2391"/>
                <a:gd name="T39" fmla="*/ 129362 h 2257"/>
                <a:gd name="T40" fmla="*/ 147773 w 2391"/>
                <a:gd name="T41" fmla="*/ 131614 h 2257"/>
                <a:gd name="T42" fmla="*/ 150034 w 2391"/>
                <a:gd name="T43" fmla="*/ 131614 h 2257"/>
                <a:gd name="T44" fmla="*/ 154490 w 2391"/>
                <a:gd name="T45" fmla="*/ 127110 h 2257"/>
                <a:gd name="T46" fmla="*/ 156751 w 2391"/>
                <a:gd name="T47" fmla="*/ 120420 h 2257"/>
                <a:gd name="T48" fmla="*/ 159012 w 2391"/>
                <a:gd name="T49" fmla="*/ 115982 h 2257"/>
                <a:gd name="T50" fmla="*/ 159012 w 2391"/>
                <a:gd name="T51" fmla="*/ 107040 h 2257"/>
                <a:gd name="T52" fmla="*/ 156751 w 2391"/>
                <a:gd name="T53" fmla="*/ 93660 h 2257"/>
                <a:gd name="T54" fmla="*/ 152295 w 2391"/>
                <a:gd name="T55" fmla="*/ 80280 h 2257"/>
                <a:gd name="T56" fmla="*/ 147773 w 2391"/>
                <a:gd name="T57" fmla="*/ 40140 h 2257"/>
                <a:gd name="T58" fmla="*/ 141056 w 2391"/>
                <a:gd name="T59" fmla="*/ 20070 h 2257"/>
                <a:gd name="T60" fmla="*/ 136600 w 2391"/>
                <a:gd name="T61" fmla="*/ 11194 h 2257"/>
                <a:gd name="T62" fmla="*/ 132144 w 2391"/>
                <a:gd name="T63" fmla="*/ 4504 h 2257"/>
                <a:gd name="T64" fmla="*/ 129883 w 2391"/>
                <a:gd name="T65" fmla="*/ 4504 h 2257"/>
                <a:gd name="T66" fmla="*/ 129883 w 2391"/>
                <a:gd name="T67" fmla="*/ 17884 h 2257"/>
                <a:gd name="T68" fmla="*/ 129883 w 2391"/>
                <a:gd name="T69" fmla="*/ 33450 h 2257"/>
                <a:gd name="T70" fmla="*/ 136600 w 2391"/>
                <a:gd name="T71" fmla="*/ 62462 h 2257"/>
                <a:gd name="T72" fmla="*/ 141056 w 2391"/>
                <a:gd name="T73" fmla="*/ 91474 h 2257"/>
                <a:gd name="T74" fmla="*/ 145578 w 2391"/>
                <a:gd name="T75" fmla="*/ 120420 h 2257"/>
                <a:gd name="T76" fmla="*/ 116449 w 2391"/>
                <a:gd name="T77" fmla="*/ 120420 h 2257"/>
                <a:gd name="T78" fmla="*/ 85126 w 2391"/>
                <a:gd name="T79" fmla="*/ 124924 h 2257"/>
                <a:gd name="T80" fmla="*/ 26868 w 2391"/>
                <a:gd name="T81" fmla="*/ 136052 h 2257"/>
                <a:gd name="T82" fmla="*/ 24673 w 2391"/>
                <a:gd name="T83" fmla="*/ 136052 h 2257"/>
                <a:gd name="T84" fmla="*/ 24673 w 2391"/>
                <a:gd name="T85" fmla="*/ 120420 h 2257"/>
                <a:gd name="T86" fmla="*/ 22412 w 2391"/>
                <a:gd name="T87" fmla="*/ 107040 h 2257"/>
                <a:gd name="T88" fmla="*/ 17956 w 2391"/>
                <a:gd name="T89" fmla="*/ 78094 h 2257"/>
                <a:gd name="T90" fmla="*/ 15695 w 2391"/>
                <a:gd name="T91" fmla="*/ 55772 h 2257"/>
                <a:gd name="T92" fmla="*/ 11239 w 2391"/>
                <a:gd name="T93" fmla="*/ 35702 h 2257"/>
                <a:gd name="T94" fmla="*/ 47019 w 2391"/>
                <a:gd name="T95" fmla="*/ 26760 h 2257"/>
                <a:gd name="T96" fmla="*/ 82864 w 2391"/>
                <a:gd name="T97" fmla="*/ 17884 h 2257"/>
                <a:gd name="T98" fmla="*/ 107471 w 2391"/>
                <a:gd name="T99" fmla="*/ 13380 h 2257"/>
                <a:gd name="T100" fmla="*/ 118710 w 2391"/>
                <a:gd name="T101" fmla="*/ 11194 h 2257"/>
                <a:gd name="T102" fmla="*/ 129883 w 2391"/>
                <a:gd name="T103" fmla="*/ 4504 h 2257"/>
                <a:gd name="T104" fmla="*/ 129883 w 2391"/>
                <a:gd name="T105" fmla="*/ 2252 h 2257"/>
                <a:gd name="T106" fmla="*/ 123166 w 2391"/>
                <a:gd name="T107" fmla="*/ 0 h 2257"/>
                <a:gd name="T108" fmla="*/ 100754 w 2391"/>
                <a:gd name="T109" fmla="*/ 0 h 225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91" h="2257" extrusionOk="0">
                  <a:moveTo>
                    <a:pt x="1515" y="0"/>
                  </a:moveTo>
                  <a:lnTo>
                    <a:pt x="1078" y="101"/>
                  </a:lnTo>
                  <a:lnTo>
                    <a:pt x="606" y="236"/>
                  </a:lnTo>
                  <a:lnTo>
                    <a:pt x="101" y="371"/>
                  </a:lnTo>
                  <a:lnTo>
                    <a:pt x="68" y="270"/>
                  </a:lnTo>
                  <a:lnTo>
                    <a:pt x="0" y="270"/>
                  </a:lnTo>
                  <a:lnTo>
                    <a:pt x="0" y="303"/>
                  </a:lnTo>
                  <a:lnTo>
                    <a:pt x="0" y="573"/>
                  </a:lnTo>
                  <a:lnTo>
                    <a:pt x="34" y="808"/>
                  </a:lnTo>
                  <a:lnTo>
                    <a:pt x="135" y="1347"/>
                  </a:lnTo>
                  <a:lnTo>
                    <a:pt x="169" y="1785"/>
                  </a:lnTo>
                  <a:lnTo>
                    <a:pt x="202" y="2020"/>
                  </a:lnTo>
                  <a:lnTo>
                    <a:pt x="270" y="2223"/>
                  </a:lnTo>
                  <a:lnTo>
                    <a:pt x="337" y="2256"/>
                  </a:lnTo>
                  <a:lnTo>
                    <a:pt x="371" y="2223"/>
                  </a:lnTo>
                  <a:lnTo>
                    <a:pt x="438" y="2223"/>
                  </a:lnTo>
                  <a:lnTo>
                    <a:pt x="1313" y="2122"/>
                  </a:lnTo>
                  <a:lnTo>
                    <a:pt x="1751" y="2054"/>
                  </a:lnTo>
                  <a:lnTo>
                    <a:pt x="2189" y="1919"/>
                  </a:lnTo>
                  <a:lnTo>
                    <a:pt x="2189" y="1953"/>
                  </a:lnTo>
                  <a:lnTo>
                    <a:pt x="2222" y="1987"/>
                  </a:lnTo>
                  <a:lnTo>
                    <a:pt x="2256" y="1987"/>
                  </a:lnTo>
                  <a:lnTo>
                    <a:pt x="2323" y="1919"/>
                  </a:lnTo>
                  <a:lnTo>
                    <a:pt x="2357" y="1818"/>
                  </a:lnTo>
                  <a:lnTo>
                    <a:pt x="2391" y="1751"/>
                  </a:lnTo>
                  <a:lnTo>
                    <a:pt x="2391" y="1616"/>
                  </a:lnTo>
                  <a:lnTo>
                    <a:pt x="2357" y="1414"/>
                  </a:lnTo>
                  <a:lnTo>
                    <a:pt x="2290" y="1212"/>
                  </a:lnTo>
                  <a:lnTo>
                    <a:pt x="2222" y="606"/>
                  </a:lnTo>
                  <a:lnTo>
                    <a:pt x="2121" y="303"/>
                  </a:lnTo>
                  <a:lnTo>
                    <a:pt x="2054" y="169"/>
                  </a:lnTo>
                  <a:lnTo>
                    <a:pt x="1987" y="68"/>
                  </a:lnTo>
                  <a:lnTo>
                    <a:pt x="1953" y="68"/>
                  </a:lnTo>
                  <a:lnTo>
                    <a:pt x="1953" y="270"/>
                  </a:lnTo>
                  <a:lnTo>
                    <a:pt x="1953" y="505"/>
                  </a:lnTo>
                  <a:lnTo>
                    <a:pt x="2054" y="943"/>
                  </a:lnTo>
                  <a:lnTo>
                    <a:pt x="2121" y="1381"/>
                  </a:lnTo>
                  <a:lnTo>
                    <a:pt x="2189" y="1818"/>
                  </a:lnTo>
                  <a:lnTo>
                    <a:pt x="1751" y="1818"/>
                  </a:lnTo>
                  <a:lnTo>
                    <a:pt x="1280" y="1886"/>
                  </a:lnTo>
                  <a:lnTo>
                    <a:pt x="404" y="2054"/>
                  </a:lnTo>
                  <a:lnTo>
                    <a:pt x="371" y="2054"/>
                  </a:lnTo>
                  <a:lnTo>
                    <a:pt x="371" y="1818"/>
                  </a:lnTo>
                  <a:lnTo>
                    <a:pt x="337" y="1616"/>
                  </a:lnTo>
                  <a:lnTo>
                    <a:pt x="270" y="1179"/>
                  </a:lnTo>
                  <a:lnTo>
                    <a:pt x="236" y="842"/>
                  </a:lnTo>
                  <a:lnTo>
                    <a:pt x="169" y="539"/>
                  </a:lnTo>
                  <a:lnTo>
                    <a:pt x="707" y="404"/>
                  </a:lnTo>
                  <a:lnTo>
                    <a:pt x="1246" y="270"/>
                  </a:lnTo>
                  <a:lnTo>
                    <a:pt x="1616" y="202"/>
                  </a:lnTo>
                  <a:lnTo>
                    <a:pt x="1785" y="169"/>
                  </a:lnTo>
                  <a:lnTo>
                    <a:pt x="1953" y="68"/>
                  </a:lnTo>
                  <a:lnTo>
                    <a:pt x="1953" y="34"/>
                  </a:lnTo>
                  <a:lnTo>
                    <a:pt x="1852" y="0"/>
                  </a:lnTo>
                  <a:lnTo>
                    <a:pt x="151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6" name="Google Shape;173;p2"/>
            <p:cNvSpPr>
              <a:spLocks/>
            </p:cNvSpPr>
            <p:nvPr/>
          </p:nvSpPr>
          <p:spPr bwMode="auto">
            <a:xfrm>
              <a:off x="2848334" y="5970081"/>
              <a:ext cx="41343" cy="41351"/>
            </a:xfrm>
            <a:custGeom>
              <a:avLst/>
              <a:gdLst>
                <a:gd name="T0" fmla="*/ 30426 w 640"/>
                <a:gd name="T1" fmla="*/ 65 h 641"/>
                <a:gd name="T2" fmla="*/ 28294 w 640"/>
                <a:gd name="T3" fmla="*/ 2193 h 641"/>
                <a:gd name="T4" fmla="*/ 26098 w 640"/>
                <a:gd name="T5" fmla="*/ 4387 h 641"/>
                <a:gd name="T6" fmla="*/ 23901 w 640"/>
                <a:gd name="T7" fmla="*/ 6580 h 641"/>
                <a:gd name="T8" fmla="*/ 23901 w 640"/>
                <a:gd name="T9" fmla="*/ 15224 h 641"/>
                <a:gd name="T10" fmla="*/ 23901 w 640"/>
                <a:gd name="T11" fmla="*/ 17418 h 641"/>
                <a:gd name="T12" fmla="*/ 8721 w 640"/>
                <a:gd name="T13" fmla="*/ 21740 h 641"/>
                <a:gd name="T14" fmla="*/ 6524 w 640"/>
                <a:gd name="T15" fmla="*/ 13096 h 641"/>
                <a:gd name="T16" fmla="*/ 6524 w 640"/>
                <a:gd name="T17" fmla="*/ 10902 h 641"/>
                <a:gd name="T18" fmla="*/ 4328 w 640"/>
                <a:gd name="T19" fmla="*/ 10902 h 641"/>
                <a:gd name="T20" fmla="*/ 0 w 640"/>
                <a:gd name="T21" fmla="*/ 13096 h 641"/>
                <a:gd name="T22" fmla="*/ 0 w 640"/>
                <a:gd name="T23" fmla="*/ 23933 h 641"/>
                <a:gd name="T24" fmla="*/ 0 w 640"/>
                <a:gd name="T25" fmla="*/ 26127 h 641"/>
                <a:gd name="T26" fmla="*/ 2196 w 640"/>
                <a:gd name="T27" fmla="*/ 28255 h 641"/>
                <a:gd name="T28" fmla="*/ 4328 w 640"/>
                <a:gd name="T29" fmla="*/ 39158 h 641"/>
                <a:gd name="T30" fmla="*/ 8721 w 640"/>
                <a:gd name="T31" fmla="*/ 41286 h 641"/>
                <a:gd name="T32" fmla="*/ 10853 w 640"/>
                <a:gd name="T33" fmla="*/ 41286 h 641"/>
                <a:gd name="T34" fmla="*/ 13049 w 640"/>
                <a:gd name="T35" fmla="*/ 39158 h 641"/>
                <a:gd name="T36" fmla="*/ 13049 w 640"/>
                <a:gd name="T37" fmla="*/ 34771 h 641"/>
                <a:gd name="T38" fmla="*/ 10853 w 640"/>
                <a:gd name="T39" fmla="*/ 30449 h 641"/>
                <a:gd name="T40" fmla="*/ 26098 w 640"/>
                <a:gd name="T41" fmla="*/ 28255 h 641"/>
                <a:gd name="T42" fmla="*/ 28294 w 640"/>
                <a:gd name="T43" fmla="*/ 34771 h 641"/>
                <a:gd name="T44" fmla="*/ 32622 w 640"/>
                <a:gd name="T45" fmla="*/ 41286 h 641"/>
                <a:gd name="T46" fmla="*/ 34819 w 640"/>
                <a:gd name="T47" fmla="*/ 41286 h 641"/>
                <a:gd name="T48" fmla="*/ 36950 w 640"/>
                <a:gd name="T49" fmla="*/ 39158 h 641"/>
                <a:gd name="T50" fmla="*/ 36950 w 640"/>
                <a:gd name="T51" fmla="*/ 32642 h 641"/>
                <a:gd name="T52" fmla="*/ 34819 w 640"/>
                <a:gd name="T53" fmla="*/ 23933 h 641"/>
                <a:gd name="T54" fmla="*/ 41343 w 640"/>
                <a:gd name="T55" fmla="*/ 21740 h 641"/>
                <a:gd name="T56" fmla="*/ 41343 w 640"/>
                <a:gd name="T57" fmla="*/ 17418 h 641"/>
                <a:gd name="T58" fmla="*/ 41343 w 640"/>
                <a:gd name="T59" fmla="*/ 15224 h 641"/>
                <a:gd name="T60" fmla="*/ 41343 w 640"/>
                <a:gd name="T61" fmla="*/ 13096 h 641"/>
                <a:gd name="T62" fmla="*/ 36950 w 640"/>
                <a:gd name="T63" fmla="*/ 13096 h 641"/>
                <a:gd name="T64" fmla="*/ 32622 w 640"/>
                <a:gd name="T65" fmla="*/ 15224 h 641"/>
                <a:gd name="T66" fmla="*/ 32622 w 640"/>
                <a:gd name="T67" fmla="*/ 10902 h 641"/>
                <a:gd name="T68" fmla="*/ 32622 w 640"/>
                <a:gd name="T69" fmla="*/ 6580 h 641"/>
                <a:gd name="T70" fmla="*/ 34819 w 640"/>
                <a:gd name="T71" fmla="*/ 2193 h 641"/>
                <a:gd name="T72" fmla="*/ 32622 w 640"/>
                <a:gd name="T73" fmla="*/ 2193 h 641"/>
                <a:gd name="T74" fmla="*/ 30426 w 640"/>
                <a:gd name="T75" fmla="*/ 65 h 64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40" h="641" extrusionOk="0">
                  <a:moveTo>
                    <a:pt x="471" y="1"/>
                  </a:moveTo>
                  <a:lnTo>
                    <a:pt x="438" y="34"/>
                  </a:lnTo>
                  <a:lnTo>
                    <a:pt x="404" y="68"/>
                  </a:lnTo>
                  <a:lnTo>
                    <a:pt x="370" y="102"/>
                  </a:lnTo>
                  <a:lnTo>
                    <a:pt x="370" y="236"/>
                  </a:lnTo>
                  <a:lnTo>
                    <a:pt x="370" y="270"/>
                  </a:lnTo>
                  <a:lnTo>
                    <a:pt x="135" y="337"/>
                  </a:lnTo>
                  <a:lnTo>
                    <a:pt x="101" y="203"/>
                  </a:lnTo>
                  <a:lnTo>
                    <a:pt x="101" y="169"/>
                  </a:lnTo>
                  <a:lnTo>
                    <a:pt x="67" y="169"/>
                  </a:lnTo>
                  <a:lnTo>
                    <a:pt x="0" y="203"/>
                  </a:lnTo>
                  <a:lnTo>
                    <a:pt x="0" y="371"/>
                  </a:lnTo>
                  <a:lnTo>
                    <a:pt x="0" y="405"/>
                  </a:lnTo>
                  <a:lnTo>
                    <a:pt x="34" y="438"/>
                  </a:lnTo>
                  <a:lnTo>
                    <a:pt x="67" y="607"/>
                  </a:lnTo>
                  <a:lnTo>
                    <a:pt x="135" y="640"/>
                  </a:lnTo>
                  <a:lnTo>
                    <a:pt x="168" y="640"/>
                  </a:lnTo>
                  <a:lnTo>
                    <a:pt x="202" y="607"/>
                  </a:lnTo>
                  <a:lnTo>
                    <a:pt x="202" y="539"/>
                  </a:lnTo>
                  <a:lnTo>
                    <a:pt x="168" y="472"/>
                  </a:lnTo>
                  <a:lnTo>
                    <a:pt x="404" y="438"/>
                  </a:lnTo>
                  <a:lnTo>
                    <a:pt x="438" y="539"/>
                  </a:lnTo>
                  <a:lnTo>
                    <a:pt x="505" y="640"/>
                  </a:lnTo>
                  <a:lnTo>
                    <a:pt x="539" y="640"/>
                  </a:lnTo>
                  <a:lnTo>
                    <a:pt x="572" y="607"/>
                  </a:lnTo>
                  <a:lnTo>
                    <a:pt x="572" y="506"/>
                  </a:lnTo>
                  <a:lnTo>
                    <a:pt x="539" y="371"/>
                  </a:lnTo>
                  <a:lnTo>
                    <a:pt x="640" y="337"/>
                  </a:lnTo>
                  <a:lnTo>
                    <a:pt x="640" y="270"/>
                  </a:lnTo>
                  <a:lnTo>
                    <a:pt x="640" y="236"/>
                  </a:lnTo>
                  <a:lnTo>
                    <a:pt x="640" y="203"/>
                  </a:lnTo>
                  <a:lnTo>
                    <a:pt x="572" y="203"/>
                  </a:lnTo>
                  <a:lnTo>
                    <a:pt x="505" y="236"/>
                  </a:lnTo>
                  <a:lnTo>
                    <a:pt x="505" y="169"/>
                  </a:lnTo>
                  <a:lnTo>
                    <a:pt x="505" y="102"/>
                  </a:lnTo>
                  <a:lnTo>
                    <a:pt x="539" y="34"/>
                  </a:lnTo>
                  <a:lnTo>
                    <a:pt x="505" y="34"/>
                  </a:lnTo>
                  <a:lnTo>
                    <a:pt x="47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7" name="Google Shape;174;p2"/>
            <p:cNvSpPr>
              <a:spLocks/>
            </p:cNvSpPr>
            <p:nvPr/>
          </p:nvSpPr>
          <p:spPr bwMode="auto">
            <a:xfrm>
              <a:off x="3218832" y="6005070"/>
              <a:ext cx="146291" cy="147907"/>
            </a:xfrm>
            <a:custGeom>
              <a:avLst/>
              <a:gdLst>
                <a:gd name="T0" fmla="*/ 121508 w 2190"/>
                <a:gd name="T1" fmla="*/ 0 h 2223"/>
                <a:gd name="T2" fmla="*/ 87775 w 2190"/>
                <a:gd name="T3" fmla="*/ 4524 h 2223"/>
                <a:gd name="T4" fmla="*/ 51770 w 2190"/>
                <a:gd name="T5" fmla="*/ 11244 h 2223"/>
                <a:gd name="T6" fmla="*/ 24783 w 2190"/>
                <a:gd name="T7" fmla="*/ 13440 h 2223"/>
                <a:gd name="T8" fmla="*/ 11289 w 2190"/>
                <a:gd name="T9" fmla="*/ 15702 h 2223"/>
                <a:gd name="T10" fmla="*/ 67 w 2190"/>
                <a:gd name="T11" fmla="*/ 20160 h 2223"/>
                <a:gd name="T12" fmla="*/ 11289 w 2190"/>
                <a:gd name="T13" fmla="*/ 26880 h 2223"/>
                <a:gd name="T14" fmla="*/ 22578 w 2190"/>
                <a:gd name="T15" fmla="*/ 26880 h 2223"/>
                <a:gd name="T16" fmla="*/ 45023 w 2190"/>
                <a:gd name="T17" fmla="*/ 24684 h 2223"/>
                <a:gd name="T18" fmla="*/ 81028 w 2190"/>
                <a:gd name="T19" fmla="*/ 20160 h 2223"/>
                <a:gd name="T20" fmla="*/ 117033 w 2190"/>
                <a:gd name="T21" fmla="*/ 13440 h 2223"/>
                <a:gd name="T22" fmla="*/ 117033 w 2190"/>
                <a:gd name="T23" fmla="*/ 24684 h 2223"/>
                <a:gd name="T24" fmla="*/ 119237 w 2190"/>
                <a:gd name="T25" fmla="*/ 38124 h 2223"/>
                <a:gd name="T26" fmla="*/ 123780 w 2190"/>
                <a:gd name="T27" fmla="*/ 62742 h 2223"/>
                <a:gd name="T28" fmla="*/ 128255 w 2190"/>
                <a:gd name="T29" fmla="*/ 91885 h 2223"/>
                <a:gd name="T30" fmla="*/ 130526 w 2190"/>
                <a:gd name="T31" fmla="*/ 107587 h 2223"/>
                <a:gd name="T32" fmla="*/ 135002 w 2190"/>
                <a:gd name="T33" fmla="*/ 123223 h 2223"/>
                <a:gd name="T34" fmla="*/ 67534 w 2190"/>
                <a:gd name="T35" fmla="*/ 129943 h 2223"/>
                <a:gd name="T36" fmla="*/ 45023 w 2190"/>
                <a:gd name="T37" fmla="*/ 132205 h 2223"/>
                <a:gd name="T38" fmla="*/ 33801 w 2190"/>
                <a:gd name="T39" fmla="*/ 136663 h 2223"/>
                <a:gd name="T40" fmla="*/ 24783 w 2190"/>
                <a:gd name="T41" fmla="*/ 143383 h 2223"/>
                <a:gd name="T42" fmla="*/ 36072 w 2190"/>
                <a:gd name="T43" fmla="*/ 147907 h 2223"/>
                <a:gd name="T44" fmla="*/ 47294 w 2190"/>
                <a:gd name="T45" fmla="*/ 147907 h 2223"/>
                <a:gd name="T46" fmla="*/ 69806 w 2190"/>
                <a:gd name="T47" fmla="*/ 143383 h 2223"/>
                <a:gd name="T48" fmla="*/ 141749 w 2190"/>
                <a:gd name="T49" fmla="*/ 134467 h 2223"/>
                <a:gd name="T50" fmla="*/ 146224 w 2190"/>
                <a:gd name="T51" fmla="*/ 132205 h 2223"/>
                <a:gd name="T52" fmla="*/ 146224 w 2190"/>
                <a:gd name="T53" fmla="*/ 129943 h 2223"/>
                <a:gd name="T54" fmla="*/ 146224 w 2190"/>
                <a:gd name="T55" fmla="*/ 125485 h 2223"/>
                <a:gd name="T56" fmla="*/ 144020 w 2190"/>
                <a:gd name="T57" fmla="*/ 123223 h 2223"/>
                <a:gd name="T58" fmla="*/ 144020 w 2190"/>
                <a:gd name="T59" fmla="*/ 107587 h 2223"/>
                <a:gd name="T60" fmla="*/ 141749 w 2190"/>
                <a:gd name="T61" fmla="*/ 91885 h 2223"/>
                <a:gd name="T62" fmla="*/ 137273 w 2190"/>
                <a:gd name="T63" fmla="*/ 60547 h 2223"/>
                <a:gd name="T64" fmla="*/ 132731 w 2190"/>
                <a:gd name="T65" fmla="*/ 35862 h 2223"/>
                <a:gd name="T66" fmla="*/ 130526 w 2190"/>
                <a:gd name="T67" fmla="*/ 22422 h 2223"/>
                <a:gd name="T68" fmla="*/ 125984 w 2190"/>
                <a:gd name="T69" fmla="*/ 11244 h 2223"/>
                <a:gd name="T70" fmla="*/ 128255 w 2190"/>
                <a:gd name="T71" fmla="*/ 6720 h 2223"/>
                <a:gd name="T72" fmla="*/ 128255 w 2190"/>
                <a:gd name="T73" fmla="*/ 4524 h 2223"/>
                <a:gd name="T74" fmla="*/ 125984 w 2190"/>
                <a:gd name="T75" fmla="*/ 2262 h 2223"/>
                <a:gd name="T76" fmla="*/ 121508 w 2190"/>
                <a:gd name="T77" fmla="*/ 0 h 222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190" h="2223" extrusionOk="0">
                  <a:moveTo>
                    <a:pt x="1819" y="0"/>
                  </a:moveTo>
                  <a:lnTo>
                    <a:pt x="1314" y="68"/>
                  </a:lnTo>
                  <a:lnTo>
                    <a:pt x="775" y="169"/>
                  </a:lnTo>
                  <a:lnTo>
                    <a:pt x="371" y="202"/>
                  </a:lnTo>
                  <a:lnTo>
                    <a:pt x="169" y="236"/>
                  </a:lnTo>
                  <a:lnTo>
                    <a:pt x="1" y="303"/>
                  </a:lnTo>
                  <a:lnTo>
                    <a:pt x="169" y="404"/>
                  </a:lnTo>
                  <a:lnTo>
                    <a:pt x="338" y="404"/>
                  </a:lnTo>
                  <a:lnTo>
                    <a:pt x="674" y="371"/>
                  </a:lnTo>
                  <a:lnTo>
                    <a:pt x="1213" y="303"/>
                  </a:lnTo>
                  <a:lnTo>
                    <a:pt x="1752" y="202"/>
                  </a:lnTo>
                  <a:lnTo>
                    <a:pt x="1752" y="371"/>
                  </a:lnTo>
                  <a:lnTo>
                    <a:pt x="1785" y="573"/>
                  </a:lnTo>
                  <a:lnTo>
                    <a:pt x="1853" y="943"/>
                  </a:lnTo>
                  <a:lnTo>
                    <a:pt x="1920" y="1381"/>
                  </a:lnTo>
                  <a:lnTo>
                    <a:pt x="1954" y="1617"/>
                  </a:lnTo>
                  <a:lnTo>
                    <a:pt x="2021" y="1852"/>
                  </a:lnTo>
                  <a:lnTo>
                    <a:pt x="1011" y="1953"/>
                  </a:lnTo>
                  <a:lnTo>
                    <a:pt x="674" y="1987"/>
                  </a:lnTo>
                  <a:lnTo>
                    <a:pt x="506" y="2054"/>
                  </a:lnTo>
                  <a:lnTo>
                    <a:pt x="371" y="2155"/>
                  </a:lnTo>
                  <a:lnTo>
                    <a:pt x="540" y="2223"/>
                  </a:lnTo>
                  <a:lnTo>
                    <a:pt x="708" y="2223"/>
                  </a:lnTo>
                  <a:lnTo>
                    <a:pt x="1045" y="2155"/>
                  </a:lnTo>
                  <a:lnTo>
                    <a:pt x="2122" y="2021"/>
                  </a:lnTo>
                  <a:lnTo>
                    <a:pt x="2189" y="1987"/>
                  </a:lnTo>
                  <a:lnTo>
                    <a:pt x="2189" y="1953"/>
                  </a:lnTo>
                  <a:lnTo>
                    <a:pt x="2189" y="1886"/>
                  </a:lnTo>
                  <a:lnTo>
                    <a:pt x="2156" y="1852"/>
                  </a:lnTo>
                  <a:lnTo>
                    <a:pt x="2156" y="1617"/>
                  </a:lnTo>
                  <a:lnTo>
                    <a:pt x="2122" y="1381"/>
                  </a:lnTo>
                  <a:lnTo>
                    <a:pt x="2055" y="910"/>
                  </a:lnTo>
                  <a:lnTo>
                    <a:pt x="1987" y="539"/>
                  </a:lnTo>
                  <a:lnTo>
                    <a:pt x="1954" y="337"/>
                  </a:lnTo>
                  <a:lnTo>
                    <a:pt x="1886" y="169"/>
                  </a:lnTo>
                  <a:lnTo>
                    <a:pt x="1920" y="101"/>
                  </a:lnTo>
                  <a:lnTo>
                    <a:pt x="1920" y="68"/>
                  </a:lnTo>
                  <a:lnTo>
                    <a:pt x="1886" y="34"/>
                  </a:lnTo>
                  <a:lnTo>
                    <a:pt x="181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8" name="Google Shape;175;p2"/>
            <p:cNvSpPr>
              <a:spLocks/>
            </p:cNvSpPr>
            <p:nvPr/>
          </p:nvSpPr>
          <p:spPr bwMode="auto">
            <a:xfrm>
              <a:off x="3261766" y="5834896"/>
              <a:ext cx="154241" cy="157451"/>
            </a:xfrm>
            <a:custGeom>
              <a:avLst/>
              <a:gdLst>
                <a:gd name="T0" fmla="*/ 127428 w 2324"/>
                <a:gd name="T1" fmla="*/ 67 h 2358"/>
                <a:gd name="T2" fmla="*/ 127428 w 2324"/>
                <a:gd name="T3" fmla="*/ 2270 h 2358"/>
                <a:gd name="T4" fmla="*/ 127428 w 2324"/>
                <a:gd name="T5" fmla="*/ 6811 h 2358"/>
                <a:gd name="T6" fmla="*/ 107318 w 2324"/>
                <a:gd name="T7" fmla="*/ 6811 h 2358"/>
                <a:gd name="T8" fmla="*/ 87209 w 2324"/>
                <a:gd name="T9" fmla="*/ 9014 h 2358"/>
                <a:gd name="T10" fmla="*/ 46989 w 2324"/>
                <a:gd name="T11" fmla="*/ 18029 h 2358"/>
                <a:gd name="T12" fmla="*/ 24623 w 2324"/>
                <a:gd name="T13" fmla="*/ 20299 h 2358"/>
                <a:gd name="T14" fmla="*/ 11216 w 2324"/>
                <a:gd name="T15" fmla="*/ 22503 h 2358"/>
                <a:gd name="T16" fmla="*/ 6770 w 2324"/>
                <a:gd name="T17" fmla="*/ 24773 h 2358"/>
                <a:gd name="T18" fmla="*/ 4513 w 2324"/>
                <a:gd name="T19" fmla="*/ 27043 h 2358"/>
                <a:gd name="T20" fmla="*/ 4513 w 2324"/>
                <a:gd name="T21" fmla="*/ 29247 h 2358"/>
                <a:gd name="T22" fmla="*/ 2257 w 2324"/>
                <a:gd name="T23" fmla="*/ 27043 h 2358"/>
                <a:gd name="T24" fmla="*/ 66 w 2324"/>
                <a:gd name="T25" fmla="*/ 27043 h 2358"/>
                <a:gd name="T26" fmla="*/ 66 w 2324"/>
                <a:gd name="T27" fmla="*/ 40531 h 2358"/>
                <a:gd name="T28" fmla="*/ 66 w 2324"/>
                <a:gd name="T29" fmla="*/ 56223 h 2358"/>
                <a:gd name="T30" fmla="*/ 6770 w 2324"/>
                <a:gd name="T31" fmla="*/ 85470 h 2358"/>
                <a:gd name="T32" fmla="*/ 15663 w 2324"/>
                <a:gd name="T33" fmla="*/ 152910 h 2358"/>
                <a:gd name="T34" fmla="*/ 17920 w 2324"/>
                <a:gd name="T35" fmla="*/ 155181 h 2358"/>
                <a:gd name="T36" fmla="*/ 22366 w 2324"/>
                <a:gd name="T37" fmla="*/ 157384 h 2358"/>
                <a:gd name="T38" fmla="*/ 24623 w 2324"/>
                <a:gd name="T39" fmla="*/ 155181 h 2358"/>
                <a:gd name="T40" fmla="*/ 26879 w 2324"/>
                <a:gd name="T41" fmla="*/ 152910 h 2358"/>
                <a:gd name="T42" fmla="*/ 42476 w 2324"/>
                <a:gd name="T43" fmla="*/ 152910 h 2358"/>
                <a:gd name="T44" fmla="*/ 60396 w 2324"/>
                <a:gd name="T45" fmla="*/ 150640 h 2358"/>
                <a:gd name="T46" fmla="*/ 91655 w 2324"/>
                <a:gd name="T47" fmla="*/ 146166 h 2358"/>
                <a:gd name="T48" fmla="*/ 118468 w 2324"/>
                <a:gd name="T49" fmla="*/ 141693 h 2358"/>
                <a:gd name="T50" fmla="*/ 134131 w 2324"/>
                <a:gd name="T51" fmla="*/ 139422 h 2358"/>
                <a:gd name="T52" fmla="*/ 138578 w 2324"/>
                <a:gd name="T53" fmla="*/ 134948 h 2358"/>
                <a:gd name="T54" fmla="*/ 143025 w 2324"/>
                <a:gd name="T55" fmla="*/ 130408 h 2358"/>
                <a:gd name="T56" fmla="*/ 136321 w 2324"/>
                <a:gd name="T57" fmla="*/ 125934 h 2358"/>
                <a:gd name="T58" fmla="*/ 111765 w 2324"/>
                <a:gd name="T59" fmla="*/ 125934 h 2358"/>
                <a:gd name="T60" fmla="*/ 80505 w 2324"/>
                <a:gd name="T61" fmla="*/ 132678 h 2358"/>
                <a:gd name="T62" fmla="*/ 53692 w 2324"/>
                <a:gd name="T63" fmla="*/ 134948 h 2358"/>
                <a:gd name="T64" fmla="*/ 40286 w 2324"/>
                <a:gd name="T65" fmla="*/ 137152 h 2358"/>
                <a:gd name="T66" fmla="*/ 26879 w 2324"/>
                <a:gd name="T67" fmla="*/ 141693 h 2358"/>
                <a:gd name="T68" fmla="*/ 15663 w 2324"/>
                <a:gd name="T69" fmla="*/ 74252 h 2358"/>
                <a:gd name="T70" fmla="*/ 13473 w 2324"/>
                <a:gd name="T71" fmla="*/ 54019 h 2358"/>
                <a:gd name="T72" fmla="*/ 6770 w 2324"/>
                <a:gd name="T73" fmla="*/ 35991 h 2358"/>
                <a:gd name="T74" fmla="*/ 13473 w 2324"/>
                <a:gd name="T75" fmla="*/ 35991 h 2358"/>
                <a:gd name="T76" fmla="*/ 13473 w 2324"/>
                <a:gd name="T77" fmla="*/ 31517 h 2358"/>
                <a:gd name="T78" fmla="*/ 75992 w 2324"/>
                <a:gd name="T79" fmla="*/ 24773 h 2358"/>
                <a:gd name="T80" fmla="*/ 102805 w 2324"/>
                <a:gd name="T81" fmla="*/ 20299 h 2358"/>
                <a:gd name="T82" fmla="*/ 127428 w 2324"/>
                <a:gd name="T83" fmla="*/ 13555 h 2358"/>
                <a:gd name="T84" fmla="*/ 131875 w 2324"/>
                <a:gd name="T85" fmla="*/ 35991 h 2358"/>
                <a:gd name="T86" fmla="*/ 136321 w 2324"/>
                <a:gd name="T87" fmla="*/ 60764 h 2358"/>
                <a:gd name="T88" fmla="*/ 138578 w 2324"/>
                <a:gd name="T89" fmla="*/ 96687 h 2358"/>
                <a:gd name="T90" fmla="*/ 140835 w 2324"/>
                <a:gd name="T91" fmla="*/ 112446 h 2358"/>
                <a:gd name="T92" fmla="*/ 143025 w 2324"/>
                <a:gd name="T93" fmla="*/ 130408 h 2358"/>
                <a:gd name="T94" fmla="*/ 145281 w 2324"/>
                <a:gd name="T95" fmla="*/ 132678 h 2358"/>
                <a:gd name="T96" fmla="*/ 147538 w 2324"/>
                <a:gd name="T97" fmla="*/ 134948 h 2358"/>
                <a:gd name="T98" fmla="*/ 151984 w 2324"/>
                <a:gd name="T99" fmla="*/ 132678 h 2358"/>
                <a:gd name="T100" fmla="*/ 154241 w 2324"/>
                <a:gd name="T101" fmla="*/ 130408 h 2358"/>
                <a:gd name="T102" fmla="*/ 154241 w 2324"/>
                <a:gd name="T103" fmla="*/ 112446 h 2358"/>
                <a:gd name="T104" fmla="*/ 154241 w 2324"/>
                <a:gd name="T105" fmla="*/ 94484 h 2358"/>
                <a:gd name="T106" fmla="*/ 147538 w 2324"/>
                <a:gd name="T107" fmla="*/ 58493 h 2358"/>
                <a:gd name="T108" fmla="*/ 143025 w 2324"/>
                <a:gd name="T109" fmla="*/ 29247 h 2358"/>
                <a:gd name="T110" fmla="*/ 138578 w 2324"/>
                <a:gd name="T111" fmla="*/ 15758 h 2358"/>
                <a:gd name="T112" fmla="*/ 134131 w 2324"/>
                <a:gd name="T113" fmla="*/ 67 h 2358"/>
                <a:gd name="T114" fmla="*/ 127428 w 2324"/>
                <a:gd name="T115" fmla="*/ 67 h 235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324" h="2358" extrusionOk="0">
                  <a:moveTo>
                    <a:pt x="1920" y="1"/>
                  </a:moveTo>
                  <a:lnTo>
                    <a:pt x="1920" y="34"/>
                  </a:lnTo>
                  <a:lnTo>
                    <a:pt x="1920" y="102"/>
                  </a:lnTo>
                  <a:lnTo>
                    <a:pt x="1617" y="102"/>
                  </a:lnTo>
                  <a:lnTo>
                    <a:pt x="1314" y="135"/>
                  </a:lnTo>
                  <a:lnTo>
                    <a:pt x="708" y="270"/>
                  </a:lnTo>
                  <a:lnTo>
                    <a:pt x="371" y="304"/>
                  </a:lnTo>
                  <a:lnTo>
                    <a:pt x="169" y="337"/>
                  </a:lnTo>
                  <a:lnTo>
                    <a:pt x="102" y="371"/>
                  </a:lnTo>
                  <a:lnTo>
                    <a:pt x="68" y="405"/>
                  </a:lnTo>
                  <a:lnTo>
                    <a:pt x="68" y="438"/>
                  </a:lnTo>
                  <a:lnTo>
                    <a:pt x="34" y="405"/>
                  </a:lnTo>
                  <a:lnTo>
                    <a:pt x="1" y="405"/>
                  </a:lnTo>
                  <a:lnTo>
                    <a:pt x="1" y="607"/>
                  </a:lnTo>
                  <a:lnTo>
                    <a:pt x="1" y="842"/>
                  </a:lnTo>
                  <a:lnTo>
                    <a:pt x="102" y="1280"/>
                  </a:lnTo>
                  <a:lnTo>
                    <a:pt x="236" y="2290"/>
                  </a:lnTo>
                  <a:lnTo>
                    <a:pt x="270" y="2324"/>
                  </a:lnTo>
                  <a:lnTo>
                    <a:pt x="337" y="2357"/>
                  </a:lnTo>
                  <a:lnTo>
                    <a:pt x="371" y="2324"/>
                  </a:lnTo>
                  <a:lnTo>
                    <a:pt x="405" y="2290"/>
                  </a:lnTo>
                  <a:lnTo>
                    <a:pt x="640" y="2290"/>
                  </a:lnTo>
                  <a:lnTo>
                    <a:pt x="910" y="2256"/>
                  </a:lnTo>
                  <a:lnTo>
                    <a:pt x="1381" y="2189"/>
                  </a:lnTo>
                  <a:lnTo>
                    <a:pt x="1785" y="2122"/>
                  </a:lnTo>
                  <a:lnTo>
                    <a:pt x="2021" y="2088"/>
                  </a:lnTo>
                  <a:lnTo>
                    <a:pt x="2088" y="2021"/>
                  </a:lnTo>
                  <a:lnTo>
                    <a:pt x="2155" y="1953"/>
                  </a:lnTo>
                  <a:lnTo>
                    <a:pt x="2054" y="1886"/>
                  </a:lnTo>
                  <a:lnTo>
                    <a:pt x="1684" y="1886"/>
                  </a:lnTo>
                  <a:lnTo>
                    <a:pt x="1213" y="1987"/>
                  </a:lnTo>
                  <a:lnTo>
                    <a:pt x="809" y="2021"/>
                  </a:lnTo>
                  <a:lnTo>
                    <a:pt x="607" y="2054"/>
                  </a:lnTo>
                  <a:lnTo>
                    <a:pt x="405" y="2122"/>
                  </a:lnTo>
                  <a:lnTo>
                    <a:pt x="236" y="1112"/>
                  </a:lnTo>
                  <a:lnTo>
                    <a:pt x="203" y="809"/>
                  </a:lnTo>
                  <a:lnTo>
                    <a:pt x="102" y="539"/>
                  </a:lnTo>
                  <a:lnTo>
                    <a:pt x="203" y="539"/>
                  </a:lnTo>
                  <a:lnTo>
                    <a:pt x="203" y="472"/>
                  </a:lnTo>
                  <a:lnTo>
                    <a:pt x="1145" y="371"/>
                  </a:lnTo>
                  <a:lnTo>
                    <a:pt x="1549" y="304"/>
                  </a:lnTo>
                  <a:lnTo>
                    <a:pt x="1920" y="203"/>
                  </a:lnTo>
                  <a:lnTo>
                    <a:pt x="1987" y="539"/>
                  </a:lnTo>
                  <a:lnTo>
                    <a:pt x="2054" y="910"/>
                  </a:lnTo>
                  <a:lnTo>
                    <a:pt x="2088" y="1448"/>
                  </a:lnTo>
                  <a:lnTo>
                    <a:pt x="2122" y="1684"/>
                  </a:lnTo>
                  <a:lnTo>
                    <a:pt x="2155" y="1953"/>
                  </a:lnTo>
                  <a:lnTo>
                    <a:pt x="2189" y="1987"/>
                  </a:lnTo>
                  <a:lnTo>
                    <a:pt x="2223" y="2021"/>
                  </a:lnTo>
                  <a:lnTo>
                    <a:pt x="2290" y="1987"/>
                  </a:lnTo>
                  <a:lnTo>
                    <a:pt x="2324" y="1953"/>
                  </a:lnTo>
                  <a:lnTo>
                    <a:pt x="2324" y="1684"/>
                  </a:lnTo>
                  <a:lnTo>
                    <a:pt x="2324" y="1415"/>
                  </a:lnTo>
                  <a:lnTo>
                    <a:pt x="2223" y="876"/>
                  </a:lnTo>
                  <a:lnTo>
                    <a:pt x="2155" y="438"/>
                  </a:lnTo>
                  <a:lnTo>
                    <a:pt x="2088" y="236"/>
                  </a:lnTo>
                  <a:lnTo>
                    <a:pt x="2021" y="1"/>
                  </a:lnTo>
                  <a:lnTo>
                    <a:pt x="192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69" name="Google Shape;176;p2"/>
            <p:cNvSpPr>
              <a:spLocks/>
            </p:cNvSpPr>
            <p:nvPr/>
          </p:nvSpPr>
          <p:spPr bwMode="auto">
            <a:xfrm>
              <a:off x="3328551" y="5895331"/>
              <a:ext cx="42933" cy="49303"/>
            </a:xfrm>
            <a:custGeom>
              <a:avLst/>
              <a:gdLst>
                <a:gd name="T0" fmla="*/ 9042 w 641"/>
                <a:gd name="T1" fmla="*/ 66 h 742"/>
                <a:gd name="T2" fmla="*/ 4555 w 641"/>
                <a:gd name="T3" fmla="*/ 4518 h 742"/>
                <a:gd name="T4" fmla="*/ 2277 w 641"/>
                <a:gd name="T5" fmla="*/ 8970 h 742"/>
                <a:gd name="T6" fmla="*/ 67 w 641"/>
                <a:gd name="T7" fmla="*/ 20200 h 742"/>
                <a:gd name="T8" fmla="*/ 67 w 641"/>
                <a:gd name="T9" fmla="*/ 33622 h 742"/>
                <a:gd name="T10" fmla="*/ 2277 w 641"/>
                <a:gd name="T11" fmla="*/ 44785 h 742"/>
                <a:gd name="T12" fmla="*/ 4555 w 641"/>
                <a:gd name="T13" fmla="*/ 49237 h 742"/>
                <a:gd name="T14" fmla="*/ 9042 w 641"/>
                <a:gd name="T15" fmla="*/ 49237 h 742"/>
                <a:gd name="T16" fmla="*/ 27126 w 641"/>
                <a:gd name="T17" fmla="*/ 47044 h 742"/>
                <a:gd name="T18" fmla="*/ 33891 w 641"/>
                <a:gd name="T19" fmla="*/ 42525 h 742"/>
                <a:gd name="T20" fmla="*/ 40656 w 641"/>
                <a:gd name="T21" fmla="*/ 38074 h 742"/>
                <a:gd name="T22" fmla="*/ 42866 w 641"/>
                <a:gd name="T23" fmla="*/ 33622 h 742"/>
                <a:gd name="T24" fmla="*/ 40656 w 641"/>
                <a:gd name="T25" fmla="*/ 31363 h 742"/>
                <a:gd name="T26" fmla="*/ 27126 w 641"/>
                <a:gd name="T27" fmla="*/ 31363 h 742"/>
                <a:gd name="T28" fmla="*/ 13597 w 641"/>
                <a:gd name="T29" fmla="*/ 35814 h 742"/>
                <a:gd name="T30" fmla="*/ 13597 w 641"/>
                <a:gd name="T31" fmla="*/ 17940 h 742"/>
                <a:gd name="T32" fmla="*/ 13597 w 641"/>
                <a:gd name="T33" fmla="*/ 8970 h 742"/>
                <a:gd name="T34" fmla="*/ 13597 w 641"/>
                <a:gd name="T35" fmla="*/ 4518 h 742"/>
                <a:gd name="T36" fmla="*/ 11319 w 641"/>
                <a:gd name="T37" fmla="*/ 66 h 742"/>
                <a:gd name="T38" fmla="*/ 9042 w 641"/>
                <a:gd name="T39" fmla="*/ 66 h 7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41" h="742" extrusionOk="0">
                  <a:moveTo>
                    <a:pt x="135" y="1"/>
                  </a:moveTo>
                  <a:lnTo>
                    <a:pt x="68" y="68"/>
                  </a:lnTo>
                  <a:lnTo>
                    <a:pt x="34" y="135"/>
                  </a:lnTo>
                  <a:lnTo>
                    <a:pt x="1" y="304"/>
                  </a:lnTo>
                  <a:lnTo>
                    <a:pt x="1" y="506"/>
                  </a:lnTo>
                  <a:lnTo>
                    <a:pt x="34" y="674"/>
                  </a:lnTo>
                  <a:lnTo>
                    <a:pt x="68" y="741"/>
                  </a:lnTo>
                  <a:lnTo>
                    <a:pt x="135" y="741"/>
                  </a:lnTo>
                  <a:lnTo>
                    <a:pt x="405" y="708"/>
                  </a:lnTo>
                  <a:lnTo>
                    <a:pt x="506" y="640"/>
                  </a:lnTo>
                  <a:lnTo>
                    <a:pt x="607" y="573"/>
                  </a:lnTo>
                  <a:lnTo>
                    <a:pt x="640" y="506"/>
                  </a:lnTo>
                  <a:lnTo>
                    <a:pt x="607" y="472"/>
                  </a:lnTo>
                  <a:lnTo>
                    <a:pt x="405" y="472"/>
                  </a:lnTo>
                  <a:lnTo>
                    <a:pt x="203" y="539"/>
                  </a:lnTo>
                  <a:lnTo>
                    <a:pt x="203" y="270"/>
                  </a:lnTo>
                  <a:lnTo>
                    <a:pt x="203" y="135"/>
                  </a:lnTo>
                  <a:lnTo>
                    <a:pt x="203" y="68"/>
                  </a:lnTo>
                  <a:lnTo>
                    <a:pt x="169" y="1"/>
                  </a:lnTo>
                  <a:lnTo>
                    <a:pt x="13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0" name="Google Shape;177;p2"/>
            <p:cNvSpPr>
              <a:spLocks/>
            </p:cNvSpPr>
            <p:nvPr/>
          </p:nvSpPr>
          <p:spPr bwMode="auto">
            <a:xfrm>
              <a:off x="3209291" y="5707664"/>
              <a:ext cx="30213" cy="133594"/>
            </a:xfrm>
            <a:custGeom>
              <a:avLst/>
              <a:gdLst>
                <a:gd name="T0" fmla="*/ 2345 w 438"/>
                <a:gd name="T1" fmla="*/ 66 h 2021"/>
                <a:gd name="T2" fmla="*/ 0 w 438"/>
                <a:gd name="T3" fmla="*/ 2247 h 2021"/>
                <a:gd name="T4" fmla="*/ 0 w 438"/>
                <a:gd name="T5" fmla="*/ 17848 h 2021"/>
                <a:gd name="T6" fmla="*/ 0 w 438"/>
                <a:gd name="T7" fmla="*/ 33448 h 2021"/>
                <a:gd name="T8" fmla="*/ 6967 w 438"/>
                <a:gd name="T9" fmla="*/ 62335 h 2021"/>
                <a:gd name="T10" fmla="*/ 11658 w 438"/>
                <a:gd name="T11" fmla="*/ 97965 h 2021"/>
                <a:gd name="T12" fmla="*/ 16279 w 438"/>
                <a:gd name="T13" fmla="*/ 113565 h 2021"/>
                <a:gd name="T14" fmla="*/ 23246 w 438"/>
                <a:gd name="T15" fmla="*/ 131347 h 2021"/>
                <a:gd name="T16" fmla="*/ 25591 w 438"/>
                <a:gd name="T17" fmla="*/ 133594 h 2021"/>
                <a:gd name="T18" fmla="*/ 27868 w 438"/>
                <a:gd name="T19" fmla="*/ 133594 h 2021"/>
                <a:gd name="T20" fmla="*/ 30213 w 438"/>
                <a:gd name="T21" fmla="*/ 131347 h 2021"/>
                <a:gd name="T22" fmla="*/ 30213 w 438"/>
                <a:gd name="T23" fmla="*/ 129099 h 2021"/>
                <a:gd name="T24" fmla="*/ 30213 w 438"/>
                <a:gd name="T25" fmla="*/ 111317 h 2021"/>
                <a:gd name="T26" fmla="*/ 25591 w 438"/>
                <a:gd name="T27" fmla="*/ 93536 h 2021"/>
                <a:gd name="T28" fmla="*/ 18624 w 438"/>
                <a:gd name="T29" fmla="*/ 60154 h 2021"/>
                <a:gd name="T30" fmla="*/ 13934 w 438"/>
                <a:gd name="T31" fmla="*/ 31201 h 2021"/>
                <a:gd name="T32" fmla="*/ 11658 w 438"/>
                <a:gd name="T33" fmla="*/ 17848 h 2021"/>
                <a:gd name="T34" fmla="*/ 6967 w 438"/>
                <a:gd name="T35" fmla="*/ 2247 h 2021"/>
                <a:gd name="T36" fmla="*/ 4691 w 438"/>
                <a:gd name="T37" fmla="*/ 66 h 2021"/>
                <a:gd name="T38" fmla="*/ 2345 w 438"/>
                <a:gd name="T39" fmla="*/ 66 h 20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38" h="2021" extrusionOk="0">
                  <a:moveTo>
                    <a:pt x="34" y="1"/>
                  </a:moveTo>
                  <a:lnTo>
                    <a:pt x="0" y="34"/>
                  </a:lnTo>
                  <a:lnTo>
                    <a:pt x="0" y="270"/>
                  </a:lnTo>
                  <a:lnTo>
                    <a:pt x="0" y="506"/>
                  </a:lnTo>
                  <a:lnTo>
                    <a:pt x="101" y="943"/>
                  </a:lnTo>
                  <a:lnTo>
                    <a:pt x="169" y="1482"/>
                  </a:lnTo>
                  <a:lnTo>
                    <a:pt x="236" y="1718"/>
                  </a:lnTo>
                  <a:lnTo>
                    <a:pt x="337" y="1987"/>
                  </a:lnTo>
                  <a:lnTo>
                    <a:pt x="371" y="2021"/>
                  </a:lnTo>
                  <a:lnTo>
                    <a:pt x="404" y="2021"/>
                  </a:lnTo>
                  <a:lnTo>
                    <a:pt x="438" y="1987"/>
                  </a:lnTo>
                  <a:lnTo>
                    <a:pt x="438" y="1953"/>
                  </a:lnTo>
                  <a:lnTo>
                    <a:pt x="438" y="1684"/>
                  </a:lnTo>
                  <a:lnTo>
                    <a:pt x="371" y="1415"/>
                  </a:lnTo>
                  <a:lnTo>
                    <a:pt x="270" y="910"/>
                  </a:lnTo>
                  <a:lnTo>
                    <a:pt x="202" y="472"/>
                  </a:lnTo>
                  <a:lnTo>
                    <a:pt x="169" y="270"/>
                  </a:lnTo>
                  <a:lnTo>
                    <a:pt x="101" y="34"/>
                  </a:lnTo>
                  <a:lnTo>
                    <a:pt x="68" y="1"/>
                  </a:lnTo>
                  <a:lnTo>
                    <a:pt x="34"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1" name="Google Shape;178;p2"/>
            <p:cNvSpPr>
              <a:spLocks/>
            </p:cNvSpPr>
            <p:nvPr/>
          </p:nvSpPr>
          <p:spPr bwMode="auto">
            <a:xfrm>
              <a:off x="3161587" y="5922369"/>
              <a:ext cx="46114" cy="44531"/>
            </a:xfrm>
            <a:custGeom>
              <a:avLst/>
              <a:gdLst>
                <a:gd name="T0" fmla="*/ 65 w 708"/>
                <a:gd name="T1" fmla="*/ 66 h 675"/>
                <a:gd name="T2" fmla="*/ 65 w 708"/>
                <a:gd name="T3" fmla="*/ 6729 h 675"/>
                <a:gd name="T4" fmla="*/ 65 w 708"/>
                <a:gd name="T5" fmla="*/ 15569 h 675"/>
                <a:gd name="T6" fmla="*/ 4429 w 708"/>
                <a:gd name="T7" fmla="*/ 37802 h 675"/>
                <a:gd name="T8" fmla="*/ 6644 w 708"/>
                <a:gd name="T9" fmla="*/ 40045 h 675"/>
                <a:gd name="T10" fmla="*/ 8793 w 708"/>
                <a:gd name="T11" fmla="*/ 42222 h 675"/>
                <a:gd name="T12" fmla="*/ 11007 w 708"/>
                <a:gd name="T13" fmla="*/ 42222 h 675"/>
                <a:gd name="T14" fmla="*/ 13222 w 708"/>
                <a:gd name="T15" fmla="*/ 40045 h 675"/>
                <a:gd name="T16" fmla="*/ 24164 w 708"/>
                <a:gd name="T17" fmla="*/ 26719 h 675"/>
                <a:gd name="T18" fmla="*/ 24164 w 708"/>
                <a:gd name="T19" fmla="*/ 28896 h 675"/>
                <a:gd name="T20" fmla="*/ 26379 w 708"/>
                <a:gd name="T21" fmla="*/ 31139 h 675"/>
                <a:gd name="T22" fmla="*/ 30743 w 708"/>
                <a:gd name="T23" fmla="*/ 37802 h 675"/>
                <a:gd name="T24" fmla="*/ 37321 w 708"/>
                <a:gd name="T25" fmla="*/ 44465 h 675"/>
                <a:gd name="T26" fmla="*/ 43899 w 708"/>
                <a:gd name="T27" fmla="*/ 44465 h 675"/>
                <a:gd name="T28" fmla="*/ 43899 w 708"/>
                <a:gd name="T29" fmla="*/ 42222 h 675"/>
                <a:gd name="T30" fmla="*/ 43899 w 708"/>
                <a:gd name="T31" fmla="*/ 37802 h 675"/>
                <a:gd name="T32" fmla="*/ 39536 w 708"/>
                <a:gd name="T33" fmla="*/ 33382 h 675"/>
                <a:gd name="T34" fmla="*/ 32957 w 708"/>
                <a:gd name="T35" fmla="*/ 26719 h 675"/>
                <a:gd name="T36" fmla="*/ 30743 w 708"/>
                <a:gd name="T37" fmla="*/ 24476 h 675"/>
                <a:gd name="T38" fmla="*/ 26379 w 708"/>
                <a:gd name="T39" fmla="*/ 24476 h 675"/>
                <a:gd name="T40" fmla="*/ 30743 w 708"/>
                <a:gd name="T41" fmla="*/ 20055 h 675"/>
                <a:gd name="T42" fmla="*/ 37321 w 708"/>
                <a:gd name="T43" fmla="*/ 13392 h 675"/>
                <a:gd name="T44" fmla="*/ 39536 w 708"/>
                <a:gd name="T45" fmla="*/ 13392 h 675"/>
                <a:gd name="T46" fmla="*/ 41685 w 708"/>
                <a:gd name="T47" fmla="*/ 11149 h 675"/>
                <a:gd name="T48" fmla="*/ 46114 w 708"/>
                <a:gd name="T49" fmla="*/ 6729 h 675"/>
                <a:gd name="T50" fmla="*/ 46114 w 708"/>
                <a:gd name="T51" fmla="*/ 4486 h 675"/>
                <a:gd name="T52" fmla="*/ 43899 w 708"/>
                <a:gd name="T53" fmla="*/ 2243 h 675"/>
                <a:gd name="T54" fmla="*/ 39536 w 708"/>
                <a:gd name="T55" fmla="*/ 66 h 675"/>
                <a:gd name="T56" fmla="*/ 32957 w 708"/>
                <a:gd name="T57" fmla="*/ 66 h 675"/>
                <a:gd name="T58" fmla="*/ 26379 w 708"/>
                <a:gd name="T59" fmla="*/ 8906 h 675"/>
                <a:gd name="T60" fmla="*/ 19800 w 708"/>
                <a:gd name="T61" fmla="*/ 15569 h 675"/>
                <a:gd name="T62" fmla="*/ 13222 w 708"/>
                <a:gd name="T63" fmla="*/ 26719 h 675"/>
                <a:gd name="T64" fmla="*/ 11007 w 708"/>
                <a:gd name="T65" fmla="*/ 17812 h 675"/>
                <a:gd name="T66" fmla="*/ 8793 w 708"/>
                <a:gd name="T67" fmla="*/ 8906 h 675"/>
                <a:gd name="T68" fmla="*/ 4429 w 708"/>
                <a:gd name="T69" fmla="*/ 66 h 675"/>
                <a:gd name="T70" fmla="*/ 65 w 708"/>
                <a:gd name="T71" fmla="*/ 66 h 67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08" h="675" extrusionOk="0">
                  <a:moveTo>
                    <a:pt x="1" y="1"/>
                  </a:moveTo>
                  <a:lnTo>
                    <a:pt x="1" y="102"/>
                  </a:lnTo>
                  <a:lnTo>
                    <a:pt x="1" y="236"/>
                  </a:lnTo>
                  <a:lnTo>
                    <a:pt x="68" y="573"/>
                  </a:lnTo>
                  <a:lnTo>
                    <a:pt x="102" y="607"/>
                  </a:lnTo>
                  <a:lnTo>
                    <a:pt x="135" y="640"/>
                  </a:lnTo>
                  <a:lnTo>
                    <a:pt x="169" y="640"/>
                  </a:lnTo>
                  <a:lnTo>
                    <a:pt x="203" y="607"/>
                  </a:lnTo>
                  <a:lnTo>
                    <a:pt x="371" y="405"/>
                  </a:lnTo>
                  <a:lnTo>
                    <a:pt x="371" y="438"/>
                  </a:lnTo>
                  <a:lnTo>
                    <a:pt x="405" y="472"/>
                  </a:lnTo>
                  <a:lnTo>
                    <a:pt x="472" y="573"/>
                  </a:lnTo>
                  <a:lnTo>
                    <a:pt x="573" y="674"/>
                  </a:lnTo>
                  <a:lnTo>
                    <a:pt x="674" y="674"/>
                  </a:lnTo>
                  <a:lnTo>
                    <a:pt x="674" y="640"/>
                  </a:lnTo>
                  <a:lnTo>
                    <a:pt x="674" y="573"/>
                  </a:lnTo>
                  <a:lnTo>
                    <a:pt x="607" y="506"/>
                  </a:lnTo>
                  <a:lnTo>
                    <a:pt x="506" y="405"/>
                  </a:lnTo>
                  <a:lnTo>
                    <a:pt x="472" y="371"/>
                  </a:lnTo>
                  <a:lnTo>
                    <a:pt x="405" y="371"/>
                  </a:lnTo>
                  <a:lnTo>
                    <a:pt x="472" y="304"/>
                  </a:lnTo>
                  <a:lnTo>
                    <a:pt x="573" y="203"/>
                  </a:lnTo>
                  <a:lnTo>
                    <a:pt x="607" y="203"/>
                  </a:lnTo>
                  <a:lnTo>
                    <a:pt x="640" y="169"/>
                  </a:lnTo>
                  <a:lnTo>
                    <a:pt x="708" y="102"/>
                  </a:lnTo>
                  <a:lnTo>
                    <a:pt x="708" y="68"/>
                  </a:lnTo>
                  <a:lnTo>
                    <a:pt x="674" y="34"/>
                  </a:lnTo>
                  <a:lnTo>
                    <a:pt x="607" y="1"/>
                  </a:lnTo>
                  <a:lnTo>
                    <a:pt x="506" y="1"/>
                  </a:lnTo>
                  <a:lnTo>
                    <a:pt x="405" y="135"/>
                  </a:lnTo>
                  <a:lnTo>
                    <a:pt x="304" y="236"/>
                  </a:lnTo>
                  <a:lnTo>
                    <a:pt x="203" y="405"/>
                  </a:lnTo>
                  <a:lnTo>
                    <a:pt x="169" y="270"/>
                  </a:lnTo>
                  <a:lnTo>
                    <a:pt x="135" y="135"/>
                  </a:lnTo>
                  <a:lnTo>
                    <a:pt x="68" y="1"/>
                  </a:lnTo>
                  <a:lnTo>
                    <a:pt x="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2" name="Google Shape;179;p2"/>
            <p:cNvSpPr>
              <a:spLocks/>
            </p:cNvSpPr>
            <p:nvPr/>
          </p:nvSpPr>
          <p:spPr bwMode="auto">
            <a:xfrm>
              <a:off x="3093213" y="6081409"/>
              <a:ext cx="58834" cy="44531"/>
            </a:xfrm>
            <a:custGeom>
              <a:avLst/>
              <a:gdLst>
                <a:gd name="T0" fmla="*/ 42984 w 876"/>
                <a:gd name="T1" fmla="*/ 0 h 674"/>
                <a:gd name="T2" fmla="*/ 40767 w 876"/>
                <a:gd name="T3" fmla="*/ 2246 h 674"/>
                <a:gd name="T4" fmla="*/ 24917 w 876"/>
                <a:gd name="T5" fmla="*/ 22266 h 674"/>
                <a:gd name="T6" fmla="*/ 11350 w 876"/>
                <a:gd name="T7" fmla="*/ 4493 h 674"/>
                <a:gd name="T8" fmla="*/ 6851 w 876"/>
                <a:gd name="T9" fmla="*/ 2246 h 674"/>
                <a:gd name="T10" fmla="*/ 4567 w 876"/>
                <a:gd name="T11" fmla="*/ 2246 h 674"/>
                <a:gd name="T12" fmla="*/ 2284 w 876"/>
                <a:gd name="T13" fmla="*/ 4493 h 674"/>
                <a:gd name="T14" fmla="*/ 67 w 876"/>
                <a:gd name="T15" fmla="*/ 8919 h 674"/>
                <a:gd name="T16" fmla="*/ 6851 w 876"/>
                <a:gd name="T17" fmla="*/ 40038 h 674"/>
                <a:gd name="T18" fmla="*/ 6851 w 876"/>
                <a:gd name="T19" fmla="*/ 44531 h 674"/>
                <a:gd name="T20" fmla="*/ 15850 w 876"/>
                <a:gd name="T21" fmla="*/ 44531 h 674"/>
                <a:gd name="T22" fmla="*/ 15850 w 876"/>
                <a:gd name="T23" fmla="*/ 40038 h 674"/>
                <a:gd name="T24" fmla="*/ 13634 w 876"/>
                <a:gd name="T25" fmla="*/ 26692 h 674"/>
                <a:gd name="T26" fmla="*/ 13634 w 876"/>
                <a:gd name="T27" fmla="*/ 26692 h 674"/>
                <a:gd name="T28" fmla="*/ 22634 w 876"/>
                <a:gd name="T29" fmla="*/ 35612 h 674"/>
                <a:gd name="T30" fmla="*/ 27201 w 876"/>
                <a:gd name="T31" fmla="*/ 37858 h 674"/>
                <a:gd name="T32" fmla="*/ 31701 w 876"/>
                <a:gd name="T33" fmla="*/ 35612 h 674"/>
                <a:gd name="T34" fmla="*/ 40767 w 876"/>
                <a:gd name="T35" fmla="*/ 22266 h 674"/>
                <a:gd name="T36" fmla="*/ 42984 w 876"/>
                <a:gd name="T37" fmla="*/ 31185 h 674"/>
                <a:gd name="T38" fmla="*/ 49767 w 876"/>
                <a:gd name="T39" fmla="*/ 40038 h 674"/>
                <a:gd name="T40" fmla="*/ 52051 w 876"/>
                <a:gd name="T41" fmla="*/ 42285 h 674"/>
                <a:gd name="T42" fmla="*/ 56550 w 876"/>
                <a:gd name="T43" fmla="*/ 40038 h 674"/>
                <a:gd name="T44" fmla="*/ 58834 w 876"/>
                <a:gd name="T45" fmla="*/ 37858 h 674"/>
                <a:gd name="T46" fmla="*/ 58834 w 876"/>
                <a:gd name="T47" fmla="*/ 33365 h 674"/>
                <a:gd name="T48" fmla="*/ 52051 w 876"/>
                <a:gd name="T49" fmla="*/ 20019 h 674"/>
                <a:gd name="T50" fmla="*/ 49767 w 876"/>
                <a:gd name="T51" fmla="*/ 6673 h 674"/>
                <a:gd name="T52" fmla="*/ 49767 w 876"/>
                <a:gd name="T53" fmla="*/ 2246 h 674"/>
                <a:gd name="T54" fmla="*/ 47551 w 876"/>
                <a:gd name="T55" fmla="*/ 0 h 674"/>
                <a:gd name="T56" fmla="*/ 42984 w 876"/>
                <a:gd name="T57" fmla="*/ 0 h 67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76" h="674" extrusionOk="0">
                  <a:moveTo>
                    <a:pt x="640" y="0"/>
                  </a:moveTo>
                  <a:lnTo>
                    <a:pt x="607" y="34"/>
                  </a:lnTo>
                  <a:lnTo>
                    <a:pt x="371" y="337"/>
                  </a:lnTo>
                  <a:lnTo>
                    <a:pt x="169" y="68"/>
                  </a:lnTo>
                  <a:lnTo>
                    <a:pt x="102" y="34"/>
                  </a:lnTo>
                  <a:lnTo>
                    <a:pt x="68" y="34"/>
                  </a:lnTo>
                  <a:lnTo>
                    <a:pt x="34" y="68"/>
                  </a:lnTo>
                  <a:lnTo>
                    <a:pt x="1" y="135"/>
                  </a:lnTo>
                  <a:lnTo>
                    <a:pt x="102" y="606"/>
                  </a:lnTo>
                  <a:lnTo>
                    <a:pt x="102" y="674"/>
                  </a:lnTo>
                  <a:lnTo>
                    <a:pt x="236" y="674"/>
                  </a:lnTo>
                  <a:lnTo>
                    <a:pt x="236" y="606"/>
                  </a:lnTo>
                  <a:lnTo>
                    <a:pt x="203" y="404"/>
                  </a:lnTo>
                  <a:lnTo>
                    <a:pt x="337" y="539"/>
                  </a:lnTo>
                  <a:lnTo>
                    <a:pt x="405" y="573"/>
                  </a:lnTo>
                  <a:lnTo>
                    <a:pt x="472" y="539"/>
                  </a:lnTo>
                  <a:lnTo>
                    <a:pt x="607" y="337"/>
                  </a:lnTo>
                  <a:lnTo>
                    <a:pt x="640" y="472"/>
                  </a:lnTo>
                  <a:lnTo>
                    <a:pt x="741" y="606"/>
                  </a:lnTo>
                  <a:lnTo>
                    <a:pt x="775" y="640"/>
                  </a:lnTo>
                  <a:lnTo>
                    <a:pt x="842" y="606"/>
                  </a:lnTo>
                  <a:lnTo>
                    <a:pt x="876" y="573"/>
                  </a:lnTo>
                  <a:lnTo>
                    <a:pt x="876" y="505"/>
                  </a:lnTo>
                  <a:lnTo>
                    <a:pt x="775" y="303"/>
                  </a:lnTo>
                  <a:lnTo>
                    <a:pt x="741" y="101"/>
                  </a:lnTo>
                  <a:lnTo>
                    <a:pt x="741" y="34"/>
                  </a:lnTo>
                  <a:lnTo>
                    <a:pt x="708" y="0"/>
                  </a:lnTo>
                  <a:lnTo>
                    <a:pt x="64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3" name="Google Shape;180;p2"/>
            <p:cNvSpPr>
              <a:spLocks/>
            </p:cNvSpPr>
            <p:nvPr/>
          </p:nvSpPr>
          <p:spPr bwMode="auto">
            <a:xfrm>
              <a:off x="3101163" y="5860343"/>
              <a:ext cx="154242" cy="159040"/>
            </a:xfrm>
            <a:custGeom>
              <a:avLst/>
              <a:gdLst>
                <a:gd name="T0" fmla="*/ 127429 w 2324"/>
                <a:gd name="T1" fmla="*/ 8980 h 2391"/>
                <a:gd name="T2" fmla="*/ 134132 w 2324"/>
                <a:gd name="T3" fmla="*/ 69443 h 2391"/>
                <a:gd name="T4" fmla="*/ 140835 w 2324"/>
                <a:gd name="T5" fmla="*/ 129906 h 2391"/>
                <a:gd name="T6" fmla="*/ 111766 w 2324"/>
                <a:gd name="T7" fmla="*/ 134363 h 2391"/>
                <a:gd name="T8" fmla="*/ 84953 w 2324"/>
                <a:gd name="T9" fmla="*/ 141081 h 2391"/>
                <a:gd name="T10" fmla="*/ 58139 w 2324"/>
                <a:gd name="T11" fmla="*/ 145537 h 2391"/>
                <a:gd name="T12" fmla="*/ 33583 w 2324"/>
                <a:gd name="T13" fmla="*/ 150060 h 2391"/>
                <a:gd name="T14" fmla="*/ 31326 w 2324"/>
                <a:gd name="T15" fmla="*/ 150060 h 2391"/>
                <a:gd name="T16" fmla="*/ 31326 w 2324"/>
                <a:gd name="T17" fmla="*/ 147799 h 2391"/>
                <a:gd name="T18" fmla="*/ 29070 w 2324"/>
                <a:gd name="T19" fmla="*/ 118665 h 2391"/>
                <a:gd name="T20" fmla="*/ 24623 w 2324"/>
                <a:gd name="T21" fmla="*/ 87336 h 2391"/>
                <a:gd name="T22" fmla="*/ 17920 w 2324"/>
                <a:gd name="T23" fmla="*/ 58202 h 2391"/>
                <a:gd name="T24" fmla="*/ 8960 w 2324"/>
                <a:gd name="T25" fmla="*/ 29134 h 2391"/>
                <a:gd name="T26" fmla="*/ 69289 w 2324"/>
                <a:gd name="T27" fmla="*/ 22416 h 2391"/>
                <a:gd name="T28" fmla="*/ 98359 w 2324"/>
                <a:gd name="T29" fmla="*/ 15698 h 2391"/>
                <a:gd name="T30" fmla="*/ 127429 w 2324"/>
                <a:gd name="T31" fmla="*/ 8980 h 2391"/>
                <a:gd name="T32" fmla="*/ 127429 w 2324"/>
                <a:gd name="T33" fmla="*/ 0 h 2391"/>
                <a:gd name="T34" fmla="*/ 98359 w 2324"/>
                <a:gd name="T35" fmla="*/ 2262 h 2391"/>
                <a:gd name="T36" fmla="*/ 67099 w 2324"/>
                <a:gd name="T37" fmla="*/ 6718 h 2391"/>
                <a:gd name="T38" fmla="*/ 4513 w 2324"/>
                <a:gd name="T39" fmla="*/ 17893 h 2391"/>
                <a:gd name="T40" fmla="*/ 2257 w 2324"/>
                <a:gd name="T41" fmla="*/ 17893 h 2391"/>
                <a:gd name="T42" fmla="*/ 66 w 2324"/>
                <a:gd name="T43" fmla="*/ 22416 h 2391"/>
                <a:gd name="T44" fmla="*/ 66 w 2324"/>
                <a:gd name="T45" fmla="*/ 24611 h 2391"/>
                <a:gd name="T46" fmla="*/ 4513 w 2324"/>
                <a:gd name="T47" fmla="*/ 26873 h 2391"/>
                <a:gd name="T48" fmla="*/ 6770 w 2324"/>
                <a:gd name="T49" fmla="*/ 58202 h 2391"/>
                <a:gd name="T50" fmla="*/ 8960 w 2324"/>
                <a:gd name="T51" fmla="*/ 89597 h 2391"/>
                <a:gd name="T52" fmla="*/ 15663 w 2324"/>
                <a:gd name="T53" fmla="*/ 120926 h 2391"/>
                <a:gd name="T54" fmla="*/ 22366 w 2324"/>
                <a:gd name="T55" fmla="*/ 150060 h 2391"/>
                <a:gd name="T56" fmla="*/ 22366 w 2324"/>
                <a:gd name="T57" fmla="*/ 152255 h 2391"/>
                <a:gd name="T58" fmla="*/ 24623 w 2324"/>
                <a:gd name="T59" fmla="*/ 154517 h 2391"/>
                <a:gd name="T60" fmla="*/ 29070 w 2324"/>
                <a:gd name="T61" fmla="*/ 152255 h 2391"/>
                <a:gd name="T62" fmla="*/ 31326 w 2324"/>
                <a:gd name="T63" fmla="*/ 156778 h 2391"/>
                <a:gd name="T64" fmla="*/ 33583 w 2324"/>
                <a:gd name="T65" fmla="*/ 158973 h 2391"/>
                <a:gd name="T66" fmla="*/ 60396 w 2324"/>
                <a:gd name="T67" fmla="*/ 158973 h 2391"/>
                <a:gd name="T68" fmla="*/ 87209 w 2324"/>
                <a:gd name="T69" fmla="*/ 154517 h 2391"/>
                <a:gd name="T70" fmla="*/ 116212 w 2324"/>
                <a:gd name="T71" fmla="*/ 147799 h 2391"/>
                <a:gd name="T72" fmla="*/ 140835 w 2324"/>
                <a:gd name="T73" fmla="*/ 138819 h 2391"/>
                <a:gd name="T74" fmla="*/ 140835 w 2324"/>
                <a:gd name="T75" fmla="*/ 143342 h 2391"/>
                <a:gd name="T76" fmla="*/ 143026 w 2324"/>
                <a:gd name="T77" fmla="*/ 147799 h 2391"/>
                <a:gd name="T78" fmla="*/ 151985 w 2324"/>
                <a:gd name="T79" fmla="*/ 147799 h 2391"/>
                <a:gd name="T80" fmla="*/ 154242 w 2324"/>
                <a:gd name="T81" fmla="*/ 143342 h 2391"/>
                <a:gd name="T82" fmla="*/ 154242 w 2324"/>
                <a:gd name="T83" fmla="*/ 107490 h 2391"/>
                <a:gd name="T84" fmla="*/ 149729 w 2324"/>
                <a:gd name="T85" fmla="*/ 73899 h 2391"/>
                <a:gd name="T86" fmla="*/ 145282 w 2324"/>
                <a:gd name="T87" fmla="*/ 38047 h 2391"/>
                <a:gd name="T88" fmla="*/ 136322 w 2324"/>
                <a:gd name="T89" fmla="*/ 4457 h 2391"/>
                <a:gd name="T90" fmla="*/ 136322 w 2324"/>
                <a:gd name="T91" fmla="*/ 2262 h 2391"/>
                <a:gd name="T92" fmla="*/ 131876 w 2324"/>
                <a:gd name="T93" fmla="*/ 2262 h 2391"/>
                <a:gd name="T94" fmla="*/ 131876 w 2324"/>
                <a:gd name="T95" fmla="*/ 0 h 2391"/>
                <a:gd name="T96" fmla="*/ 127429 w 2324"/>
                <a:gd name="T97" fmla="*/ 0 h 239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324" h="2391" extrusionOk="0">
                  <a:moveTo>
                    <a:pt x="1920" y="135"/>
                  </a:moveTo>
                  <a:lnTo>
                    <a:pt x="2021" y="1044"/>
                  </a:lnTo>
                  <a:lnTo>
                    <a:pt x="2122" y="1953"/>
                  </a:lnTo>
                  <a:lnTo>
                    <a:pt x="1684" y="2020"/>
                  </a:lnTo>
                  <a:lnTo>
                    <a:pt x="1280" y="2121"/>
                  </a:lnTo>
                  <a:lnTo>
                    <a:pt x="876" y="2188"/>
                  </a:lnTo>
                  <a:lnTo>
                    <a:pt x="506" y="2256"/>
                  </a:lnTo>
                  <a:lnTo>
                    <a:pt x="472" y="2256"/>
                  </a:lnTo>
                  <a:lnTo>
                    <a:pt x="472" y="2222"/>
                  </a:lnTo>
                  <a:lnTo>
                    <a:pt x="438" y="1784"/>
                  </a:lnTo>
                  <a:lnTo>
                    <a:pt x="371" y="1313"/>
                  </a:lnTo>
                  <a:lnTo>
                    <a:pt x="270" y="875"/>
                  </a:lnTo>
                  <a:lnTo>
                    <a:pt x="135" y="438"/>
                  </a:lnTo>
                  <a:lnTo>
                    <a:pt x="1044" y="337"/>
                  </a:lnTo>
                  <a:lnTo>
                    <a:pt x="1482" y="236"/>
                  </a:lnTo>
                  <a:lnTo>
                    <a:pt x="1920" y="135"/>
                  </a:lnTo>
                  <a:close/>
                  <a:moveTo>
                    <a:pt x="1920" y="0"/>
                  </a:moveTo>
                  <a:lnTo>
                    <a:pt x="1482" y="34"/>
                  </a:lnTo>
                  <a:lnTo>
                    <a:pt x="1011" y="101"/>
                  </a:lnTo>
                  <a:lnTo>
                    <a:pt x="68" y="269"/>
                  </a:lnTo>
                  <a:lnTo>
                    <a:pt x="34" y="269"/>
                  </a:lnTo>
                  <a:lnTo>
                    <a:pt x="1" y="337"/>
                  </a:lnTo>
                  <a:lnTo>
                    <a:pt x="1" y="370"/>
                  </a:lnTo>
                  <a:lnTo>
                    <a:pt x="68" y="404"/>
                  </a:lnTo>
                  <a:lnTo>
                    <a:pt x="102" y="875"/>
                  </a:lnTo>
                  <a:lnTo>
                    <a:pt x="135" y="1347"/>
                  </a:lnTo>
                  <a:lnTo>
                    <a:pt x="236" y="1818"/>
                  </a:lnTo>
                  <a:lnTo>
                    <a:pt x="337" y="2256"/>
                  </a:lnTo>
                  <a:lnTo>
                    <a:pt x="337" y="2289"/>
                  </a:lnTo>
                  <a:lnTo>
                    <a:pt x="371" y="2323"/>
                  </a:lnTo>
                  <a:lnTo>
                    <a:pt x="438" y="2289"/>
                  </a:lnTo>
                  <a:lnTo>
                    <a:pt x="472" y="2357"/>
                  </a:lnTo>
                  <a:lnTo>
                    <a:pt x="506" y="2390"/>
                  </a:lnTo>
                  <a:lnTo>
                    <a:pt x="910" y="2390"/>
                  </a:lnTo>
                  <a:lnTo>
                    <a:pt x="1314" y="2323"/>
                  </a:lnTo>
                  <a:lnTo>
                    <a:pt x="1751" y="2222"/>
                  </a:lnTo>
                  <a:lnTo>
                    <a:pt x="2122" y="2087"/>
                  </a:lnTo>
                  <a:lnTo>
                    <a:pt x="2122" y="2155"/>
                  </a:lnTo>
                  <a:lnTo>
                    <a:pt x="2155" y="2222"/>
                  </a:lnTo>
                  <a:lnTo>
                    <a:pt x="2290" y="2222"/>
                  </a:lnTo>
                  <a:lnTo>
                    <a:pt x="2324" y="2155"/>
                  </a:lnTo>
                  <a:lnTo>
                    <a:pt x="2324" y="1616"/>
                  </a:lnTo>
                  <a:lnTo>
                    <a:pt x="2256" y="1111"/>
                  </a:lnTo>
                  <a:lnTo>
                    <a:pt x="2189" y="572"/>
                  </a:lnTo>
                  <a:lnTo>
                    <a:pt x="2054" y="67"/>
                  </a:lnTo>
                  <a:lnTo>
                    <a:pt x="2054" y="34"/>
                  </a:lnTo>
                  <a:lnTo>
                    <a:pt x="1987" y="34"/>
                  </a:lnTo>
                  <a:lnTo>
                    <a:pt x="1987" y="0"/>
                  </a:lnTo>
                  <a:lnTo>
                    <a:pt x="192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4" name="Google Shape;181;p2"/>
            <p:cNvSpPr>
              <a:spLocks/>
            </p:cNvSpPr>
            <p:nvPr/>
          </p:nvSpPr>
          <p:spPr bwMode="auto">
            <a:xfrm>
              <a:off x="3420778" y="6162519"/>
              <a:ext cx="23851" cy="149498"/>
            </a:xfrm>
            <a:custGeom>
              <a:avLst/>
              <a:gdLst>
                <a:gd name="T0" fmla="*/ 2186 w 371"/>
                <a:gd name="T1" fmla="*/ 0 h 2256"/>
                <a:gd name="T2" fmla="*/ 0 w 371"/>
                <a:gd name="T3" fmla="*/ 13386 h 2256"/>
                <a:gd name="T4" fmla="*/ 0 w 371"/>
                <a:gd name="T5" fmla="*/ 29025 h 2256"/>
                <a:gd name="T6" fmla="*/ 4307 w 371"/>
                <a:gd name="T7" fmla="*/ 58050 h 2256"/>
                <a:gd name="T8" fmla="*/ 8679 w 371"/>
                <a:gd name="T9" fmla="*/ 102647 h 2256"/>
                <a:gd name="T10" fmla="*/ 10800 w 371"/>
                <a:gd name="T11" fmla="*/ 124979 h 2256"/>
                <a:gd name="T12" fmla="*/ 15172 w 371"/>
                <a:gd name="T13" fmla="*/ 147245 h 2256"/>
                <a:gd name="T14" fmla="*/ 17294 w 371"/>
                <a:gd name="T15" fmla="*/ 149498 h 2256"/>
                <a:gd name="T16" fmla="*/ 23787 w 371"/>
                <a:gd name="T17" fmla="*/ 149498 h 2256"/>
                <a:gd name="T18" fmla="*/ 23787 w 371"/>
                <a:gd name="T19" fmla="*/ 145058 h 2256"/>
                <a:gd name="T20" fmla="*/ 23787 w 371"/>
                <a:gd name="T21" fmla="*/ 129419 h 2256"/>
                <a:gd name="T22" fmla="*/ 23787 w 371"/>
                <a:gd name="T23" fmla="*/ 111593 h 2256"/>
                <a:gd name="T24" fmla="*/ 19479 w 371"/>
                <a:gd name="T25" fmla="*/ 78129 h 2256"/>
                <a:gd name="T26" fmla="*/ 15172 w 371"/>
                <a:gd name="T27" fmla="*/ 37971 h 2256"/>
                <a:gd name="T28" fmla="*/ 10800 w 371"/>
                <a:gd name="T29" fmla="*/ 17892 h 2256"/>
                <a:gd name="T30" fmla="*/ 4307 w 371"/>
                <a:gd name="T31" fmla="*/ 0 h 2256"/>
                <a:gd name="T32" fmla="*/ 2186 w 371"/>
                <a:gd name="T33" fmla="*/ 0 h 22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71" h="2256" extrusionOk="0">
                  <a:moveTo>
                    <a:pt x="34" y="0"/>
                  </a:moveTo>
                  <a:lnTo>
                    <a:pt x="0" y="202"/>
                  </a:lnTo>
                  <a:lnTo>
                    <a:pt x="0" y="438"/>
                  </a:lnTo>
                  <a:lnTo>
                    <a:pt x="67" y="876"/>
                  </a:lnTo>
                  <a:lnTo>
                    <a:pt x="135" y="1549"/>
                  </a:lnTo>
                  <a:lnTo>
                    <a:pt x="168" y="1886"/>
                  </a:lnTo>
                  <a:lnTo>
                    <a:pt x="236" y="2222"/>
                  </a:lnTo>
                  <a:lnTo>
                    <a:pt x="269" y="2256"/>
                  </a:lnTo>
                  <a:lnTo>
                    <a:pt x="370" y="2256"/>
                  </a:lnTo>
                  <a:lnTo>
                    <a:pt x="370" y="2189"/>
                  </a:lnTo>
                  <a:lnTo>
                    <a:pt x="370" y="1953"/>
                  </a:lnTo>
                  <a:lnTo>
                    <a:pt x="370" y="1684"/>
                  </a:lnTo>
                  <a:lnTo>
                    <a:pt x="303" y="1179"/>
                  </a:lnTo>
                  <a:lnTo>
                    <a:pt x="236" y="573"/>
                  </a:lnTo>
                  <a:lnTo>
                    <a:pt x="168" y="270"/>
                  </a:lnTo>
                  <a:lnTo>
                    <a:pt x="67" y="0"/>
                  </a:lnTo>
                  <a:lnTo>
                    <a:pt x="3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5" name="Google Shape;182;p2"/>
            <p:cNvSpPr>
              <a:spLocks/>
            </p:cNvSpPr>
            <p:nvPr/>
          </p:nvSpPr>
          <p:spPr bwMode="auto">
            <a:xfrm>
              <a:off x="2139140" y="5709255"/>
              <a:ext cx="31802" cy="135184"/>
            </a:xfrm>
            <a:custGeom>
              <a:avLst/>
              <a:gdLst>
                <a:gd name="T0" fmla="*/ 2291 w 472"/>
                <a:gd name="T1" fmla="*/ 0 h 2021"/>
                <a:gd name="T2" fmla="*/ 2291 w 472"/>
                <a:gd name="T3" fmla="*/ 2274 h 2021"/>
                <a:gd name="T4" fmla="*/ 0 w 472"/>
                <a:gd name="T5" fmla="*/ 2274 h 2021"/>
                <a:gd name="T6" fmla="*/ 0 w 472"/>
                <a:gd name="T7" fmla="*/ 18060 h 2021"/>
                <a:gd name="T8" fmla="*/ 2291 w 472"/>
                <a:gd name="T9" fmla="*/ 33779 h 2021"/>
                <a:gd name="T10" fmla="*/ 6805 w 472"/>
                <a:gd name="T11" fmla="*/ 63077 h 2021"/>
                <a:gd name="T12" fmla="*/ 11387 w 472"/>
                <a:gd name="T13" fmla="*/ 99130 h 2021"/>
                <a:gd name="T14" fmla="*/ 15901 w 472"/>
                <a:gd name="T15" fmla="*/ 114850 h 2021"/>
                <a:gd name="T16" fmla="*/ 22706 w 472"/>
                <a:gd name="T17" fmla="*/ 132910 h 2021"/>
                <a:gd name="T18" fmla="*/ 24997 w 472"/>
                <a:gd name="T19" fmla="*/ 135117 h 2021"/>
                <a:gd name="T20" fmla="*/ 27220 w 472"/>
                <a:gd name="T21" fmla="*/ 135117 h 2021"/>
                <a:gd name="T22" fmla="*/ 29511 w 472"/>
                <a:gd name="T23" fmla="*/ 132910 h 2021"/>
                <a:gd name="T24" fmla="*/ 31802 w 472"/>
                <a:gd name="T25" fmla="*/ 130636 h 2021"/>
                <a:gd name="T26" fmla="*/ 29511 w 472"/>
                <a:gd name="T27" fmla="*/ 112642 h 2021"/>
                <a:gd name="T28" fmla="*/ 24997 w 472"/>
                <a:gd name="T29" fmla="*/ 94582 h 2021"/>
                <a:gd name="T30" fmla="*/ 18192 w 472"/>
                <a:gd name="T31" fmla="*/ 60803 h 2021"/>
                <a:gd name="T32" fmla="*/ 13610 w 472"/>
                <a:gd name="T33" fmla="*/ 31572 h 2021"/>
                <a:gd name="T34" fmla="*/ 11387 w 472"/>
                <a:gd name="T35" fmla="*/ 15786 h 2021"/>
                <a:gd name="T36" fmla="*/ 6805 w 472"/>
                <a:gd name="T37" fmla="*/ 2274 h 2021"/>
                <a:gd name="T38" fmla="*/ 4582 w 472"/>
                <a:gd name="T39" fmla="*/ 0 h 2021"/>
                <a:gd name="T40" fmla="*/ 2291 w 472"/>
                <a:gd name="T41" fmla="*/ 0 h 20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72" h="2021" extrusionOk="0">
                  <a:moveTo>
                    <a:pt x="34" y="0"/>
                  </a:moveTo>
                  <a:lnTo>
                    <a:pt x="34" y="34"/>
                  </a:lnTo>
                  <a:lnTo>
                    <a:pt x="0" y="34"/>
                  </a:lnTo>
                  <a:lnTo>
                    <a:pt x="0" y="270"/>
                  </a:lnTo>
                  <a:lnTo>
                    <a:pt x="34" y="505"/>
                  </a:lnTo>
                  <a:lnTo>
                    <a:pt x="101" y="943"/>
                  </a:lnTo>
                  <a:lnTo>
                    <a:pt x="169" y="1482"/>
                  </a:lnTo>
                  <a:lnTo>
                    <a:pt x="236" y="1717"/>
                  </a:lnTo>
                  <a:lnTo>
                    <a:pt x="337" y="1987"/>
                  </a:lnTo>
                  <a:lnTo>
                    <a:pt x="371" y="2020"/>
                  </a:lnTo>
                  <a:lnTo>
                    <a:pt x="404" y="2020"/>
                  </a:lnTo>
                  <a:lnTo>
                    <a:pt x="438" y="1987"/>
                  </a:lnTo>
                  <a:lnTo>
                    <a:pt x="472" y="1953"/>
                  </a:lnTo>
                  <a:lnTo>
                    <a:pt x="438" y="1684"/>
                  </a:lnTo>
                  <a:lnTo>
                    <a:pt x="371" y="1414"/>
                  </a:lnTo>
                  <a:lnTo>
                    <a:pt x="270" y="909"/>
                  </a:lnTo>
                  <a:lnTo>
                    <a:pt x="202" y="472"/>
                  </a:lnTo>
                  <a:lnTo>
                    <a:pt x="169" y="236"/>
                  </a:lnTo>
                  <a:lnTo>
                    <a:pt x="101" y="34"/>
                  </a:lnTo>
                  <a:lnTo>
                    <a:pt x="68" y="0"/>
                  </a:lnTo>
                  <a:lnTo>
                    <a:pt x="3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6" name="Google Shape;183;p2"/>
            <p:cNvSpPr>
              <a:spLocks/>
            </p:cNvSpPr>
            <p:nvPr/>
          </p:nvSpPr>
          <p:spPr bwMode="auto">
            <a:xfrm>
              <a:off x="2201154" y="5758557"/>
              <a:ext cx="44523" cy="60435"/>
            </a:xfrm>
            <a:custGeom>
              <a:avLst/>
              <a:gdLst>
                <a:gd name="T0" fmla="*/ 24441 w 674"/>
                <a:gd name="T1" fmla="*/ 66 h 911"/>
                <a:gd name="T2" fmla="*/ 15590 w 674"/>
                <a:gd name="T3" fmla="*/ 2322 h 911"/>
                <a:gd name="T4" fmla="*/ 11098 w 674"/>
                <a:gd name="T5" fmla="*/ 4511 h 911"/>
                <a:gd name="T6" fmla="*/ 6672 w 674"/>
                <a:gd name="T7" fmla="*/ 9022 h 911"/>
                <a:gd name="T8" fmla="*/ 2246 w 674"/>
                <a:gd name="T9" fmla="*/ 13467 h 911"/>
                <a:gd name="T10" fmla="*/ 0 w 674"/>
                <a:gd name="T11" fmla="*/ 15722 h 911"/>
                <a:gd name="T12" fmla="*/ 2246 w 674"/>
                <a:gd name="T13" fmla="*/ 20167 h 911"/>
                <a:gd name="T14" fmla="*/ 8918 w 674"/>
                <a:gd name="T15" fmla="*/ 20167 h 911"/>
                <a:gd name="T16" fmla="*/ 13344 w 674"/>
                <a:gd name="T17" fmla="*/ 15722 h 911"/>
                <a:gd name="T18" fmla="*/ 17770 w 674"/>
                <a:gd name="T19" fmla="*/ 11211 h 911"/>
                <a:gd name="T20" fmla="*/ 22262 w 674"/>
                <a:gd name="T21" fmla="*/ 11211 h 911"/>
                <a:gd name="T22" fmla="*/ 26687 w 674"/>
                <a:gd name="T23" fmla="*/ 15722 h 911"/>
                <a:gd name="T24" fmla="*/ 22262 w 674"/>
                <a:gd name="T25" fmla="*/ 22423 h 911"/>
                <a:gd name="T26" fmla="*/ 17770 w 674"/>
                <a:gd name="T27" fmla="*/ 29123 h 911"/>
                <a:gd name="T28" fmla="*/ 13344 w 674"/>
                <a:gd name="T29" fmla="*/ 38012 h 911"/>
                <a:gd name="T30" fmla="*/ 13344 w 674"/>
                <a:gd name="T31" fmla="*/ 42523 h 911"/>
                <a:gd name="T32" fmla="*/ 15590 w 674"/>
                <a:gd name="T33" fmla="*/ 44713 h 911"/>
                <a:gd name="T34" fmla="*/ 20016 w 674"/>
                <a:gd name="T35" fmla="*/ 44713 h 911"/>
                <a:gd name="T36" fmla="*/ 24441 w 674"/>
                <a:gd name="T37" fmla="*/ 42523 h 911"/>
                <a:gd name="T38" fmla="*/ 31113 w 674"/>
                <a:gd name="T39" fmla="*/ 42523 h 911"/>
                <a:gd name="T40" fmla="*/ 31113 w 674"/>
                <a:gd name="T41" fmla="*/ 49224 h 911"/>
                <a:gd name="T42" fmla="*/ 24441 w 674"/>
                <a:gd name="T43" fmla="*/ 49224 h 911"/>
                <a:gd name="T44" fmla="*/ 15590 w 674"/>
                <a:gd name="T45" fmla="*/ 51413 h 911"/>
                <a:gd name="T46" fmla="*/ 15590 w 674"/>
                <a:gd name="T47" fmla="*/ 53668 h 911"/>
                <a:gd name="T48" fmla="*/ 15590 w 674"/>
                <a:gd name="T49" fmla="*/ 55924 h 911"/>
                <a:gd name="T50" fmla="*/ 20016 w 674"/>
                <a:gd name="T51" fmla="*/ 58113 h 911"/>
                <a:gd name="T52" fmla="*/ 24441 w 674"/>
                <a:gd name="T53" fmla="*/ 60369 h 911"/>
                <a:gd name="T54" fmla="*/ 35605 w 674"/>
                <a:gd name="T55" fmla="*/ 58113 h 911"/>
                <a:gd name="T56" fmla="*/ 40031 w 674"/>
                <a:gd name="T57" fmla="*/ 55924 h 911"/>
                <a:gd name="T58" fmla="*/ 42277 w 674"/>
                <a:gd name="T59" fmla="*/ 51413 h 911"/>
                <a:gd name="T60" fmla="*/ 44457 w 674"/>
                <a:gd name="T61" fmla="*/ 46968 h 911"/>
                <a:gd name="T62" fmla="*/ 44457 w 674"/>
                <a:gd name="T63" fmla="*/ 42523 h 911"/>
                <a:gd name="T64" fmla="*/ 42277 w 674"/>
                <a:gd name="T65" fmla="*/ 35823 h 911"/>
                <a:gd name="T66" fmla="*/ 37785 w 674"/>
                <a:gd name="T67" fmla="*/ 33568 h 911"/>
                <a:gd name="T68" fmla="*/ 33359 w 674"/>
                <a:gd name="T69" fmla="*/ 31312 h 911"/>
                <a:gd name="T70" fmla="*/ 26687 w 674"/>
                <a:gd name="T71" fmla="*/ 31312 h 911"/>
                <a:gd name="T72" fmla="*/ 35605 w 674"/>
                <a:gd name="T73" fmla="*/ 20167 h 911"/>
                <a:gd name="T74" fmla="*/ 35605 w 674"/>
                <a:gd name="T75" fmla="*/ 13467 h 911"/>
                <a:gd name="T76" fmla="*/ 33359 w 674"/>
                <a:gd name="T77" fmla="*/ 4511 h 911"/>
                <a:gd name="T78" fmla="*/ 28933 w 674"/>
                <a:gd name="T79" fmla="*/ 2322 h 911"/>
                <a:gd name="T80" fmla="*/ 24441 w 674"/>
                <a:gd name="T81" fmla="*/ 66 h 91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674" h="911" extrusionOk="0">
                  <a:moveTo>
                    <a:pt x="370" y="1"/>
                  </a:moveTo>
                  <a:lnTo>
                    <a:pt x="236" y="35"/>
                  </a:lnTo>
                  <a:lnTo>
                    <a:pt x="168" y="68"/>
                  </a:lnTo>
                  <a:lnTo>
                    <a:pt x="101" y="136"/>
                  </a:lnTo>
                  <a:lnTo>
                    <a:pt x="34" y="203"/>
                  </a:lnTo>
                  <a:lnTo>
                    <a:pt x="0" y="237"/>
                  </a:lnTo>
                  <a:lnTo>
                    <a:pt x="34" y="304"/>
                  </a:lnTo>
                  <a:lnTo>
                    <a:pt x="135" y="304"/>
                  </a:lnTo>
                  <a:lnTo>
                    <a:pt x="202" y="237"/>
                  </a:lnTo>
                  <a:lnTo>
                    <a:pt x="269" y="169"/>
                  </a:lnTo>
                  <a:lnTo>
                    <a:pt x="337" y="169"/>
                  </a:lnTo>
                  <a:lnTo>
                    <a:pt x="404" y="237"/>
                  </a:lnTo>
                  <a:lnTo>
                    <a:pt x="337" y="338"/>
                  </a:lnTo>
                  <a:lnTo>
                    <a:pt x="269" y="439"/>
                  </a:lnTo>
                  <a:lnTo>
                    <a:pt x="202" y="573"/>
                  </a:lnTo>
                  <a:lnTo>
                    <a:pt x="202" y="641"/>
                  </a:lnTo>
                  <a:lnTo>
                    <a:pt x="236" y="674"/>
                  </a:lnTo>
                  <a:lnTo>
                    <a:pt x="303" y="674"/>
                  </a:lnTo>
                  <a:lnTo>
                    <a:pt x="370" y="641"/>
                  </a:lnTo>
                  <a:lnTo>
                    <a:pt x="471" y="641"/>
                  </a:lnTo>
                  <a:lnTo>
                    <a:pt x="471" y="742"/>
                  </a:lnTo>
                  <a:lnTo>
                    <a:pt x="370" y="742"/>
                  </a:lnTo>
                  <a:lnTo>
                    <a:pt x="236" y="775"/>
                  </a:lnTo>
                  <a:lnTo>
                    <a:pt x="236" y="809"/>
                  </a:lnTo>
                  <a:lnTo>
                    <a:pt x="236" y="843"/>
                  </a:lnTo>
                  <a:lnTo>
                    <a:pt x="303" y="876"/>
                  </a:lnTo>
                  <a:lnTo>
                    <a:pt x="370" y="910"/>
                  </a:lnTo>
                  <a:lnTo>
                    <a:pt x="539" y="876"/>
                  </a:lnTo>
                  <a:lnTo>
                    <a:pt x="606" y="843"/>
                  </a:lnTo>
                  <a:lnTo>
                    <a:pt x="640" y="775"/>
                  </a:lnTo>
                  <a:lnTo>
                    <a:pt x="673" y="708"/>
                  </a:lnTo>
                  <a:lnTo>
                    <a:pt x="673" y="641"/>
                  </a:lnTo>
                  <a:lnTo>
                    <a:pt x="640" y="540"/>
                  </a:lnTo>
                  <a:lnTo>
                    <a:pt x="572" y="506"/>
                  </a:lnTo>
                  <a:lnTo>
                    <a:pt x="505" y="472"/>
                  </a:lnTo>
                  <a:lnTo>
                    <a:pt x="404" y="472"/>
                  </a:lnTo>
                  <a:lnTo>
                    <a:pt x="539" y="304"/>
                  </a:lnTo>
                  <a:lnTo>
                    <a:pt x="539" y="203"/>
                  </a:lnTo>
                  <a:lnTo>
                    <a:pt x="505" y="68"/>
                  </a:lnTo>
                  <a:lnTo>
                    <a:pt x="438" y="35"/>
                  </a:lnTo>
                  <a:lnTo>
                    <a:pt x="37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7" name="Google Shape;184;p2"/>
            <p:cNvSpPr>
              <a:spLocks/>
            </p:cNvSpPr>
            <p:nvPr/>
          </p:nvSpPr>
          <p:spPr bwMode="auto">
            <a:xfrm>
              <a:off x="2051683" y="6079818"/>
              <a:ext cx="33393" cy="47712"/>
            </a:xfrm>
            <a:custGeom>
              <a:avLst/>
              <a:gdLst>
                <a:gd name="T0" fmla="*/ 11153 w 506"/>
                <a:gd name="T1" fmla="*/ 64 h 742"/>
                <a:gd name="T2" fmla="*/ 8909 w 506"/>
                <a:gd name="T3" fmla="*/ 2186 h 742"/>
                <a:gd name="T4" fmla="*/ 6665 w 506"/>
                <a:gd name="T5" fmla="*/ 4373 h 742"/>
                <a:gd name="T6" fmla="*/ 2244 w 506"/>
                <a:gd name="T7" fmla="*/ 28164 h 742"/>
                <a:gd name="T8" fmla="*/ 0 w 506"/>
                <a:gd name="T9" fmla="*/ 36845 h 742"/>
                <a:gd name="T10" fmla="*/ 0 w 506"/>
                <a:gd name="T11" fmla="*/ 41153 h 742"/>
                <a:gd name="T12" fmla="*/ 0 w 506"/>
                <a:gd name="T13" fmla="*/ 45526 h 742"/>
                <a:gd name="T14" fmla="*/ 2244 w 506"/>
                <a:gd name="T15" fmla="*/ 47648 h 742"/>
                <a:gd name="T16" fmla="*/ 4488 w 506"/>
                <a:gd name="T17" fmla="*/ 47648 h 742"/>
                <a:gd name="T18" fmla="*/ 8909 w 506"/>
                <a:gd name="T19" fmla="*/ 43339 h 742"/>
                <a:gd name="T20" fmla="*/ 11153 w 506"/>
                <a:gd name="T21" fmla="*/ 39031 h 742"/>
                <a:gd name="T22" fmla="*/ 19996 w 506"/>
                <a:gd name="T23" fmla="*/ 39031 h 742"/>
                <a:gd name="T24" fmla="*/ 24484 w 506"/>
                <a:gd name="T25" fmla="*/ 45526 h 742"/>
                <a:gd name="T26" fmla="*/ 26662 w 506"/>
                <a:gd name="T27" fmla="*/ 47648 h 742"/>
                <a:gd name="T28" fmla="*/ 28905 w 506"/>
                <a:gd name="T29" fmla="*/ 47648 h 742"/>
                <a:gd name="T30" fmla="*/ 31149 w 506"/>
                <a:gd name="T31" fmla="*/ 45526 h 742"/>
                <a:gd name="T32" fmla="*/ 33327 w 506"/>
                <a:gd name="T33" fmla="*/ 43339 h 742"/>
                <a:gd name="T34" fmla="*/ 31149 w 506"/>
                <a:gd name="T35" fmla="*/ 34659 h 742"/>
                <a:gd name="T36" fmla="*/ 33327 w 506"/>
                <a:gd name="T37" fmla="*/ 32537 h 742"/>
                <a:gd name="T38" fmla="*/ 31149 w 506"/>
                <a:gd name="T39" fmla="*/ 30350 h 742"/>
                <a:gd name="T40" fmla="*/ 28905 w 506"/>
                <a:gd name="T41" fmla="*/ 30350 h 742"/>
                <a:gd name="T42" fmla="*/ 26662 w 506"/>
                <a:gd name="T43" fmla="*/ 23856 h 742"/>
                <a:gd name="T44" fmla="*/ 17818 w 506"/>
                <a:gd name="T45" fmla="*/ 2186 h 742"/>
                <a:gd name="T46" fmla="*/ 15575 w 506"/>
                <a:gd name="T47" fmla="*/ 64 h 742"/>
                <a:gd name="T48" fmla="*/ 11153 w 506"/>
                <a:gd name="T49" fmla="*/ 64 h 7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6" h="742" extrusionOk="0">
                  <a:moveTo>
                    <a:pt x="169" y="1"/>
                  </a:moveTo>
                  <a:lnTo>
                    <a:pt x="135" y="34"/>
                  </a:lnTo>
                  <a:lnTo>
                    <a:pt x="101" y="68"/>
                  </a:lnTo>
                  <a:lnTo>
                    <a:pt x="34" y="438"/>
                  </a:lnTo>
                  <a:lnTo>
                    <a:pt x="0" y="573"/>
                  </a:lnTo>
                  <a:lnTo>
                    <a:pt x="0" y="640"/>
                  </a:lnTo>
                  <a:lnTo>
                    <a:pt x="0" y="708"/>
                  </a:lnTo>
                  <a:lnTo>
                    <a:pt x="34" y="741"/>
                  </a:lnTo>
                  <a:lnTo>
                    <a:pt x="68" y="741"/>
                  </a:lnTo>
                  <a:lnTo>
                    <a:pt x="135" y="674"/>
                  </a:lnTo>
                  <a:lnTo>
                    <a:pt x="169" y="607"/>
                  </a:lnTo>
                  <a:lnTo>
                    <a:pt x="303" y="607"/>
                  </a:lnTo>
                  <a:lnTo>
                    <a:pt x="371" y="708"/>
                  </a:lnTo>
                  <a:lnTo>
                    <a:pt x="404" y="741"/>
                  </a:lnTo>
                  <a:lnTo>
                    <a:pt x="438" y="741"/>
                  </a:lnTo>
                  <a:lnTo>
                    <a:pt x="472" y="708"/>
                  </a:lnTo>
                  <a:lnTo>
                    <a:pt x="505" y="674"/>
                  </a:lnTo>
                  <a:lnTo>
                    <a:pt x="472" y="539"/>
                  </a:lnTo>
                  <a:lnTo>
                    <a:pt x="505" y="506"/>
                  </a:lnTo>
                  <a:lnTo>
                    <a:pt x="472" y="472"/>
                  </a:lnTo>
                  <a:lnTo>
                    <a:pt x="438" y="472"/>
                  </a:lnTo>
                  <a:lnTo>
                    <a:pt x="404" y="371"/>
                  </a:lnTo>
                  <a:lnTo>
                    <a:pt x="270" y="34"/>
                  </a:lnTo>
                  <a:lnTo>
                    <a:pt x="236" y="1"/>
                  </a:lnTo>
                  <a:lnTo>
                    <a:pt x="16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8" name="Google Shape;185;p2"/>
            <p:cNvSpPr>
              <a:spLocks/>
            </p:cNvSpPr>
            <p:nvPr/>
          </p:nvSpPr>
          <p:spPr bwMode="auto">
            <a:xfrm>
              <a:off x="1929244" y="6191147"/>
              <a:ext cx="151061" cy="166993"/>
            </a:xfrm>
            <a:custGeom>
              <a:avLst/>
              <a:gdLst>
                <a:gd name="T0" fmla="*/ 128831 w 2290"/>
                <a:gd name="T1" fmla="*/ 13415 h 2527"/>
                <a:gd name="T2" fmla="*/ 128831 w 2290"/>
                <a:gd name="T3" fmla="*/ 42360 h 2527"/>
                <a:gd name="T4" fmla="*/ 131073 w 2290"/>
                <a:gd name="T5" fmla="*/ 73485 h 2527"/>
                <a:gd name="T6" fmla="*/ 135493 w 2290"/>
                <a:gd name="T7" fmla="*/ 104610 h 2527"/>
                <a:gd name="T8" fmla="*/ 142156 w 2290"/>
                <a:gd name="T9" fmla="*/ 133555 h 2527"/>
                <a:gd name="T10" fmla="*/ 142156 w 2290"/>
                <a:gd name="T11" fmla="*/ 135802 h 2527"/>
                <a:gd name="T12" fmla="*/ 139979 w 2290"/>
                <a:gd name="T13" fmla="*/ 135802 h 2527"/>
                <a:gd name="T14" fmla="*/ 115506 w 2290"/>
                <a:gd name="T15" fmla="*/ 137982 h 2527"/>
                <a:gd name="T16" fmla="*/ 88856 w 2290"/>
                <a:gd name="T17" fmla="*/ 142476 h 2527"/>
                <a:gd name="T18" fmla="*/ 60029 w 2290"/>
                <a:gd name="T19" fmla="*/ 144657 h 2527"/>
                <a:gd name="T20" fmla="*/ 33379 w 2290"/>
                <a:gd name="T21" fmla="*/ 149150 h 2527"/>
                <a:gd name="T22" fmla="*/ 20054 w 2290"/>
                <a:gd name="T23" fmla="*/ 89081 h 2527"/>
                <a:gd name="T24" fmla="*/ 8905 w 2290"/>
                <a:gd name="T25" fmla="*/ 29011 h 2527"/>
                <a:gd name="T26" fmla="*/ 37798 w 2290"/>
                <a:gd name="T27" fmla="*/ 26764 h 2527"/>
                <a:gd name="T28" fmla="*/ 68868 w 2290"/>
                <a:gd name="T29" fmla="*/ 24517 h 2527"/>
                <a:gd name="T30" fmla="*/ 128831 w 2290"/>
                <a:gd name="T31" fmla="*/ 13415 h 2527"/>
                <a:gd name="T32" fmla="*/ 128831 w 2290"/>
                <a:gd name="T33" fmla="*/ 66 h 2527"/>
                <a:gd name="T34" fmla="*/ 66691 w 2290"/>
                <a:gd name="T35" fmla="*/ 11168 h 2527"/>
                <a:gd name="T36" fmla="*/ 35555 w 2290"/>
                <a:gd name="T37" fmla="*/ 13415 h 2527"/>
                <a:gd name="T38" fmla="*/ 6728 w 2290"/>
                <a:gd name="T39" fmla="*/ 20089 h 2527"/>
                <a:gd name="T40" fmla="*/ 4486 w 2290"/>
                <a:gd name="T41" fmla="*/ 22336 h 2527"/>
                <a:gd name="T42" fmla="*/ 2243 w 2290"/>
                <a:gd name="T43" fmla="*/ 24517 h 2527"/>
                <a:gd name="T44" fmla="*/ 66 w 2290"/>
                <a:gd name="T45" fmla="*/ 24517 h 2527"/>
                <a:gd name="T46" fmla="*/ 66 w 2290"/>
                <a:gd name="T47" fmla="*/ 29011 h 2527"/>
                <a:gd name="T48" fmla="*/ 2243 w 2290"/>
                <a:gd name="T49" fmla="*/ 62383 h 2527"/>
                <a:gd name="T50" fmla="*/ 6728 w 2290"/>
                <a:gd name="T51" fmla="*/ 95755 h 2527"/>
                <a:gd name="T52" fmla="*/ 13391 w 2290"/>
                <a:gd name="T53" fmla="*/ 131308 h 2527"/>
                <a:gd name="T54" fmla="*/ 24473 w 2290"/>
                <a:gd name="T55" fmla="*/ 164680 h 2527"/>
                <a:gd name="T56" fmla="*/ 26716 w 2290"/>
                <a:gd name="T57" fmla="*/ 166927 h 2527"/>
                <a:gd name="T58" fmla="*/ 31136 w 2290"/>
                <a:gd name="T59" fmla="*/ 166927 h 2527"/>
                <a:gd name="T60" fmla="*/ 35555 w 2290"/>
                <a:gd name="T61" fmla="*/ 164680 h 2527"/>
                <a:gd name="T62" fmla="*/ 35555 w 2290"/>
                <a:gd name="T63" fmla="*/ 160252 h 2527"/>
                <a:gd name="T64" fmla="*/ 35555 w 2290"/>
                <a:gd name="T65" fmla="*/ 155825 h 2527"/>
                <a:gd name="T66" fmla="*/ 62205 w 2290"/>
                <a:gd name="T67" fmla="*/ 158006 h 2527"/>
                <a:gd name="T68" fmla="*/ 88856 w 2290"/>
                <a:gd name="T69" fmla="*/ 155825 h 2527"/>
                <a:gd name="T70" fmla="*/ 117748 w 2290"/>
                <a:gd name="T71" fmla="*/ 151331 h 2527"/>
                <a:gd name="T72" fmla="*/ 142156 w 2290"/>
                <a:gd name="T73" fmla="*/ 144657 h 2527"/>
                <a:gd name="T74" fmla="*/ 144398 w 2290"/>
                <a:gd name="T75" fmla="*/ 140229 h 2527"/>
                <a:gd name="T76" fmla="*/ 144398 w 2290"/>
                <a:gd name="T77" fmla="*/ 137982 h 2527"/>
                <a:gd name="T78" fmla="*/ 148818 w 2290"/>
                <a:gd name="T79" fmla="*/ 137982 h 2527"/>
                <a:gd name="T80" fmla="*/ 151061 w 2290"/>
                <a:gd name="T81" fmla="*/ 135802 h 2527"/>
                <a:gd name="T82" fmla="*/ 151061 w 2290"/>
                <a:gd name="T83" fmla="*/ 131308 h 2527"/>
                <a:gd name="T84" fmla="*/ 148818 w 2290"/>
                <a:gd name="T85" fmla="*/ 102429 h 2527"/>
                <a:gd name="T86" fmla="*/ 144398 w 2290"/>
                <a:gd name="T87" fmla="*/ 71238 h 2527"/>
                <a:gd name="T88" fmla="*/ 139979 w 2290"/>
                <a:gd name="T89" fmla="*/ 40113 h 2527"/>
                <a:gd name="T90" fmla="*/ 133316 w 2290"/>
                <a:gd name="T91" fmla="*/ 11168 h 2527"/>
                <a:gd name="T92" fmla="*/ 135493 w 2290"/>
                <a:gd name="T93" fmla="*/ 6741 h 2527"/>
                <a:gd name="T94" fmla="*/ 133316 w 2290"/>
                <a:gd name="T95" fmla="*/ 4494 h 2527"/>
                <a:gd name="T96" fmla="*/ 131073 w 2290"/>
                <a:gd name="T97" fmla="*/ 2313 h 2527"/>
                <a:gd name="T98" fmla="*/ 128831 w 2290"/>
                <a:gd name="T99" fmla="*/ 66 h 25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90" h="2527" extrusionOk="0">
                  <a:moveTo>
                    <a:pt x="1953" y="203"/>
                  </a:moveTo>
                  <a:lnTo>
                    <a:pt x="1953" y="641"/>
                  </a:lnTo>
                  <a:lnTo>
                    <a:pt x="1987" y="1112"/>
                  </a:lnTo>
                  <a:lnTo>
                    <a:pt x="2054" y="1583"/>
                  </a:lnTo>
                  <a:lnTo>
                    <a:pt x="2155" y="2021"/>
                  </a:lnTo>
                  <a:lnTo>
                    <a:pt x="2155" y="2055"/>
                  </a:lnTo>
                  <a:lnTo>
                    <a:pt x="2122" y="2055"/>
                  </a:lnTo>
                  <a:lnTo>
                    <a:pt x="1751" y="2088"/>
                  </a:lnTo>
                  <a:lnTo>
                    <a:pt x="1347" y="2156"/>
                  </a:lnTo>
                  <a:lnTo>
                    <a:pt x="910" y="2189"/>
                  </a:lnTo>
                  <a:lnTo>
                    <a:pt x="506" y="2257"/>
                  </a:lnTo>
                  <a:lnTo>
                    <a:pt x="304" y="1348"/>
                  </a:lnTo>
                  <a:lnTo>
                    <a:pt x="135" y="439"/>
                  </a:lnTo>
                  <a:lnTo>
                    <a:pt x="573" y="405"/>
                  </a:lnTo>
                  <a:lnTo>
                    <a:pt x="1044" y="371"/>
                  </a:lnTo>
                  <a:lnTo>
                    <a:pt x="1953" y="203"/>
                  </a:lnTo>
                  <a:close/>
                  <a:moveTo>
                    <a:pt x="1953" y="1"/>
                  </a:moveTo>
                  <a:lnTo>
                    <a:pt x="1011" y="169"/>
                  </a:lnTo>
                  <a:lnTo>
                    <a:pt x="539" y="203"/>
                  </a:lnTo>
                  <a:lnTo>
                    <a:pt x="102" y="304"/>
                  </a:lnTo>
                  <a:lnTo>
                    <a:pt x="68" y="338"/>
                  </a:lnTo>
                  <a:lnTo>
                    <a:pt x="34" y="371"/>
                  </a:lnTo>
                  <a:lnTo>
                    <a:pt x="1" y="371"/>
                  </a:lnTo>
                  <a:lnTo>
                    <a:pt x="1" y="439"/>
                  </a:lnTo>
                  <a:lnTo>
                    <a:pt x="34" y="944"/>
                  </a:lnTo>
                  <a:lnTo>
                    <a:pt x="102" y="1449"/>
                  </a:lnTo>
                  <a:lnTo>
                    <a:pt x="203" y="1987"/>
                  </a:lnTo>
                  <a:lnTo>
                    <a:pt x="371" y="2492"/>
                  </a:lnTo>
                  <a:lnTo>
                    <a:pt x="405" y="2526"/>
                  </a:lnTo>
                  <a:lnTo>
                    <a:pt x="472" y="2526"/>
                  </a:lnTo>
                  <a:lnTo>
                    <a:pt x="539" y="2492"/>
                  </a:lnTo>
                  <a:lnTo>
                    <a:pt x="539" y="2425"/>
                  </a:lnTo>
                  <a:lnTo>
                    <a:pt x="539" y="2358"/>
                  </a:lnTo>
                  <a:lnTo>
                    <a:pt x="943" y="2391"/>
                  </a:lnTo>
                  <a:lnTo>
                    <a:pt x="1347" y="2358"/>
                  </a:lnTo>
                  <a:lnTo>
                    <a:pt x="1785" y="2290"/>
                  </a:lnTo>
                  <a:lnTo>
                    <a:pt x="2155" y="2189"/>
                  </a:lnTo>
                  <a:lnTo>
                    <a:pt x="2189" y="2122"/>
                  </a:lnTo>
                  <a:lnTo>
                    <a:pt x="2189" y="2088"/>
                  </a:lnTo>
                  <a:lnTo>
                    <a:pt x="2256" y="2088"/>
                  </a:lnTo>
                  <a:lnTo>
                    <a:pt x="2290" y="2055"/>
                  </a:lnTo>
                  <a:lnTo>
                    <a:pt x="2290" y="1987"/>
                  </a:lnTo>
                  <a:lnTo>
                    <a:pt x="2256" y="1550"/>
                  </a:lnTo>
                  <a:lnTo>
                    <a:pt x="2189" y="1078"/>
                  </a:lnTo>
                  <a:lnTo>
                    <a:pt x="2122" y="607"/>
                  </a:lnTo>
                  <a:lnTo>
                    <a:pt x="2021" y="169"/>
                  </a:lnTo>
                  <a:lnTo>
                    <a:pt x="2054" y="102"/>
                  </a:lnTo>
                  <a:lnTo>
                    <a:pt x="2021" y="68"/>
                  </a:lnTo>
                  <a:lnTo>
                    <a:pt x="1987" y="35"/>
                  </a:lnTo>
                  <a:lnTo>
                    <a:pt x="1953"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79" name="Google Shape;186;p2"/>
            <p:cNvSpPr>
              <a:spLocks/>
            </p:cNvSpPr>
            <p:nvPr/>
          </p:nvSpPr>
          <p:spPr bwMode="auto">
            <a:xfrm>
              <a:off x="2317234" y="5887380"/>
              <a:ext cx="31802" cy="12723"/>
            </a:xfrm>
            <a:custGeom>
              <a:avLst/>
              <a:gdLst>
                <a:gd name="T0" fmla="*/ 27230 w 473"/>
                <a:gd name="T1" fmla="*/ 0 h 203"/>
                <a:gd name="T2" fmla="*/ 22658 w 473"/>
                <a:gd name="T3" fmla="*/ 2131 h 203"/>
                <a:gd name="T4" fmla="*/ 18153 w 473"/>
                <a:gd name="T5" fmla="*/ 2131 h 203"/>
                <a:gd name="T6" fmla="*/ 6858 w 473"/>
                <a:gd name="T7" fmla="*/ 4199 h 203"/>
                <a:gd name="T8" fmla="*/ 4572 w 473"/>
                <a:gd name="T9" fmla="*/ 4199 h 203"/>
                <a:gd name="T10" fmla="*/ 67 w 473"/>
                <a:gd name="T11" fmla="*/ 6330 h 203"/>
                <a:gd name="T12" fmla="*/ 67 w 473"/>
                <a:gd name="T13" fmla="*/ 8461 h 203"/>
                <a:gd name="T14" fmla="*/ 67 w 473"/>
                <a:gd name="T15" fmla="*/ 10529 h 203"/>
                <a:gd name="T16" fmla="*/ 4572 w 473"/>
                <a:gd name="T17" fmla="*/ 10529 h 203"/>
                <a:gd name="T18" fmla="*/ 11363 w 473"/>
                <a:gd name="T19" fmla="*/ 12660 h 203"/>
                <a:gd name="T20" fmla="*/ 20439 w 473"/>
                <a:gd name="T21" fmla="*/ 10529 h 203"/>
                <a:gd name="T22" fmla="*/ 24944 w 473"/>
                <a:gd name="T23" fmla="*/ 10529 h 203"/>
                <a:gd name="T24" fmla="*/ 29449 w 473"/>
                <a:gd name="T25" fmla="*/ 8461 h 203"/>
                <a:gd name="T26" fmla="*/ 31735 w 473"/>
                <a:gd name="T27" fmla="*/ 6330 h 203"/>
                <a:gd name="T28" fmla="*/ 31735 w 473"/>
                <a:gd name="T29" fmla="*/ 4199 h 203"/>
                <a:gd name="T30" fmla="*/ 27230 w 473"/>
                <a:gd name="T31" fmla="*/ 0 h 20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3" h="203" extrusionOk="0">
                  <a:moveTo>
                    <a:pt x="405" y="0"/>
                  </a:moveTo>
                  <a:lnTo>
                    <a:pt x="337" y="34"/>
                  </a:lnTo>
                  <a:lnTo>
                    <a:pt x="270" y="34"/>
                  </a:lnTo>
                  <a:lnTo>
                    <a:pt x="102" y="67"/>
                  </a:lnTo>
                  <a:lnTo>
                    <a:pt x="68" y="67"/>
                  </a:lnTo>
                  <a:lnTo>
                    <a:pt x="1" y="101"/>
                  </a:lnTo>
                  <a:lnTo>
                    <a:pt x="1" y="135"/>
                  </a:lnTo>
                  <a:lnTo>
                    <a:pt x="1" y="168"/>
                  </a:lnTo>
                  <a:lnTo>
                    <a:pt x="68" y="168"/>
                  </a:lnTo>
                  <a:lnTo>
                    <a:pt x="169" y="202"/>
                  </a:lnTo>
                  <a:lnTo>
                    <a:pt x="304" y="168"/>
                  </a:lnTo>
                  <a:lnTo>
                    <a:pt x="371" y="168"/>
                  </a:lnTo>
                  <a:lnTo>
                    <a:pt x="438" y="135"/>
                  </a:lnTo>
                  <a:lnTo>
                    <a:pt x="472" y="101"/>
                  </a:lnTo>
                  <a:lnTo>
                    <a:pt x="472" y="67"/>
                  </a:lnTo>
                  <a:lnTo>
                    <a:pt x="40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0" name="Google Shape;187;p2"/>
            <p:cNvSpPr>
              <a:spLocks/>
            </p:cNvSpPr>
            <p:nvPr/>
          </p:nvSpPr>
          <p:spPr bwMode="auto">
            <a:xfrm>
              <a:off x="2250449" y="5830125"/>
              <a:ext cx="154241" cy="152679"/>
            </a:xfrm>
            <a:custGeom>
              <a:avLst/>
              <a:gdLst>
                <a:gd name="T0" fmla="*/ 129618 w 2324"/>
                <a:gd name="T1" fmla="*/ 0 h 2290"/>
                <a:gd name="T2" fmla="*/ 129618 w 2324"/>
                <a:gd name="T3" fmla="*/ 2267 h 2290"/>
                <a:gd name="T4" fmla="*/ 129618 w 2324"/>
                <a:gd name="T5" fmla="*/ 6734 h 2290"/>
                <a:gd name="T6" fmla="*/ 96102 w 2324"/>
                <a:gd name="T7" fmla="*/ 6734 h 2290"/>
                <a:gd name="T8" fmla="*/ 62586 w 2324"/>
                <a:gd name="T9" fmla="*/ 11268 h 2290"/>
                <a:gd name="T10" fmla="*/ 31326 w 2324"/>
                <a:gd name="T11" fmla="*/ 11268 h 2290"/>
                <a:gd name="T12" fmla="*/ 17920 w 2324"/>
                <a:gd name="T13" fmla="*/ 15735 h 2290"/>
                <a:gd name="T14" fmla="*/ 11216 w 2324"/>
                <a:gd name="T15" fmla="*/ 18001 h 2290"/>
                <a:gd name="T16" fmla="*/ 6770 w 2324"/>
                <a:gd name="T17" fmla="*/ 22468 h 2290"/>
                <a:gd name="T18" fmla="*/ 17920 w 2324"/>
                <a:gd name="T19" fmla="*/ 26936 h 2290"/>
                <a:gd name="T20" fmla="*/ 29070 w 2324"/>
                <a:gd name="T21" fmla="*/ 26936 h 2290"/>
                <a:gd name="T22" fmla="*/ 53692 w 2324"/>
                <a:gd name="T23" fmla="*/ 24735 h 2290"/>
                <a:gd name="T24" fmla="*/ 91655 w 2324"/>
                <a:gd name="T25" fmla="*/ 20202 h 2290"/>
                <a:gd name="T26" fmla="*/ 129618 w 2324"/>
                <a:gd name="T27" fmla="*/ 18001 h 2290"/>
                <a:gd name="T28" fmla="*/ 129618 w 2324"/>
                <a:gd name="T29" fmla="*/ 40403 h 2290"/>
                <a:gd name="T30" fmla="*/ 134131 w 2324"/>
                <a:gd name="T31" fmla="*/ 60605 h 2290"/>
                <a:gd name="T32" fmla="*/ 138578 w 2324"/>
                <a:gd name="T33" fmla="*/ 89807 h 2290"/>
                <a:gd name="T34" fmla="*/ 140835 w 2324"/>
                <a:gd name="T35" fmla="*/ 105542 h 2290"/>
                <a:gd name="T36" fmla="*/ 143025 w 2324"/>
                <a:gd name="T37" fmla="*/ 119010 h 2290"/>
                <a:gd name="T38" fmla="*/ 82695 w 2324"/>
                <a:gd name="T39" fmla="*/ 127944 h 2290"/>
                <a:gd name="T40" fmla="*/ 53692 w 2324"/>
                <a:gd name="T41" fmla="*/ 132477 h 2290"/>
                <a:gd name="T42" fmla="*/ 26879 w 2324"/>
                <a:gd name="T43" fmla="*/ 141411 h 2290"/>
                <a:gd name="T44" fmla="*/ 20176 w 2324"/>
                <a:gd name="T45" fmla="*/ 112276 h 2290"/>
                <a:gd name="T46" fmla="*/ 15663 w 2324"/>
                <a:gd name="T47" fmla="*/ 83073 h 2290"/>
                <a:gd name="T48" fmla="*/ 13473 w 2324"/>
                <a:gd name="T49" fmla="*/ 51671 h 2290"/>
                <a:gd name="T50" fmla="*/ 11216 w 2324"/>
                <a:gd name="T51" fmla="*/ 38203 h 2290"/>
                <a:gd name="T52" fmla="*/ 4513 w 2324"/>
                <a:gd name="T53" fmla="*/ 24735 h 2290"/>
                <a:gd name="T54" fmla="*/ 66 w 2324"/>
                <a:gd name="T55" fmla="*/ 33669 h 2290"/>
                <a:gd name="T56" fmla="*/ 66 w 2324"/>
                <a:gd name="T57" fmla="*/ 42670 h 2290"/>
                <a:gd name="T58" fmla="*/ 66 w 2324"/>
                <a:gd name="T59" fmla="*/ 62872 h 2290"/>
                <a:gd name="T60" fmla="*/ 6770 w 2324"/>
                <a:gd name="T61" fmla="*/ 105542 h 2290"/>
                <a:gd name="T62" fmla="*/ 6770 w 2324"/>
                <a:gd name="T63" fmla="*/ 116743 h 2290"/>
                <a:gd name="T64" fmla="*/ 8960 w 2324"/>
                <a:gd name="T65" fmla="*/ 132477 h 2290"/>
                <a:gd name="T66" fmla="*/ 11216 w 2324"/>
                <a:gd name="T67" fmla="*/ 139211 h 2290"/>
                <a:gd name="T68" fmla="*/ 13473 w 2324"/>
                <a:gd name="T69" fmla="*/ 145945 h 2290"/>
                <a:gd name="T70" fmla="*/ 17920 w 2324"/>
                <a:gd name="T71" fmla="*/ 150412 h 2290"/>
                <a:gd name="T72" fmla="*/ 24623 w 2324"/>
                <a:gd name="T73" fmla="*/ 152679 h 2290"/>
                <a:gd name="T74" fmla="*/ 26879 w 2324"/>
                <a:gd name="T75" fmla="*/ 150412 h 2290"/>
                <a:gd name="T76" fmla="*/ 26879 w 2324"/>
                <a:gd name="T77" fmla="*/ 148145 h 2290"/>
                <a:gd name="T78" fmla="*/ 55882 w 2324"/>
                <a:gd name="T79" fmla="*/ 148145 h 2290"/>
                <a:gd name="T80" fmla="*/ 87209 w 2324"/>
                <a:gd name="T81" fmla="*/ 143678 h 2290"/>
                <a:gd name="T82" fmla="*/ 145281 w 2324"/>
                <a:gd name="T83" fmla="*/ 132477 h 2290"/>
                <a:gd name="T84" fmla="*/ 147538 w 2324"/>
                <a:gd name="T85" fmla="*/ 130211 h 2290"/>
                <a:gd name="T86" fmla="*/ 151984 w 2324"/>
                <a:gd name="T87" fmla="*/ 132477 h 2290"/>
                <a:gd name="T88" fmla="*/ 154241 w 2324"/>
                <a:gd name="T89" fmla="*/ 130211 h 2290"/>
                <a:gd name="T90" fmla="*/ 154241 w 2324"/>
                <a:gd name="T91" fmla="*/ 114476 h 2290"/>
                <a:gd name="T92" fmla="*/ 151984 w 2324"/>
                <a:gd name="T93" fmla="*/ 98808 h 2290"/>
                <a:gd name="T94" fmla="*/ 147538 w 2324"/>
                <a:gd name="T95" fmla="*/ 69606 h 2290"/>
                <a:gd name="T96" fmla="*/ 143025 w 2324"/>
                <a:gd name="T97" fmla="*/ 35936 h 2290"/>
                <a:gd name="T98" fmla="*/ 138578 w 2324"/>
                <a:gd name="T99" fmla="*/ 18001 h 2290"/>
                <a:gd name="T100" fmla="*/ 134131 w 2324"/>
                <a:gd name="T101" fmla="*/ 0 h 2290"/>
                <a:gd name="T102" fmla="*/ 129618 w 2324"/>
                <a:gd name="T103" fmla="*/ 0 h 229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24" h="2290" extrusionOk="0">
                  <a:moveTo>
                    <a:pt x="1953" y="0"/>
                  </a:moveTo>
                  <a:lnTo>
                    <a:pt x="1953" y="34"/>
                  </a:lnTo>
                  <a:lnTo>
                    <a:pt x="1953" y="101"/>
                  </a:lnTo>
                  <a:lnTo>
                    <a:pt x="1448" y="101"/>
                  </a:lnTo>
                  <a:lnTo>
                    <a:pt x="943" y="169"/>
                  </a:lnTo>
                  <a:lnTo>
                    <a:pt x="472" y="169"/>
                  </a:lnTo>
                  <a:lnTo>
                    <a:pt x="270" y="236"/>
                  </a:lnTo>
                  <a:lnTo>
                    <a:pt x="169" y="270"/>
                  </a:lnTo>
                  <a:lnTo>
                    <a:pt x="102" y="337"/>
                  </a:lnTo>
                  <a:lnTo>
                    <a:pt x="270" y="404"/>
                  </a:lnTo>
                  <a:lnTo>
                    <a:pt x="438" y="404"/>
                  </a:lnTo>
                  <a:lnTo>
                    <a:pt x="809" y="371"/>
                  </a:lnTo>
                  <a:lnTo>
                    <a:pt x="1381" y="303"/>
                  </a:lnTo>
                  <a:lnTo>
                    <a:pt x="1953" y="270"/>
                  </a:lnTo>
                  <a:lnTo>
                    <a:pt x="1953" y="606"/>
                  </a:lnTo>
                  <a:lnTo>
                    <a:pt x="2021" y="909"/>
                  </a:lnTo>
                  <a:lnTo>
                    <a:pt x="2088" y="1347"/>
                  </a:lnTo>
                  <a:lnTo>
                    <a:pt x="2122" y="1583"/>
                  </a:lnTo>
                  <a:lnTo>
                    <a:pt x="2155" y="1785"/>
                  </a:lnTo>
                  <a:lnTo>
                    <a:pt x="1246" y="1919"/>
                  </a:lnTo>
                  <a:lnTo>
                    <a:pt x="809" y="1987"/>
                  </a:lnTo>
                  <a:lnTo>
                    <a:pt x="405" y="2121"/>
                  </a:lnTo>
                  <a:lnTo>
                    <a:pt x="304" y="1684"/>
                  </a:lnTo>
                  <a:lnTo>
                    <a:pt x="236" y="1246"/>
                  </a:lnTo>
                  <a:lnTo>
                    <a:pt x="203" y="775"/>
                  </a:lnTo>
                  <a:lnTo>
                    <a:pt x="169" y="573"/>
                  </a:lnTo>
                  <a:lnTo>
                    <a:pt x="68" y="371"/>
                  </a:lnTo>
                  <a:lnTo>
                    <a:pt x="1" y="505"/>
                  </a:lnTo>
                  <a:lnTo>
                    <a:pt x="1" y="640"/>
                  </a:lnTo>
                  <a:lnTo>
                    <a:pt x="1" y="943"/>
                  </a:lnTo>
                  <a:lnTo>
                    <a:pt x="102" y="1583"/>
                  </a:lnTo>
                  <a:lnTo>
                    <a:pt x="102" y="1751"/>
                  </a:lnTo>
                  <a:lnTo>
                    <a:pt x="135" y="1987"/>
                  </a:lnTo>
                  <a:lnTo>
                    <a:pt x="169" y="2088"/>
                  </a:lnTo>
                  <a:lnTo>
                    <a:pt x="203" y="2189"/>
                  </a:lnTo>
                  <a:lnTo>
                    <a:pt x="270" y="2256"/>
                  </a:lnTo>
                  <a:lnTo>
                    <a:pt x="371" y="2290"/>
                  </a:lnTo>
                  <a:lnTo>
                    <a:pt x="405" y="2256"/>
                  </a:lnTo>
                  <a:lnTo>
                    <a:pt x="405" y="2222"/>
                  </a:lnTo>
                  <a:lnTo>
                    <a:pt x="842" y="2222"/>
                  </a:lnTo>
                  <a:lnTo>
                    <a:pt x="1314" y="2155"/>
                  </a:lnTo>
                  <a:lnTo>
                    <a:pt x="2189" y="1987"/>
                  </a:lnTo>
                  <a:lnTo>
                    <a:pt x="2223" y="1953"/>
                  </a:lnTo>
                  <a:lnTo>
                    <a:pt x="2290" y="1987"/>
                  </a:lnTo>
                  <a:lnTo>
                    <a:pt x="2324" y="1953"/>
                  </a:lnTo>
                  <a:lnTo>
                    <a:pt x="2324" y="1717"/>
                  </a:lnTo>
                  <a:lnTo>
                    <a:pt x="2290" y="1482"/>
                  </a:lnTo>
                  <a:lnTo>
                    <a:pt x="2223" y="1044"/>
                  </a:lnTo>
                  <a:lnTo>
                    <a:pt x="2155" y="539"/>
                  </a:lnTo>
                  <a:lnTo>
                    <a:pt x="2088" y="270"/>
                  </a:lnTo>
                  <a:lnTo>
                    <a:pt x="2021" y="0"/>
                  </a:lnTo>
                  <a:lnTo>
                    <a:pt x="195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1" name="Google Shape;188;p2"/>
            <p:cNvSpPr>
              <a:spLocks/>
            </p:cNvSpPr>
            <p:nvPr/>
          </p:nvSpPr>
          <p:spPr bwMode="auto">
            <a:xfrm>
              <a:off x="2314053" y="5895331"/>
              <a:ext cx="34983" cy="42941"/>
            </a:xfrm>
            <a:custGeom>
              <a:avLst/>
              <a:gdLst>
                <a:gd name="T0" fmla="*/ 0 w 540"/>
                <a:gd name="T1" fmla="*/ 67 h 641"/>
                <a:gd name="T2" fmla="*/ 0 w 540"/>
                <a:gd name="T3" fmla="*/ 18087 h 641"/>
                <a:gd name="T4" fmla="*/ 2203 w 540"/>
                <a:gd name="T5" fmla="*/ 33897 h 641"/>
                <a:gd name="T6" fmla="*/ 2203 w 540"/>
                <a:gd name="T7" fmla="*/ 36108 h 641"/>
                <a:gd name="T8" fmla="*/ 4405 w 540"/>
                <a:gd name="T9" fmla="*/ 36108 h 641"/>
                <a:gd name="T10" fmla="*/ 2203 w 540"/>
                <a:gd name="T11" fmla="*/ 38386 h 641"/>
                <a:gd name="T12" fmla="*/ 2203 w 540"/>
                <a:gd name="T13" fmla="*/ 40663 h 641"/>
                <a:gd name="T14" fmla="*/ 10948 w 540"/>
                <a:gd name="T15" fmla="*/ 42874 h 641"/>
                <a:gd name="T16" fmla="*/ 19629 w 540"/>
                <a:gd name="T17" fmla="*/ 40663 h 641"/>
                <a:gd name="T18" fmla="*/ 28375 w 540"/>
                <a:gd name="T19" fmla="*/ 38386 h 641"/>
                <a:gd name="T20" fmla="*/ 32716 w 540"/>
                <a:gd name="T21" fmla="*/ 36108 h 641"/>
                <a:gd name="T22" fmla="*/ 34918 w 540"/>
                <a:gd name="T23" fmla="*/ 33897 h 641"/>
                <a:gd name="T24" fmla="*/ 34918 w 540"/>
                <a:gd name="T25" fmla="*/ 31620 h 641"/>
                <a:gd name="T26" fmla="*/ 34918 w 540"/>
                <a:gd name="T27" fmla="*/ 29342 h 641"/>
                <a:gd name="T28" fmla="*/ 26172 w 540"/>
                <a:gd name="T29" fmla="*/ 29342 h 641"/>
                <a:gd name="T30" fmla="*/ 19629 w 540"/>
                <a:gd name="T31" fmla="*/ 31620 h 641"/>
                <a:gd name="T32" fmla="*/ 8746 w 540"/>
                <a:gd name="T33" fmla="*/ 36108 h 641"/>
                <a:gd name="T34" fmla="*/ 10948 w 540"/>
                <a:gd name="T35" fmla="*/ 33897 h 641"/>
                <a:gd name="T36" fmla="*/ 8746 w 540"/>
                <a:gd name="T37" fmla="*/ 20365 h 641"/>
                <a:gd name="T38" fmla="*/ 21832 w 540"/>
                <a:gd name="T39" fmla="*/ 20365 h 641"/>
                <a:gd name="T40" fmla="*/ 24035 w 540"/>
                <a:gd name="T41" fmla="*/ 18087 h 641"/>
                <a:gd name="T42" fmla="*/ 26172 w 540"/>
                <a:gd name="T43" fmla="*/ 15810 h 641"/>
                <a:gd name="T44" fmla="*/ 26172 w 540"/>
                <a:gd name="T45" fmla="*/ 11321 h 641"/>
                <a:gd name="T46" fmla="*/ 24035 w 540"/>
                <a:gd name="T47" fmla="*/ 9044 h 641"/>
                <a:gd name="T48" fmla="*/ 19629 w 540"/>
                <a:gd name="T49" fmla="*/ 9044 h 641"/>
                <a:gd name="T50" fmla="*/ 13086 w 540"/>
                <a:gd name="T51" fmla="*/ 11321 h 641"/>
                <a:gd name="T52" fmla="*/ 10948 w 540"/>
                <a:gd name="T53" fmla="*/ 11321 h 641"/>
                <a:gd name="T54" fmla="*/ 6543 w 540"/>
                <a:gd name="T55" fmla="*/ 13599 h 641"/>
                <a:gd name="T56" fmla="*/ 4405 w 540"/>
                <a:gd name="T57" fmla="*/ 67 h 641"/>
                <a:gd name="T58" fmla="*/ 0 w 540"/>
                <a:gd name="T59" fmla="*/ 67 h 6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540" h="641" extrusionOk="0">
                  <a:moveTo>
                    <a:pt x="0" y="1"/>
                  </a:moveTo>
                  <a:lnTo>
                    <a:pt x="0" y="270"/>
                  </a:lnTo>
                  <a:lnTo>
                    <a:pt x="34" y="506"/>
                  </a:lnTo>
                  <a:lnTo>
                    <a:pt x="34" y="539"/>
                  </a:lnTo>
                  <a:lnTo>
                    <a:pt x="68" y="539"/>
                  </a:lnTo>
                  <a:lnTo>
                    <a:pt x="34" y="573"/>
                  </a:lnTo>
                  <a:lnTo>
                    <a:pt x="34" y="607"/>
                  </a:lnTo>
                  <a:lnTo>
                    <a:pt x="169" y="640"/>
                  </a:lnTo>
                  <a:lnTo>
                    <a:pt x="303" y="607"/>
                  </a:lnTo>
                  <a:lnTo>
                    <a:pt x="438" y="573"/>
                  </a:lnTo>
                  <a:lnTo>
                    <a:pt x="505" y="539"/>
                  </a:lnTo>
                  <a:lnTo>
                    <a:pt x="539" y="506"/>
                  </a:lnTo>
                  <a:lnTo>
                    <a:pt x="539" y="472"/>
                  </a:lnTo>
                  <a:lnTo>
                    <a:pt x="539" y="438"/>
                  </a:lnTo>
                  <a:lnTo>
                    <a:pt x="404" y="438"/>
                  </a:lnTo>
                  <a:lnTo>
                    <a:pt x="303" y="472"/>
                  </a:lnTo>
                  <a:lnTo>
                    <a:pt x="135" y="539"/>
                  </a:lnTo>
                  <a:lnTo>
                    <a:pt x="169" y="506"/>
                  </a:lnTo>
                  <a:lnTo>
                    <a:pt x="135" y="304"/>
                  </a:lnTo>
                  <a:lnTo>
                    <a:pt x="337" y="304"/>
                  </a:lnTo>
                  <a:lnTo>
                    <a:pt x="371" y="270"/>
                  </a:lnTo>
                  <a:lnTo>
                    <a:pt x="404" y="236"/>
                  </a:lnTo>
                  <a:lnTo>
                    <a:pt x="404" y="169"/>
                  </a:lnTo>
                  <a:lnTo>
                    <a:pt x="371" y="135"/>
                  </a:lnTo>
                  <a:lnTo>
                    <a:pt x="303" y="135"/>
                  </a:lnTo>
                  <a:lnTo>
                    <a:pt x="202" y="169"/>
                  </a:lnTo>
                  <a:lnTo>
                    <a:pt x="169" y="169"/>
                  </a:lnTo>
                  <a:lnTo>
                    <a:pt x="101" y="203"/>
                  </a:lnTo>
                  <a:lnTo>
                    <a:pt x="68" y="1"/>
                  </a:lnTo>
                  <a:lnTo>
                    <a:pt x="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2" name="Google Shape;189;p2"/>
            <p:cNvSpPr>
              <a:spLocks/>
            </p:cNvSpPr>
            <p:nvPr/>
          </p:nvSpPr>
          <p:spPr bwMode="auto">
            <a:xfrm>
              <a:off x="2067584" y="6334283"/>
              <a:ext cx="155832" cy="170174"/>
            </a:xfrm>
            <a:custGeom>
              <a:avLst/>
              <a:gdLst>
                <a:gd name="T0" fmla="*/ 124639 w 2358"/>
                <a:gd name="T1" fmla="*/ 13494 h 2560"/>
                <a:gd name="T2" fmla="*/ 129133 w 2358"/>
                <a:gd name="T3" fmla="*/ 38090 h 2560"/>
                <a:gd name="T4" fmla="*/ 133561 w 2358"/>
                <a:gd name="T5" fmla="*/ 62685 h 2560"/>
                <a:gd name="T6" fmla="*/ 137989 w 2358"/>
                <a:gd name="T7" fmla="*/ 102969 h 2560"/>
                <a:gd name="T8" fmla="*/ 144663 w 2358"/>
                <a:gd name="T9" fmla="*/ 143252 h 2560"/>
                <a:gd name="T10" fmla="*/ 131314 w 2358"/>
                <a:gd name="T11" fmla="*/ 143252 h 2560"/>
                <a:gd name="T12" fmla="*/ 120211 w 2358"/>
                <a:gd name="T13" fmla="*/ 145512 h 2560"/>
                <a:gd name="T14" fmla="*/ 95759 w 2358"/>
                <a:gd name="T15" fmla="*/ 147772 h 2560"/>
                <a:gd name="T16" fmla="*/ 64567 w 2358"/>
                <a:gd name="T17" fmla="*/ 152226 h 2560"/>
                <a:gd name="T18" fmla="*/ 49036 w 2358"/>
                <a:gd name="T19" fmla="*/ 156680 h 2560"/>
                <a:gd name="T20" fmla="*/ 35687 w 2358"/>
                <a:gd name="T21" fmla="*/ 161200 h 2560"/>
                <a:gd name="T22" fmla="*/ 26765 w 2358"/>
                <a:gd name="T23" fmla="*/ 118656 h 2560"/>
                <a:gd name="T24" fmla="*/ 17843 w 2358"/>
                <a:gd name="T25" fmla="*/ 78373 h 2560"/>
                <a:gd name="T26" fmla="*/ 13416 w 2358"/>
                <a:gd name="T27" fmla="*/ 53778 h 2560"/>
                <a:gd name="T28" fmla="*/ 6741 w 2358"/>
                <a:gd name="T29" fmla="*/ 29116 h 2560"/>
                <a:gd name="T30" fmla="*/ 66813 w 2358"/>
                <a:gd name="T31" fmla="*/ 22402 h 2560"/>
                <a:gd name="T32" fmla="*/ 124639 w 2358"/>
                <a:gd name="T33" fmla="*/ 13494 h 2560"/>
                <a:gd name="T34" fmla="*/ 124639 w 2358"/>
                <a:gd name="T35" fmla="*/ 66 h 2560"/>
                <a:gd name="T36" fmla="*/ 64567 w 2358"/>
                <a:gd name="T37" fmla="*/ 8974 h 2560"/>
                <a:gd name="T38" fmla="*/ 4494 w 2358"/>
                <a:gd name="T39" fmla="*/ 17948 h 2560"/>
                <a:gd name="T40" fmla="*/ 66 w 2358"/>
                <a:gd name="T41" fmla="*/ 20208 h 2560"/>
                <a:gd name="T42" fmla="*/ 66 w 2358"/>
                <a:gd name="T43" fmla="*/ 24662 h 2560"/>
                <a:gd name="T44" fmla="*/ 66 w 2358"/>
                <a:gd name="T45" fmla="*/ 38090 h 2560"/>
                <a:gd name="T46" fmla="*/ 66 w 2358"/>
                <a:gd name="T47" fmla="*/ 51518 h 2560"/>
                <a:gd name="T48" fmla="*/ 4494 w 2358"/>
                <a:gd name="T49" fmla="*/ 80633 h 2560"/>
                <a:gd name="T50" fmla="*/ 13416 w 2358"/>
                <a:gd name="T51" fmla="*/ 125370 h 2560"/>
                <a:gd name="T52" fmla="*/ 20090 w 2358"/>
                <a:gd name="T53" fmla="*/ 147772 h 2560"/>
                <a:gd name="T54" fmla="*/ 26765 w 2358"/>
                <a:gd name="T55" fmla="*/ 167914 h 2560"/>
                <a:gd name="T56" fmla="*/ 29012 w 2358"/>
                <a:gd name="T57" fmla="*/ 170108 h 2560"/>
                <a:gd name="T58" fmla="*/ 33440 w 2358"/>
                <a:gd name="T59" fmla="*/ 167914 h 2560"/>
                <a:gd name="T60" fmla="*/ 33440 w 2358"/>
                <a:gd name="T61" fmla="*/ 170108 h 2560"/>
                <a:gd name="T62" fmla="*/ 49036 w 2358"/>
                <a:gd name="T63" fmla="*/ 170108 h 2560"/>
                <a:gd name="T64" fmla="*/ 62386 w 2358"/>
                <a:gd name="T65" fmla="*/ 167914 h 2560"/>
                <a:gd name="T66" fmla="*/ 89085 w 2358"/>
                <a:gd name="T67" fmla="*/ 163394 h 2560"/>
                <a:gd name="T68" fmla="*/ 117964 w 2358"/>
                <a:gd name="T69" fmla="*/ 158940 h 2560"/>
                <a:gd name="T70" fmla="*/ 133561 w 2358"/>
                <a:gd name="T71" fmla="*/ 156680 h 2560"/>
                <a:gd name="T72" fmla="*/ 146910 w 2358"/>
                <a:gd name="T73" fmla="*/ 154486 h 2560"/>
                <a:gd name="T74" fmla="*/ 151338 w 2358"/>
                <a:gd name="T75" fmla="*/ 154486 h 2560"/>
                <a:gd name="T76" fmla="*/ 153585 w 2358"/>
                <a:gd name="T77" fmla="*/ 152226 h 2560"/>
                <a:gd name="T78" fmla="*/ 155832 w 2358"/>
                <a:gd name="T79" fmla="*/ 149966 h 2560"/>
                <a:gd name="T80" fmla="*/ 155832 w 2358"/>
                <a:gd name="T81" fmla="*/ 132084 h 2560"/>
                <a:gd name="T82" fmla="*/ 153585 w 2358"/>
                <a:gd name="T83" fmla="*/ 109682 h 2560"/>
                <a:gd name="T84" fmla="*/ 146910 w 2358"/>
                <a:gd name="T85" fmla="*/ 69399 h 2560"/>
                <a:gd name="T86" fmla="*/ 140236 w 2358"/>
                <a:gd name="T87" fmla="*/ 35830 h 2560"/>
                <a:gd name="T88" fmla="*/ 137989 w 2358"/>
                <a:gd name="T89" fmla="*/ 20208 h 2560"/>
                <a:gd name="T90" fmla="*/ 131314 w 2358"/>
                <a:gd name="T91" fmla="*/ 2260 h 2560"/>
                <a:gd name="T92" fmla="*/ 129133 w 2358"/>
                <a:gd name="T93" fmla="*/ 2260 h 2560"/>
                <a:gd name="T94" fmla="*/ 124639 w 2358"/>
                <a:gd name="T95" fmla="*/ 66 h 25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58" h="2560" extrusionOk="0">
                  <a:moveTo>
                    <a:pt x="1886" y="203"/>
                  </a:moveTo>
                  <a:lnTo>
                    <a:pt x="1954" y="573"/>
                  </a:lnTo>
                  <a:lnTo>
                    <a:pt x="2021" y="943"/>
                  </a:lnTo>
                  <a:lnTo>
                    <a:pt x="2088" y="1549"/>
                  </a:lnTo>
                  <a:lnTo>
                    <a:pt x="2189" y="2155"/>
                  </a:lnTo>
                  <a:lnTo>
                    <a:pt x="1987" y="2155"/>
                  </a:lnTo>
                  <a:lnTo>
                    <a:pt x="1819" y="2189"/>
                  </a:lnTo>
                  <a:lnTo>
                    <a:pt x="1449" y="2223"/>
                  </a:lnTo>
                  <a:lnTo>
                    <a:pt x="977" y="2290"/>
                  </a:lnTo>
                  <a:lnTo>
                    <a:pt x="742" y="2357"/>
                  </a:lnTo>
                  <a:lnTo>
                    <a:pt x="540" y="2425"/>
                  </a:lnTo>
                  <a:lnTo>
                    <a:pt x="405" y="1785"/>
                  </a:lnTo>
                  <a:lnTo>
                    <a:pt x="270" y="1179"/>
                  </a:lnTo>
                  <a:lnTo>
                    <a:pt x="203" y="809"/>
                  </a:lnTo>
                  <a:lnTo>
                    <a:pt x="102" y="438"/>
                  </a:lnTo>
                  <a:lnTo>
                    <a:pt x="1011" y="337"/>
                  </a:lnTo>
                  <a:lnTo>
                    <a:pt x="1886" y="203"/>
                  </a:lnTo>
                  <a:close/>
                  <a:moveTo>
                    <a:pt x="1886" y="1"/>
                  </a:moveTo>
                  <a:lnTo>
                    <a:pt x="977" y="135"/>
                  </a:lnTo>
                  <a:lnTo>
                    <a:pt x="68" y="270"/>
                  </a:lnTo>
                  <a:lnTo>
                    <a:pt x="1" y="304"/>
                  </a:lnTo>
                  <a:lnTo>
                    <a:pt x="1" y="371"/>
                  </a:lnTo>
                  <a:lnTo>
                    <a:pt x="1" y="573"/>
                  </a:lnTo>
                  <a:lnTo>
                    <a:pt x="1" y="775"/>
                  </a:lnTo>
                  <a:lnTo>
                    <a:pt x="68" y="1213"/>
                  </a:lnTo>
                  <a:lnTo>
                    <a:pt x="203" y="1886"/>
                  </a:lnTo>
                  <a:lnTo>
                    <a:pt x="304" y="2223"/>
                  </a:lnTo>
                  <a:lnTo>
                    <a:pt x="405" y="2526"/>
                  </a:lnTo>
                  <a:lnTo>
                    <a:pt x="439" y="2559"/>
                  </a:lnTo>
                  <a:lnTo>
                    <a:pt x="506" y="2526"/>
                  </a:lnTo>
                  <a:lnTo>
                    <a:pt x="506" y="2559"/>
                  </a:lnTo>
                  <a:lnTo>
                    <a:pt x="742" y="2559"/>
                  </a:lnTo>
                  <a:lnTo>
                    <a:pt x="944" y="2526"/>
                  </a:lnTo>
                  <a:lnTo>
                    <a:pt x="1348" y="2458"/>
                  </a:lnTo>
                  <a:lnTo>
                    <a:pt x="1785" y="2391"/>
                  </a:lnTo>
                  <a:lnTo>
                    <a:pt x="2021" y="2357"/>
                  </a:lnTo>
                  <a:lnTo>
                    <a:pt x="2223" y="2324"/>
                  </a:lnTo>
                  <a:lnTo>
                    <a:pt x="2290" y="2324"/>
                  </a:lnTo>
                  <a:lnTo>
                    <a:pt x="2324" y="2290"/>
                  </a:lnTo>
                  <a:lnTo>
                    <a:pt x="2358" y="2256"/>
                  </a:lnTo>
                  <a:lnTo>
                    <a:pt x="2358" y="1987"/>
                  </a:lnTo>
                  <a:lnTo>
                    <a:pt x="2324" y="1650"/>
                  </a:lnTo>
                  <a:lnTo>
                    <a:pt x="2223" y="1044"/>
                  </a:lnTo>
                  <a:lnTo>
                    <a:pt x="2122" y="539"/>
                  </a:lnTo>
                  <a:lnTo>
                    <a:pt x="2088" y="304"/>
                  </a:lnTo>
                  <a:lnTo>
                    <a:pt x="1987" y="34"/>
                  </a:lnTo>
                  <a:lnTo>
                    <a:pt x="1954" y="34"/>
                  </a:lnTo>
                  <a:lnTo>
                    <a:pt x="188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3" name="Google Shape;190;p2"/>
            <p:cNvSpPr>
              <a:spLocks/>
            </p:cNvSpPr>
            <p:nvPr/>
          </p:nvSpPr>
          <p:spPr bwMode="auto">
            <a:xfrm>
              <a:off x="3530495" y="5950996"/>
              <a:ext cx="151062" cy="168583"/>
            </a:xfrm>
            <a:custGeom>
              <a:avLst/>
              <a:gdLst>
                <a:gd name="T0" fmla="*/ 128841 w 2291"/>
                <a:gd name="T1" fmla="*/ 13481 h 2526"/>
                <a:gd name="T2" fmla="*/ 128841 w 2291"/>
                <a:gd name="T3" fmla="*/ 42713 h 2526"/>
                <a:gd name="T4" fmla="*/ 131017 w 2291"/>
                <a:gd name="T5" fmla="*/ 74147 h 2526"/>
                <a:gd name="T6" fmla="*/ 135501 w 2291"/>
                <a:gd name="T7" fmla="*/ 105648 h 2526"/>
                <a:gd name="T8" fmla="*/ 142160 w 2291"/>
                <a:gd name="T9" fmla="*/ 134880 h 2526"/>
                <a:gd name="T10" fmla="*/ 142160 w 2291"/>
                <a:gd name="T11" fmla="*/ 137082 h 2526"/>
                <a:gd name="T12" fmla="*/ 115522 w 2291"/>
                <a:gd name="T13" fmla="*/ 139351 h 2526"/>
                <a:gd name="T14" fmla="*/ 88883 w 2291"/>
                <a:gd name="T15" fmla="*/ 143823 h 2526"/>
                <a:gd name="T16" fmla="*/ 60003 w 2291"/>
                <a:gd name="T17" fmla="*/ 146092 h 2526"/>
                <a:gd name="T18" fmla="*/ 33364 w 2291"/>
                <a:gd name="T19" fmla="*/ 148361 h 2526"/>
                <a:gd name="T20" fmla="*/ 20045 w 2291"/>
                <a:gd name="T21" fmla="*/ 89898 h 2526"/>
                <a:gd name="T22" fmla="*/ 8967 w 2291"/>
                <a:gd name="T23" fmla="*/ 26963 h 2526"/>
                <a:gd name="T24" fmla="*/ 40024 w 2291"/>
                <a:gd name="T25" fmla="*/ 26963 h 2526"/>
                <a:gd name="T26" fmla="*/ 68904 w 2291"/>
                <a:gd name="T27" fmla="*/ 24760 h 2526"/>
                <a:gd name="T28" fmla="*/ 128841 w 2291"/>
                <a:gd name="T29" fmla="*/ 13481 h 2526"/>
                <a:gd name="T30" fmla="*/ 128841 w 2291"/>
                <a:gd name="T31" fmla="*/ 0 h 2526"/>
                <a:gd name="T32" fmla="*/ 66662 w 2291"/>
                <a:gd name="T33" fmla="*/ 9010 h 2526"/>
                <a:gd name="T34" fmla="*/ 37782 w 2291"/>
                <a:gd name="T35" fmla="*/ 13481 h 2526"/>
                <a:gd name="T36" fmla="*/ 6726 w 2291"/>
                <a:gd name="T37" fmla="*/ 20222 h 2526"/>
                <a:gd name="T38" fmla="*/ 4484 w 2291"/>
                <a:gd name="T39" fmla="*/ 20222 h 2526"/>
                <a:gd name="T40" fmla="*/ 2308 w 2291"/>
                <a:gd name="T41" fmla="*/ 24760 h 2526"/>
                <a:gd name="T42" fmla="*/ 66 w 2291"/>
                <a:gd name="T43" fmla="*/ 24760 h 2526"/>
                <a:gd name="T44" fmla="*/ 66 w 2291"/>
                <a:gd name="T45" fmla="*/ 26963 h 2526"/>
                <a:gd name="T46" fmla="*/ 2308 w 2291"/>
                <a:gd name="T47" fmla="*/ 62935 h 2526"/>
                <a:gd name="T48" fmla="*/ 6726 w 2291"/>
                <a:gd name="T49" fmla="*/ 96638 h 2526"/>
                <a:gd name="T50" fmla="*/ 15627 w 2291"/>
                <a:gd name="T51" fmla="*/ 132611 h 2526"/>
                <a:gd name="T52" fmla="*/ 24463 w 2291"/>
                <a:gd name="T53" fmla="*/ 164045 h 2526"/>
                <a:gd name="T54" fmla="*/ 26705 w 2291"/>
                <a:gd name="T55" fmla="*/ 168583 h 2526"/>
                <a:gd name="T56" fmla="*/ 31122 w 2291"/>
                <a:gd name="T57" fmla="*/ 168583 h 2526"/>
                <a:gd name="T58" fmla="*/ 35606 w 2291"/>
                <a:gd name="T59" fmla="*/ 166314 h 2526"/>
                <a:gd name="T60" fmla="*/ 35606 w 2291"/>
                <a:gd name="T61" fmla="*/ 161842 h 2526"/>
                <a:gd name="T62" fmla="*/ 35606 w 2291"/>
                <a:gd name="T63" fmla="*/ 157304 h 2526"/>
                <a:gd name="T64" fmla="*/ 62245 w 2291"/>
                <a:gd name="T65" fmla="*/ 159573 h 2526"/>
                <a:gd name="T66" fmla="*/ 91059 w 2291"/>
                <a:gd name="T67" fmla="*/ 157304 h 2526"/>
                <a:gd name="T68" fmla="*/ 117698 w 2291"/>
                <a:gd name="T69" fmla="*/ 152833 h 2526"/>
                <a:gd name="T70" fmla="*/ 142160 w 2291"/>
                <a:gd name="T71" fmla="*/ 146092 h 2526"/>
                <a:gd name="T72" fmla="*/ 144336 w 2291"/>
                <a:gd name="T73" fmla="*/ 141620 h 2526"/>
                <a:gd name="T74" fmla="*/ 144336 w 2291"/>
                <a:gd name="T75" fmla="*/ 139351 h 2526"/>
                <a:gd name="T76" fmla="*/ 148820 w 2291"/>
                <a:gd name="T77" fmla="*/ 137082 h 2526"/>
                <a:gd name="T78" fmla="*/ 150996 w 2291"/>
                <a:gd name="T79" fmla="*/ 137082 h 2526"/>
                <a:gd name="T80" fmla="*/ 150996 w 2291"/>
                <a:gd name="T81" fmla="*/ 132611 h 2526"/>
                <a:gd name="T82" fmla="*/ 148820 w 2291"/>
                <a:gd name="T83" fmla="*/ 103379 h 2526"/>
                <a:gd name="T84" fmla="*/ 144336 w 2291"/>
                <a:gd name="T85" fmla="*/ 71945 h 2526"/>
                <a:gd name="T86" fmla="*/ 139919 w 2291"/>
                <a:gd name="T87" fmla="*/ 40444 h 2526"/>
                <a:gd name="T88" fmla="*/ 133259 w 2291"/>
                <a:gd name="T89" fmla="*/ 11279 h 2526"/>
                <a:gd name="T90" fmla="*/ 135501 w 2291"/>
                <a:gd name="T91" fmla="*/ 6741 h 2526"/>
                <a:gd name="T92" fmla="*/ 135501 w 2291"/>
                <a:gd name="T93" fmla="*/ 4538 h 2526"/>
                <a:gd name="T94" fmla="*/ 133259 w 2291"/>
                <a:gd name="T95" fmla="*/ 2269 h 2526"/>
                <a:gd name="T96" fmla="*/ 128841 w 2291"/>
                <a:gd name="T97" fmla="*/ 0 h 252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291" h="2526" extrusionOk="0">
                  <a:moveTo>
                    <a:pt x="1954" y="202"/>
                  </a:moveTo>
                  <a:lnTo>
                    <a:pt x="1954" y="640"/>
                  </a:lnTo>
                  <a:lnTo>
                    <a:pt x="1987" y="1111"/>
                  </a:lnTo>
                  <a:lnTo>
                    <a:pt x="2055" y="1583"/>
                  </a:lnTo>
                  <a:lnTo>
                    <a:pt x="2156" y="2021"/>
                  </a:lnTo>
                  <a:lnTo>
                    <a:pt x="2156" y="2054"/>
                  </a:lnTo>
                  <a:lnTo>
                    <a:pt x="1752" y="2088"/>
                  </a:lnTo>
                  <a:lnTo>
                    <a:pt x="1348" y="2155"/>
                  </a:lnTo>
                  <a:lnTo>
                    <a:pt x="910" y="2189"/>
                  </a:lnTo>
                  <a:lnTo>
                    <a:pt x="506" y="2223"/>
                  </a:lnTo>
                  <a:lnTo>
                    <a:pt x="304" y="1347"/>
                  </a:lnTo>
                  <a:lnTo>
                    <a:pt x="136" y="404"/>
                  </a:lnTo>
                  <a:lnTo>
                    <a:pt x="607" y="404"/>
                  </a:lnTo>
                  <a:lnTo>
                    <a:pt x="1045" y="371"/>
                  </a:lnTo>
                  <a:lnTo>
                    <a:pt x="1954" y="202"/>
                  </a:lnTo>
                  <a:close/>
                  <a:moveTo>
                    <a:pt x="1954" y="0"/>
                  </a:moveTo>
                  <a:lnTo>
                    <a:pt x="1011" y="135"/>
                  </a:lnTo>
                  <a:lnTo>
                    <a:pt x="573" y="202"/>
                  </a:lnTo>
                  <a:lnTo>
                    <a:pt x="102" y="303"/>
                  </a:lnTo>
                  <a:lnTo>
                    <a:pt x="68" y="303"/>
                  </a:lnTo>
                  <a:lnTo>
                    <a:pt x="35" y="371"/>
                  </a:lnTo>
                  <a:lnTo>
                    <a:pt x="1" y="371"/>
                  </a:lnTo>
                  <a:lnTo>
                    <a:pt x="1" y="404"/>
                  </a:lnTo>
                  <a:lnTo>
                    <a:pt x="35" y="943"/>
                  </a:lnTo>
                  <a:lnTo>
                    <a:pt x="102" y="1448"/>
                  </a:lnTo>
                  <a:lnTo>
                    <a:pt x="237" y="1987"/>
                  </a:lnTo>
                  <a:lnTo>
                    <a:pt x="371" y="2458"/>
                  </a:lnTo>
                  <a:lnTo>
                    <a:pt x="405" y="2526"/>
                  </a:lnTo>
                  <a:lnTo>
                    <a:pt x="472" y="2526"/>
                  </a:lnTo>
                  <a:lnTo>
                    <a:pt x="540" y="2492"/>
                  </a:lnTo>
                  <a:lnTo>
                    <a:pt x="540" y="2425"/>
                  </a:lnTo>
                  <a:lnTo>
                    <a:pt x="540" y="2357"/>
                  </a:lnTo>
                  <a:lnTo>
                    <a:pt x="944" y="2391"/>
                  </a:lnTo>
                  <a:lnTo>
                    <a:pt x="1381" y="2357"/>
                  </a:lnTo>
                  <a:lnTo>
                    <a:pt x="1785" y="2290"/>
                  </a:lnTo>
                  <a:lnTo>
                    <a:pt x="2156" y="2189"/>
                  </a:lnTo>
                  <a:lnTo>
                    <a:pt x="2189" y="2122"/>
                  </a:lnTo>
                  <a:lnTo>
                    <a:pt x="2189" y="2088"/>
                  </a:lnTo>
                  <a:lnTo>
                    <a:pt x="2257" y="2054"/>
                  </a:lnTo>
                  <a:lnTo>
                    <a:pt x="2290" y="2054"/>
                  </a:lnTo>
                  <a:lnTo>
                    <a:pt x="2290" y="1987"/>
                  </a:lnTo>
                  <a:lnTo>
                    <a:pt x="2257" y="1549"/>
                  </a:lnTo>
                  <a:lnTo>
                    <a:pt x="2189" y="1078"/>
                  </a:lnTo>
                  <a:lnTo>
                    <a:pt x="2122" y="606"/>
                  </a:lnTo>
                  <a:lnTo>
                    <a:pt x="2021" y="169"/>
                  </a:lnTo>
                  <a:lnTo>
                    <a:pt x="2055" y="101"/>
                  </a:lnTo>
                  <a:lnTo>
                    <a:pt x="2055" y="68"/>
                  </a:lnTo>
                  <a:lnTo>
                    <a:pt x="2021" y="34"/>
                  </a:lnTo>
                  <a:lnTo>
                    <a:pt x="195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4" name="Google Shape;191;p2"/>
            <p:cNvSpPr>
              <a:spLocks/>
            </p:cNvSpPr>
            <p:nvPr/>
          </p:nvSpPr>
          <p:spPr bwMode="auto">
            <a:xfrm>
              <a:off x="3423958" y="6125941"/>
              <a:ext cx="162192" cy="186077"/>
            </a:xfrm>
            <a:custGeom>
              <a:avLst/>
              <a:gdLst>
                <a:gd name="T0" fmla="*/ 135171 w 2425"/>
                <a:gd name="T1" fmla="*/ 67 h 2795"/>
                <a:gd name="T2" fmla="*/ 135171 w 2425"/>
                <a:gd name="T3" fmla="*/ 4527 h 2795"/>
                <a:gd name="T4" fmla="*/ 117113 w 2425"/>
                <a:gd name="T5" fmla="*/ 6791 h 2795"/>
                <a:gd name="T6" fmla="*/ 101395 w 2425"/>
                <a:gd name="T7" fmla="*/ 8988 h 2795"/>
                <a:gd name="T8" fmla="*/ 67552 w 2425"/>
                <a:gd name="T9" fmla="*/ 17975 h 2795"/>
                <a:gd name="T10" fmla="*/ 51835 w 2425"/>
                <a:gd name="T11" fmla="*/ 20239 h 2795"/>
                <a:gd name="T12" fmla="*/ 15784 w 2425"/>
                <a:gd name="T13" fmla="*/ 20239 h 2795"/>
                <a:gd name="T14" fmla="*/ 9029 w 2425"/>
                <a:gd name="T15" fmla="*/ 22436 h 2795"/>
                <a:gd name="T16" fmla="*/ 2274 w 2425"/>
                <a:gd name="T17" fmla="*/ 26963 h 2795"/>
                <a:gd name="T18" fmla="*/ 0 w 2425"/>
                <a:gd name="T19" fmla="*/ 31423 h 2795"/>
                <a:gd name="T20" fmla="*/ 2274 w 2425"/>
                <a:gd name="T21" fmla="*/ 33687 h 2795"/>
                <a:gd name="T22" fmla="*/ 60797 w 2425"/>
                <a:gd name="T23" fmla="*/ 33687 h 2795"/>
                <a:gd name="T24" fmla="*/ 78855 w 2425"/>
                <a:gd name="T25" fmla="*/ 31423 h 2795"/>
                <a:gd name="T26" fmla="*/ 96847 w 2425"/>
                <a:gd name="T27" fmla="*/ 24699 h 2795"/>
                <a:gd name="T28" fmla="*/ 114906 w 2425"/>
                <a:gd name="T29" fmla="*/ 20239 h 2795"/>
                <a:gd name="T30" fmla="*/ 135171 w 2425"/>
                <a:gd name="T31" fmla="*/ 17975 h 2795"/>
                <a:gd name="T32" fmla="*/ 137378 w 2425"/>
                <a:gd name="T33" fmla="*/ 47135 h 2795"/>
                <a:gd name="T34" fmla="*/ 141926 w 2425"/>
                <a:gd name="T35" fmla="*/ 74031 h 2795"/>
                <a:gd name="T36" fmla="*/ 146408 w 2425"/>
                <a:gd name="T37" fmla="*/ 112112 h 2795"/>
                <a:gd name="T38" fmla="*/ 148682 w 2425"/>
                <a:gd name="T39" fmla="*/ 132284 h 2795"/>
                <a:gd name="T40" fmla="*/ 153163 w 2425"/>
                <a:gd name="T41" fmla="*/ 150193 h 2795"/>
                <a:gd name="T42" fmla="*/ 150889 w 2425"/>
                <a:gd name="T43" fmla="*/ 147996 h 2795"/>
                <a:gd name="T44" fmla="*/ 114906 w 2425"/>
                <a:gd name="T45" fmla="*/ 156917 h 2795"/>
                <a:gd name="T46" fmla="*/ 78855 w 2425"/>
                <a:gd name="T47" fmla="*/ 165905 h 2795"/>
                <a:gd name="T48" fmla="*/ 49561 w 2425"/>
                <a:gd name="T49" fmla="*/ 172629 h 2795"/>
                <a:gd name="T50" fmla="*/ 36050 w 2425"/>
                <a:gd name="T51" fmla="*/ 177089 h 2795"/>
                <a:gd name="T52" fmla="*/ 22540 w 2425"/>
                <a:gd name="T53" fmla="*/ 183813 h 2795"/>
                <a:gd name="T54" fmla="*/ 38324 w 2425"/>
                <a:gd name="T55" fmla="*/ 186077 h 2795"/>
                <a:gd name="T56" fmla="*/ 51835 w 2425"/>
                <a:gd name="T57" fmla="*/ 183813 h 2795"/>
                <a:gd name="T58" fmla="*/ 81063 w 2425"/>
                <a:gd name="T59" fmla="*/ 174892 h 2795"/>
                <a:gd name="T60" fmla="*/ 114906 w 2425"/>
                <a:gd name="T61" fmla="*/ 168168 h 2795"/>
                <a:gd name="T62" fmla="*/ 150889 w 2425"/>
                <a:gd name="T63" fmla="*/ 159181 h 2795"/>
                <a:gd name="T64" fmla="*/ 155437 w 2425"/>
                <a:gd name="T65" fmla="*/ 159181 h 2795"/>
                <a:gd name="T66" fmla="*/ 155437 w 2425"/>
                <a:gd name="T67" fmla="*/ 156917 h 2795"/>
                <a:gd name="T68" fmla="*/ 159918 w 2425"/>
                <a:gd name="T69" fmla="*/ 159181 h 2795"/>
                <a:gd name="T70" fmla="*/ 162192 w 2425"/>
                <a:gd name="T71" fmla="*/ 156917 h 2795"/>
                <a:gd name="T72" fmla="*/ 162192 w 2425"/>
                <a:gd name="T73" fmla="*/ 139009 h 2795"/>
                <a:gd name="T74" fmla="*/ 159918 w 2425"/>
                <a:gd name="T75" fmla="*/ 121100 h 2795"/>
                <a:gd name="T76" fmla="*/ 155437 w 2425"/>
                <a:gd name="T77" fmla="*/ 85216 h 2795"/>
                <a:gd name="T78" fmla="*/ 150889 w 2425"/>
                <a:gd name="T79" fmla="*/ 44872 h 2795"/>
                <a:gd name="T80" fmla="*/ 146408 w 2425"/>
                <a:gd name="T81" fmla="*/ 24699 h 2795"/>
                <a:gd name="T82" fmla="*/ 141926 w 2425"/>
                <a:gd name="T83" fmla="*/ 4527 h 2795"/>
                <a:gd name="T84" fmla="*/ 141926 w 2425"/>
                <a:gd name="T85" fmla="*/ 2264 h 2795"/>
                <a:gd name="T86" fmla="*/ 137378 w 2425"/>
                <a:gd name="T87" fmla="*/ 67 h 2795"/>
                <a:gd name="T88" fmla="*/ 135171 w 2425"/>
                <a:gd name="T89" fmla="*/ 67 h 279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425" h="2795" extrusionOk="0">
                  <a:moveTo>
                    <a:pt x="2021" y="1"/>
                  </a:moveTo>
                  <a:lnTo>
                    <a:pt x="2021" y="68"/>
                  </a:lnTo>
                  <a:lnTo>
                    <a:pt x="1751" y="102"/>
                  </a:lnTo>
                  <a:lnTo>
                    <a:pt x="1516" y="135"/>
                  </a:lnTo>
                  <a:lnTo>
                    <a:pt x="1010" y="270"/>
                  </a:lnTo>
                  <a:lnTo>
                    <a:pt x="775" y="304"/>
                  </a:lnTo>
                  <a:lnTo>
                    <a:pt x="236" y="304"/>
                  </a:lnTo>
                  <a:lnTo>
                    <a:pt x="135" y="337"/>
                  </a:lnTo>
                  <a:lnTo>
                    <a:pt x="34" y="405"/>
                  </a:lnTo>
                  <a:lnTo>
                    <a:pt x="0" y="472"/>
                  </a:lnTo>
                  <a:lnTo>
                    <a:pt x="34" y="506"/>
                  </a:lnTo>
                  <a:lnTo>
                    <a:pt x="909" y="506"/>
                  </a:lnTo>
                  <a:lnTo>
                    <a:pt x="1179" y="472"/>
                  </a:lnTo>
                  <a:lnTo>
                    <a:pt x="1448" y="371"/>
                  </a:lnTo>
                  <a:lnTo>
                    <a:pt x="1718" y="304"/>
                  </a:lnTo>
                  <a:lnTo>
                    <a:pt x="2021" y="270"/>
                  </a:lnTo>
                  <a:lnTo>
                    <a:pt x="2054" y="708"/>
                  </a:lnTo>
                  <a:lnTo>
                    <a:pt x="2122" y="1112"/>
                  </a:lnTo>
                  <a:lnTo>
                    <a:pt x="2189" y="1684"/>
                  </a:lnTo>
                  <a:lnTo>
                    <a:pt x="2223" y="1987"/>
                  </a:lnTo>
                  <a:lnTo>
                    <a:pt x="2290" y="2256"/>
                  </a:lnTo>
                  <a:lnTo>
                    <a:pt x="2256" y="2223"/>
                  </a:lnTo>
                  <a:lnTo>
                    <a:pt x="1718" y="2357"/>
                  </a:lnTo>
                  <a:lnTo>
                    <a:pt x="1179" y="2492"/>
                  </a:lnTo>
                  <a:lnTo>
                    <a:pt x="741" y="2593"/>
                  </a:lnTo>
                  <a:lnTo>
                    <a:pt x="539" y="2660"/>
                  </a:lnTo>
                  <a:lnTo>
                    <a:pt x="337" y="2761"/>
                  </a:lnTo>
                  <a:lnTo>
                    <a:pt x="573" y="2795"/>
                  </a:lnTo>
                  <a:lnTo>
                    <a:pt x="775" y="2761"/>
                  </a:lnTo>
                  <a:lnTo>
                    <a:pt x="1212" y="2627"/>
                  </a:lnTo>
                  <a:lnTo>
                    <a:pt x="1718" y="2526"/>
                  </a:lnTo>
                  <a:lnTo>
                    <a:pt x="2256" y="2391"/>
                  </a:lnTo>
                  <a:lnTo>
                    <a:pt x="2324" y="2391"/>
                  </a:lnTo>
                  <a:lnTo>
                    <a:pt x="2324" y="2357"/>
                  </a:lnTo>
                  <a:lnTo>
                    <a:pt x="2391" y="2391"/>
                  </a:lnTo>
                  <a:lnTo>
                    <a:pt x="2425" y="2357"/>
                  </a:lnTo>
                  <a:lnTo>
                    <a:pt x="2425" y="2088"/>
                  </a:lnTo>
                  <a:lnTo>
                    <a:pt x="2391" y="1819"/>
                  </a:lnTo>
                  <a:lnTo>
                    <a:pt x="2324" y="1280"/>
                  </a:lnTo>
                  <a:lnTo>
                    <a:pt x="2256" y="674"/>
                  </a:lnTo>
                  <a:lnTo>
                    <a:pt x="2189" y="371"/>
                  </a:lnTo>
                  <a:lnTo>
                    <a:pt x="2122" y="68"/>
                  </a:lnTo>
                  <a:lnTo>
                    <a:pt x="2122" y="34"/>
                  </a:lnTo>
                  <a:lnTo>
                    <a:pt x="2054" y="1"/>
                  </a:lnTo>
                  <a:lnTo>
                    <a:pt x="2021"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5" name="Google Shape;192;p2"/>
            <p:cNvSpPr>
              <a:spLocks/>
            </p:cNvSpPr>
            <p:nvPr/>
          </p:nvSpPr>
          <p:spPr bwMode="auto">
            <a:xfrm>
              <a:off x="2310873" y="6199099"/>
              <a:ext cx="42933" cy="47712"/>
            </a:xfrm>
            <a:custGeom>
              <a:avLst/>
              <a:gdLst>
                <a:gd name="T0" fmla="*/ 33891 w 641"/>
                <a:gd name="T1" fmla="*/ 67 h 708"/>
                <a:gd name="T2" fmla="*/ 24849 w 641"/>
                <a:gd name="T3" fmla="*/ 9098 h 708"/>
                <a:gd name="T4" fmla="*/ 18084 w 641"/>
                <a:gd name="T5" fmla="*/ 15904 h 708"/>
                <a:gd name="T6" fmla="*/ 6832 w 641"/>
                <a:gd name="T7" fmla="*/ 11389 h 708"/>
                <a:gd name="T8" fmla="*/ 2277 w 641"/>
                <a:gd name="T9" fmla="*/ 11389 h 708"/>
                <a:gd name="T10" fmla="*/ 2277 w 641"/>
                <a:gd name="T11" fmla="*/ 13680 h 708"/>
                <a:gd name="T12" fmla="*/ 67 w 641"/>
                <a:gd name="T13" fmla="*/ 15904 h 708"/>
                <a:gd name="T14" fmla="*/ 2277 w 641"/>
                <a:gd name="T15" fmla="*/ 18195 h 708"/>
                <a:gd name="T16" fmla="*/ 11319 w 641"/>
                <a:gd name="T17" fmla="*/ 25002 h 708"/>
                <a:gd name="T18" fmla="*/ 6832 w 641"/>
                <a:gd name="T19" fmla="*/ 31808 h 708"/>
                <a:gd name="T20" fmla="*/ 2277 w 641"/>
                <a:gd name="T21" fmla="*/ 38614 h 708"/>
                <a:gd name="T22" fmla="*/ 67 w 641"/>
                <a:gd name="T23" fmla="*/ 45421 h 708"/>
                <a:gd name="T24" fmla="*/ 2277 w 641"/>
                <a:gd name="T25" fmla="*/ 47712 h 708"/>
                <a:gd name="T26" fmla="*/ 6832 w 641"/>
                <a:gd name="T27" fmla="*/ 47712 h 708"/>
                <a:gd name="T28" fmla="*/ 11319 w 641"/>
                <a:gd name="T29" fmla="*/ 45421 h 708"/>
                <a:gd name="T30" fmla="*/ 15807 w 641"/>
                <a:gd name="T31" fmla="*/ 40906 h 708"/>
                <a:gd name="T32" fmla="*/ 22572 w 641"/>
                <a:gd name="T33" fmla="*/ 29517 h 708"/>
                <a:gd name="T34" fmla="*/ 36101 w 641"/>
                <a:gd name="T35" fmla="*/ 34099 h 708"/>
                <a:gd name="T36" fmla="*/ 40656 w 641"/>
                <a:gd name="T37" fmla="*/ 31808 h 708"/>
                <a:gd name="T38" fmla="*/ 42866 w 641"/>
                <a:gd name="T39" fmla="*/ 29517 h 708"/>
                <a:gd name="T40" fmla="*/ 40656 w 641"/>
                <a:gd name="T41" fmla="*/ 25002 h 708"/>
                <a:gd name="T42" fmla="*/ 38378 w 641"/>
                <a:gd name="T43" fmla="*/ 22710 h 708"/>
                <a:gd name="T44" fmla="*/ 29336 w 641"/>
                <a:gd name="T45" fmla="*/ 20487 h 708"/>
                <a:gd name="T46" fmla="*/ 31614 w 641"/>
                <a:gd name="T47" fmla="*/ 15904 h 708"/>
                <a:gd name="T48" fmla="*/ 36101 w 641"/>
                <a:gd name="T49" fmla="*/ 2291 h 708"/>
                <a:gd name="T50" fmla="*/ 36101 w 641"/>
                <a:gd name="T51" fmla="*/ 67 h 708"/>
                <a:gd name="T52" fmla="*/ 33891 w 641"/>
                <a:gd name="T53" fmla="*/ 67 h 7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41" h="708" extrusionOk="0">
                  <a:moveTo>
                    <a:pt x="506" y="1"/>
                  </a:moveTo>
                  <a:lnTo>
                    <a:pt x="371" y="135"/>
                  </a:lnTo>
                  <a:lnTo>
                    <a:pt x="270" y="236"/>
                  </a:lnTo>
                  <a:lnTo>
                    <a:pt x="102" y="169"/>
                  </a:lnTo>
                  <a:lnTo>
                    <a:pt x="34" y="169"/>
                  </a:lnTo>
                  <a:lnTo>
                    <a:pt x="34" y="203"/>
                  </a:lnTo>
                  <a:lnTo>
                    <a:pt x="1" y="236"/>
                  </a:lnTo>
                  <a:lnTo>
                    <a:pt x="34" y="270"/>
                  </a:lnTo>
                  <a:lnTo>
                    <a:pt x="169" y="371"/>
                  </a:lnTo>
                  <a:lnTo>
                    <a:pt x="102" y="472"/>
                  </a:lnTo>
                  <a:lnTo>
                    <a:pt x="34" y="573"/>
                  </a:lnTo>
                  <a:lnTo>
                    <a:pt x="1" y="674"/>
                  </a:lnTo>
                  <a:lnTo>
                    <a:pt x="34" y="708"/>
                  </a:lnTo>
                  <a:lnTo>
                    <a:pt x="102" y="708"/>
                  </a:lnTo>
                  <a:lnTo>
                    <a:pt x="169" y="674"/>
                  </a:lnTo>
                  <a:lnTo>
                    <a:pt x="236" y="607"/>
                  </a:lnTo>
                  <a:lnTo>
                    <a:pt x="337" y="438"/>
                  </a:lnTo>
                  <a:lnTo>
                    <a:pt x="539" y="506"/>
                  </a:lnTo>
                  <a:lnTo>
                    <a:pt x="607" y="472"/>
                  </a:lnTo>
                  <a:lnTo>
                    <a:pt x="640" y="438"/>
                  </a:lnTo>
                  <a:lnTo>
                    <a:pt x="607" y="371"/>
                  </a:lnTo>
                  <a:lnTo>
                    <a:pt x="573" y="337"/>
                  </a:lnTo>
                  <a:lnTo>
                    <a:pt x="438" y="304"/>
                  </a:lnTo>
                  <a:lnTo>
                    <a:pt x="472" y="236"/>
                  </a:lnTo>
                  <a:lnTo>
                    <a:pt x="539" y="34"/>
                  </a:lnTo>
                  <a:lnTo>
                    <a:pt x="539" y="1"/>
                  </a:lnTo>
                  <a:lnTo>
                    <a:pt x="50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6" name="Google Shape;193;p2"/>
            <p:cNvSpPr>
              <a:spLocks/>
            </p:cNvSpPr>
            <p:nvPr/>
          </p:nvSpPr>
          <p:spPr bwMode="auto">
            <a:xfrm>
              <a:off x="3228372" y="6149796"/>
              <a:ext cx="193995" cy="179716"/>
            </a:xfrm>
            <a:custGeom>
              <a:avLst/>
              <a:gdLst>
                <a:gd name="T0" fmla="*/ 167246 w 2930"/>
                <a:gd name="T1" fmla="*/ 67 h 2695"/>
                <a:gd name="T2" fmla="*/ 164995 w 2930"/>
                <a:gd name="T3" fmla="*/ 2334 h 2695"/>
                <a:gd name="T4" fmla="*/ 164995 w 2930"/>
                <a:gd name="T5" fmla="*/ 20272 h 2695"/>
                <a:gd name="T6" fmla="*/ 167246 w 2930"/>
                <a:gd name="T7" fmla="*/ 38210 h 2695"/>
                <a:gd name="T8" fmla="*/ 173933 w 2930"/>
                <a:gd name="T9" fmla="*/ 71886 h 2695"/>
                <a:gd name="T10" fmla="*/ 178369 w 2930"/>
                <a:gd name="T11" fmla="*/ 112297 h 2695"/>
                <a:gd name="T12" fmla="*/ 185057 w 2930"/>
                <a:gd name="T13" fmla="*/ 150508 h 2695"/>
                <a:gd name="T14" fmla="*/ 144933 w 2930"/>
                <a:gd name="T15" fmla="*/ 154976 h 2695"/>
                <a:gd name="T16" fmla="*/ 107061 w 2930"/>
                <a:gd name="T17" fmla="*/ 159444 h 2695"/>
                <a:gd name="T18" fmla="*/ 69123 w 2930"/>
                <a:gd name="T19" fmla="*/ 166179 h 2695"/>
                <a:gd name="T20" fmla="*/ 51313 w 2930"/>
                <a:gd name="T21" fmla="*/ 170714 h 2695"/>
                <a:gd name="T22" fmla="*/ 40189 w 2930"/>
                <a:gd name="T23" fmla="*/ 170714 h 2695"/>
                <a:gd name="T24" fmla="*/ 29000 w 2930"/>
                <a:gd name="T25" fmla="*/ 172914 h 2695"/>
                <a:gd name="T26" fmla="*/ 29000 w 2930"/>
                <a:gd name="T27" fmla="*/ 152709 h 2695"/>
                <a:gd name="T28" fmla="*/ 26815 w 2930"/>
                <a:gd name="T29" fmla="*/ 132503 h 2695"/>
                <a:gd name="T30" fmla="*/ 20128 w 2930"/>
                <a:gd name="T31" fmla="*/ 94359 h 2695"/>
                <a:gd name="T32" fmla="*/ 15626 w 2930"/>
                <a:gd name="T33" fmla="*/ 58416 h 2695"/>
                <a:gd name="T34" fmla="*/ 11189 w 2930"/>
                <a:gd name="T35" fmla="*/ 42745 h 2695"/>
                <a:gd name="T36" fmla="*/ 2251 w 2930"/>
                <a:gd name="T37" fmla="*/ 27007 h 2695"/>
                <a:gd name="T38" fmla="*/ 66 w 2930"/>
                <a:gd name="T39" fmla="*/ 42745 h 2695"/>
                <a:gd name="T40" fmla="*/ 66 w 2930"/>
                <a:gd name="T41" fmla="*/ 60683 h 2695"/>
                <a:gd name="T42" fmla="*/ 6753 w 2930"/>
                <a:gd name="T43" fmla="*/ 96627 h 2695"/>
                <a:gd name="T44" fmla="*/ 13441 w 2930"/>
                <a:gd name="T45" fmla="*/ 137038 h 2695"/>
                <a:gd name="T46" fmla="*/ 17877 w 2930"/>
                <a:gd name="T47" fmla="*/ 157243 h 2695"/>
                <a:gd name="T48" fmla="*/ 24564 w 2930"/>
                <a:gd name="T49" fmla="*/ 177449 h 2695"/>
                <a:gd name="T50" fmla="*/ 26815 w 2930"/>
                <a:gd name="T51" fmla="*/ 179649 h 2695"/>
                <a:gd name="T52" fmla="*/ 29000 w 2930"/>
                <a:gd name="T53" fmla="*/ 179649 h 2695"/>
                <a:gd name="T54" fmla="*/ 37938 w 2930"/>
                <a:gd name="T55" fmla="*/ 175181 h 2695"/>
                <a:gd name="T56" fmla="*/ 42374 w 2930"/>
                <a:gd name="T57" fmla="*/ 177449 h 2695"/>
                <a:gd name="T58" fmla="*/ 46877 w 2930"/>
                <a:gd name="T59" fmla="*/ 179649 h 2695"/>
                <a:gd name="T60" fmla="*/ 60251 w 2930"/>
                <a:gd name="T61" fmla="*/ 179649 h 2695"/>
                <a:gd name="T62" fmla="*/ 87000 w 2930"/>
                <a:gd name="T63" fmla="*/ 172914 h 2695"/>
                <a:gd name="T64" fmla="*/ 138246 w 2930"/>
                <a:gd name="T65" fmla="*/ 166179 h 2695"/>
                <a:gd name="T66" fmla="*/ 187308 w 2930"/>
                <a:gd name="T67" fmla="*/ 159444 h 2695"/>
                <a:gd name="T68" fmla="*/ 189493 w 2930"/>
                <a:gd name="T69" fmla="*/ 157243 h 2695"/>
                <a:gd name="T70" fmla="*/ 191744 w 2930"/>
                <a:gd name="T71" fmla="*/ 154976 h 2695"/>
                <a:gd name="T72" fmla="*/ 193995 w 2930"/>
                <a:gd name="T73" fmla="*/ 152709 h 2695"/>
                <a:gd name="T74" fmla="*/ 193995 w 2930"/>
                <a:gd name="T75" fmla="*/ 134770 h 2695"/>
                <a:gd name="T76" fmla="*/ 191744 w 2930"/>
                <a:gd name="T77" fmla="*/ 116832 h 2695"/>
                <a:gd name="T78" fmla="*/ 187308 w 2930"/>
                <a:gd name="T79" fmla="*/ 83156 h 2695"/>
                <a:gd name="T80" fmla="*/ 182806 w 2930"/>
                <a:gd name="T81" fmla="*/ 40478 h 2695"/>
                <a:gd name="T82" fmla="*/ 176118 w 2930"/>
                <a:gd name="T83" fmla="*/ 20272 h 2695"/>
                <a:gd name="T84" fmla="*/ 169431 w 2930"/>
                <a:gd name="T85" fmla="*/ 67 h 2695"/>
                <a:gd name="T86" fmla="*/ 167246 w 2930"/>
                <a:gd name="T87" fmla="*/ 67 h 2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30" h="2695" extrusionOk="0">
                  <a:moveTo>
                    <a:pt x="2526" y="1"/>
                  </a:moveTo>
                  <a:lnTo>
                    <a:pt x="2492" y="35"/>
                  </a:lnTo>
                  <a:lnTo>
                    <a:pt x="2492" y="304"/>
                  </a:lnTo>
                  <a:lnTo>
                    <a:pt x="2526" y="573"/>
                  </a:lnTo>
                  <a:lnTo>
                    <a:pt x="2627" y="1078"/>
                  </a:lnTo>
                  <a:lnTo>
                    <a:pt x="2694" y="1684"/>
                  </a:lnTo>
                  <a:lnTo>
                    <a:pt x="2795" y="2257"/>
                  </a:lnTo>
                  <a:lnTo>
                    <a:pt x="2189" y="2324"/>
                  </a:lnTo>
                  <a:lnTo>
                    <a:pt x="1617" y="2391"/>
                  </a:lnTo>
                  <a:lnTo>
                    <a:pt x="1044" y="2492"/>
                  </a:lnTo>
                  <a:lnTo>
                    <a:pt x="775" y="2560"/>
                  </a:lnTo>
                  <a:lnTo>
                    <a:pt x="607" y="2560"/>
                  </a:lnTo>
                  <a:lnTo>
                    <a:pt x="438" y="2593"/>
                  </a:lnTo>
                  <a:lnTo>
                    <a:pt x="438" y="2290"/>
                  </a:lnTo>
                  <a:lnTo>
                    <a:pt x="405" y="1987"/>
                  </a:lnTo>
                  <a:lnTo>
                    <a:pt x="304" y="1415"/>
                  </a:lnTo>
                  <a:lnTo>
                    <a:pt x="236" y="876"/>
                  </a:lnTo>
                  <a:lnTo>
                    <a:pt x="169" y="641"/>
                  </a:lnTo>
                  <a:lnTo>
                    <a:pt x="34" y="405"/>
                  </a:lnTo>
                  <a:lnTo>
                    <a:pt x="1" y="641"/>
                  </a:lnTo>
                  <a:lnTo>
                    <a:pt x="1" y="910"/>
                  </a:lnTo>
                  <a:lnTo>
                    <a:pt x="102" y="1449"/>
                  </a:lnTo>
                  <a:lnTo>
                    <a:pt x="203" y="2055"/>
                  </a:lnTo>
                  <a:lnTo>
                    <a:pt x="270" y="2358"/>
                  </a:lnTo>
                  <a:lnTo>
                    <a:pt x="371" y="2661"/>
                  </a:lnTo>
                  <a:lnTo>
                    <a:pt x="405" y="2694"/>
                  </a:lnTo>
                  <a:lnTo>
                    <a:pt x="438" y="2694"/>
                  </a:lnTo>
                  <a:lnTo>
                    <a:pt x="573" y="2627"/>
                  </a:lnTo>
                  <a:lnTo>
                    <a:pt x="640" y="2661"/>
                  </a:lnTo>
                  <a:lnTo>
                    <a:pt x="708" y="2694"/>
                  </a:lnTo>
                  <a:lnTo>
                    <a:pt x="910" y="2694"/>
                  </a:lnTo>
                  <a:lnTo>
                    <a:pt x="1314" y="2593"/>
                  </a:lnTo>
                  <a:lnTo>
                    <a:pt x="2088" y="2492"/>
                  </a:lnTo>
                  <a:lnTo>
                    <a:pt x="2829" y="2391"/>
                  </a:lnTo>
                  <a:lnTo>
                    <a:pt x="2862" y="2358"/>
                  </a:lnTo>
                  <a:lnTo>
                    <a:pt x="2896" y="2324"/>
                  </a:lnTo>
                  <a:lnTo>
                    <a:pt x="2930" y="2290"/>
                  </a:lnTo>
                  <a:lnTo>
                    <a:pt x="2930" y="2021"/>
                  </a:lnTo>
                  <a:lnTo>
                    <a:pt x="2896" y="1752"/>
                  </a:lnTo>
                  <a:lnTo>
                    <a:pt x="2829" y="1247"/>
                  </a:lnTo>
                  <a:lnTo>
                    <a:pt x="2761" y="607"/>
                  </a:lnTo>
                  <a:lnTo>
                    <a:pt x="2660" y="304"/>
                  </a:lnTo>
                  <a:lnTo>
                    <a:pt x="2559" y="1"/>
                  </a:lnTo>
                  <a:lnTo>
                    <a:pt x="252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7" name="Google Shape;194;p2"/>
            <p:cNvSpPr>
              <a:spLocks/>
            </p:cNvSpPr>
            <p:nvPr/>
          </p:nvSpPr>
          <p:spPr bwMode="auto">
            <a:xfrm>
              <a:off x="2430132" y="6191147"/>
              <a:ext cx="798241" cy="270369"/>
            </a:xfrm>
            <a:custGeom>
              <a:avLst/>
              <a:gdLst>
                <a:gd name="T0" fmla="*/ 764704 w 12020"/>
                <a:gd name="T1" fmla="*/ 38018 h 4075"/>
                <a:gd name="T2" fmla="*/ 782568 w 12020"/>
                <a:gd name="T3" fmla="*/ 147492 h 4075"/>
                <a:gd name="T4" fmla="*/ 757997 w 12020"/>
                <a:gd name="T5" fmla="*/ 145236 h 4075"/>
                <a:gd name="T6" fmla="*/ 697631 w 12020"/>
                <a:gd name="T7" fmla="*/ 149748 h 4075"/>
                <a:gd name="T8" fmla="*/ 617143 w 12020"/>
                <a:gd name="T9" fmla="*/ 167596 h 4075"/>
                <a:gd name="T10" fmla="*/ 520982 w 12020"/>
                <a:gd name="T11" fmla="*/ 187699 h 4075"/>
                <a:gd name="T12" fmla="*/ 328660 w 12020"/>
                <a:gd name="T13" fmla="*/ 214504 h 4075"/>
                <a:gd name="T14" fmla="*/ 136405 w 12020"/>
                <a:gd name="T15" fmla="*/ 239053 h 4075"/>
                <a:gd name="T16" fmla="*/ 40244 w 12020"/>
                <a:gd name="T17" fmla="*/ 256967 h 4075"/>
                <a:gd name="T18" fmla="*/ 33537 w 12020"/>
                <a:gd name="T19" fmla="*/ 218949 h 4075"/>
                <a:gd name="T20" fmla="*/ 15673 w 12020"/>
                <a:gd name="T21" fmla="*/ 147492 h 4075"/>
                <a:gd name="T22" fmla="*/ 100610 w 12020"/>
                <a:gd name="T23" fmla="*/ 105029 h 4075"/>
                <a:gd name="T24" fmla="*/ 389026 w 12020"/>
                <a:gd name="T25" fmla="*/ 67078 h 4075"/>
                <a:gd name="T26" fmla="*/ 766896 w 12020"/>
                <a:gd name="T27" fmla="*/ 66 h 4075"/>
                <a:gd name="T28" fmla="*/ 386835 w 12020"/>
                <a:gd name="T29" fmla="*/ 53676 h 4075"/>
                <a:gd name="T30" fmla="*/ 98419 w 12020"/>
                <a:gd name="T31" fmla="*/ 89437 h 4075"/>
                <a:gd name="T32" fmla="*/ 0 w 12020"/>
                <a:gd name="T33" fmla="*/ 105029 h 4075"/>
                <a:gd name="T34" fmla="*/ 0 w 12020"/>
                <a:gd name="T35" fmla="*/ 111730 h 4075"/>
                <a:gd name="T36" fmla="*/ 4449 w 12020"/>
                <a:gd name="T37" fmla="*/ 147492 h 4075"/>
                <a:gd name="T38" fmla="*/ 20122 w 12020"/>
                <a:gd name="T39" fmla="*/ 225650 h 4075"/>
                <a:gd name="T40" fmla="*/ 31345 w 12020"/>
                <a:gd name="T41" fmla="*/ 268113 h 4075"/>
                <a:gd name="T42" fmla="*/ 38053 w 12020"/>
                <a:gd name="T43" fmla="*/ 270369 h 4075"/>
                <a:gd name="T44" fmla="*/ 40244 w 12020"/>
                <a:gd name="T45" fmla="*/ 265857 h 4075"/>
                <a:gd name="T46" fmla="*/ 228050 w 12020"/>
                <a:gd name="T47" fmla="*/ 243564 h 4075"/>
                <a:gd name="T48" fmla="*/ 503051 w 12020"/>
                <a:gd name="T49" fmla="*/ 203357 h 4075"/>
                <a:gd name="T50" fmla="*/ 592505 w 12020"/>
                <a:gd name="T51" fmla="*/ 187699 h 4075"/>
                <a:gd name="T52" fmla="*/ 684216 w 12020"/>
                <a:gd name="T53" fmla="*/ 167596 h 4075"/>
                <a:gd name="T54" fmla="*/ 731168 w 12020"/>
                <a:gd name="T55" fmla="*/ 160894 h 4075"/>
                <a:gd name="T56" fmla="*/ 782568 w 12020"/>
                <a:gd name="T57" fmla="*/ 158639 h 4075"/>
                <a:gd name="T58" fmla="*/ 793725 w 12020"/>
                <a:gd name="T59" fmla="*/ 154193 h 4075"/>
                <a:gd name="T60" fmla="*/ 798241 w 12020"/>
                <a:gd name="T61" fmla="*/ 145236 h 4075"/>
                <a:gd name="T62" fmla="*/ 782568 w 12020"/>
                <a:gd name="T63" fmla="*/ 42529 h 4075"/>
                <a:gd name="T64" fmla="*/ 775861 w 12020"/>
                <a:gd name="T65" fmla="*/ 17914 h 4075"/>
                <a:gd name="T66" fmla="*/ 780310 w 12020"/>
                <a:gd name="T67" fmla="*/ 9023 h 4075"/>
                <a:gd name="T68" fmla="*/ 771412 w 12020"/>
                <a:gd name="T69" fmla="*/ 4512 h 407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2020" h="4075" extrusionOk="0">
                  <a:moveTo>
                    <a:pt x="11481" y="304"/>
                  </a:moveTo>
                  <a:lnTo>
                    <a:pt x="11515" y="573"/>
                  </a:lnTo>
                  <a:lnTo>
                    <a:pt x="11582" y="876"/>
                  </a:lnTo>
                  <a:lnTo>
                    <a:pt x="11784" y="2223"/>
                  </a:lnTo>
                  <a:lnTo>
                    <a:pt x="11717" y="2223"/>
                  </a:lnTo>
                  <a:lnTo>
                    <a:pt x="11414" y="2189"/>
                  </a:lnTo>
                  <a:lnTo>
                    <a:pt x="11111" y="2189"/>
                  </a:lnTo>
                  <a:lnTo>
                    <a:pt x="10505" y="2257"/>
                  </a:lnTo>
                  <a:lnTo>
                    <a:pt x="9899" y="2391"/>
                  </a:lnTo>
                  <a:lnTo>
                    <a:pt x="9293" y="2526"/>
                  </a:lnTo>
                  <a:lnTo>
                    <a:pt x="8586" y="2694"/>
                  </a:lnTo>
                  <a:lnTo>
                    <a:pt x="7845" y="2829"/>
                  </a:lnTo>
                  <a:lnTo>
                    <a:pt x="6397" y="3065"/>
                  </a:lnTo>
                  <a:lnTo>
                    <a:pt x="4949" y="3233"/>
                  </a:lnTo>
                  <a:lnTo>
                    <a:pt x="3502" y="3401"/>
                  </a:lnTo>
                  <a:lnTo>
                    <a:pt x="2054" y="3603"/>
                  </a:lnTo>
                  <a:lnTo>
                    <a:pt x="1313" y="3738"/>
                  </a:lnTo>
                  <a:lnTo>
                    <a:pt x="606" y="3873"/>
                  </a:lnTo>
                  <a:lnTo>
                    <a:pt x="573" y="3570"/>
                  </a:lnTo>
                  <a:lnTo>
                    <a:pt x="505" y="3300"/>
                  </a:lnTo>
                  <a:lnTo>
                    <a:pt x="371" y="2728"/>
                  </a:lnTo>
                  <a:lnTo>
                    <a:pt x="236" y="2223"/>
                  </a:lnTo>
                  <a:lnTo>
                    <a:pt x="67" y="1718"/>
                  </a:lnTo>
                  <a:lnTo>
                    <a:pt x="1515" y="1583"/>
                  </a:lnTo>
                  <a:lnTo>
                    <a:pt x="2963" y="1415"/>
                  </a:lnTo>
                  <a:lnTo>
                    <a:pt x="5858" y="1011"/>
                  </a:lnTo>
                  <a:lnTo>
                    <a:pt x="11481" y="304"/>
                  </a:lnTo>
                  <a:close/>
                  <a:moveTo>
                    <a:pt x="11548" y="1"/>
                  </a:moveTo>
                  <a:lnTo>
                    <a:pt x="11515" y="68"/>
                  </a:lnTo>
                  <a:lnTo>
                    <a:pt x="5825" y="809"/>
                  </a:lnTo>
                  <a:lnTo>
                    <a:pt x="2929" y="1146"/>
                  </a:lnTo>
                  <a:lnTo>
                    <a:pt x="1482" y="1348"/>
                  </a:lnTo>
                  <a:lnTo>
                    <a:pt x="67" y="1583"/>
                  </a:lnTo>
                  <a:lnTo>
                    <a:pt x="0" y="1583"/>
                  </a:lnTo>
                  <a:lnTo>
                    <a:pt x="0" y="1617"/>
                  </a:lnTo>
                  <a:lnTo>
                    <a:pt x="0" y="1684"/>
                  </a:lnTo>
                  <a:lnTo>
                    <a:pt x="34" y="1954"/>
                  </a:lnTo>
                  <a:lnTo>
                    <a:pt x="67" y="2223"/>
                  </a:lnTo>
                  <a:lnTo>
                    <a:pt x="169" y="2762"/>
                  </a:lnTo>
                  <a:lnTo>
                    <a:pt x="303" y="3401"/>
                  </a:lnTo>
                  <a:lnTo>
                    <a:pt x="371" y="3738"/>
                  </a:lnTo>
                  <a:lnTo>
                    <a:pt x="472" y="4041"/>
                  </a:lnTo>
                  <a:lnTo>
                    <a:pt x="505" y="4075"/>
                  </a:lnTo>
                  <a:lnTo>
                    <a:pt x="573" y="4075"/>
                  </a:lnTo>
                  <a:lnTo>
                    <a:pt x="606" y="4041"/>
                  </a:lnTo>
                  <a:lnTo>
                    <a:pt x="606" y="4007"/>
                  </a:lnTo>
                  <a:lnTo>
                    <a:pt x="2020" y="3873"/>
                  </a:lnTo>
                  <a:lnTo>
                    <a:pt x="3434" y="3671"/>
                  </a:lnTo>
                  <a:lnTo>
                    <a:pt x="6229" y="3267"/>
                  </a:lnTo>
                  <a:lnTo>
                    <a:pt x="7575" y="3065"/>
                  </a:lnTo>
                  <a:lnTo>
                    <a:pt x="8249" y="2964"/>
                  </a:lnTo>
                  <a:lnTo>
                    <a:pt x="8922" y="2829"/>
                  </a:lnTo>
                  <a:lnTo>
                    <a:pt x="9629" y="2661"/>
                  </a:lnTo>
                  <a:lnTo>
                    <a:pt x="10303" y="2526"/>
                  </a:lnTo>
                  <a:lnTo>
                    <a:pt x="10639" y="2459"/>
                  </a:lnTo>
                  <a:lnTo>
                    <a:pt x="11010" y="2425"/>
                  </a:lnTo>
                  <a:lnTo>
                    <a:pt x="11750" y="2425"/>
                  </a:lnTo>
                  <a:lnTo>
                    <a:pt x="11784" y="2391"/>
                  </a:lnTo>
                  <a:lnTo>
                    <a:pt x="11818" y="2324"/>
                  </a:lnTo>
                  <a:lnTo>
                    <a:pt x="11952" y="2324"/>
                  </a:lnTo>
                  <a:lnTo>
                    <a:pt x="11986" y="2257"/>
                  </a:lnTo>
                  <a:lnTo>
                    <a:pt x="12020" y="2189"/>
                  </a:lnTo>
                  <a:lnTo>
                    <a:pt x="11818" y="1011"/>
                  </a:lnTo>
                  <a:lnTo>
                    <a:pt x="11784" y="641"/>
                  </a:lnTo>
                  <a:lnTo>
                    <a:pt x="11750" y="439"/>
                  </a:lnTo>
                  <a:lnTo>
                    <a:pt x="11683" y="270"/>
                  </a:lnTo>
                  <a:lnTo>
                    <a:pt x="11750" y="203"/>
                  </a:lnTo>
                  <a:lnTo>
                    <a:pt x="11750" y="136"/>
                  </a:lnTo>
                  <a:lnTo>
                    <a:pt x="11717" y="68"/>
                  </a:lnTo>
                  <a:lnTo>
                    <a:pt x="11616" y="68"/>
                  </a:lnTo>
                  <a:lnTo>
                    <a:pt x="1154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8" name="Google Shape;195;p2"/>
            <p:cNvSpPr>
              <a:spLocks/>
            </p:cNvSpPr>
            <p:nvPr/>
          </p:nvSpPr>
          <p:spPr bwMode="auto">
            <a:xfrm>
              <a:off x="2226596" y="6302475"/>
              <a:ext cx="211487" cy="186078"/>
            </a:xfrm>
            <a:custGeom>
              <a:avLst/>
              <a:gdLst>
                <a:gd name="T0" fmla="*/ 184778 w 3199"/>
                <a:gd name="T1" fmla="*/ 0 h 2795"/>
                <a:gd name="T2" fmla="*/ 182531 w 3199"/>
                <a:gd name="T3" fmla="*/ 2264 h 2795"/>
                <a:gd name="T4" fmla="*/ 182531 w 3199"/>
                <a:gd name="T5" fmla="*/ 8988 h 2795"/>
                <a:gd name="T6" fmla="*/ 180283 w 3199"/>
                <a:gd name="T7" fmla="*/ 6724 h 2795"/>
                <a:gd name="T8" fmla="*/ 160251 w 3199"/>
                <a:gd name="T9" fmla="*/ 4527 h 2795"/>
                <a:gd name="T10" fmla="*/ 140220 w 3199"/>
                <a:gd name="T11" fmla="*/ 2264 h 2795"/>
                <a:gd name="T12" fmla="*/ 118007 w 3199"/>
                <a:gd name="T13" fmla="*/ 2264 h 2795"/>
                <a:gd name="T14" fmla="*/ 95728 w 3199"/>
                <a:gd name="T15" fmla="*/ 4527 h 2795"/>
                <a:gd name="T16" fmla="*/ 73449 w 3199"/>
                <a:gd name="T17" fmla="*/ 6724 h 2795"/>
                <a:gd name="T18" fmla="*/ 53417 w 3199"/>
                <a:gd name="T19" fmla="*/ 11251 h 2795"/>
                <a:gd name="T20" fmla="*/ 13354 w 3199"/>
                <a:gd name="T21" fmla="*/ 24699 h 2795"/>
                <a:gd name="T22" fmla="*/ 6677 w 3199"/>
                <a:gd name="T23" fmla="*/ 20172 h 2795"/>
                <a:gd name="T24" fmla="*/ 4496 w 3199"/>
                <a:gd name="T25" fmla="*/ 22436 h 2795"/>
                <a:gd name="T26" fmla="*/ 2248 w 3199"/>
                <a:gd name="T27" fmla="*/ 24699 h 2795"/>
                <a:gd name="T28" fmla="*/ 0 w 3199"/>
                <a:gd name="T29" fmla="*/ 29160 h 2795"/>
                <a:gd name="T30" fmla="*/ 2248 w 3199"/>
                <a:gd name="T31" fmla="*/ 31424 h 2795"/>
                <a:gd name="T32" fmla="*/ 6677 w 3199"/>
                <a:gd name="T33" fmla="*/ 31424 h 2795"/>
                <a:gd name="T34" fmla="*/ 8925 w 3199"/>
                <a:gd name="T35" fmla="*/ 62781 h 2795"/>
                <a:gd name="T36" fmla="*/ 15602 w 3199"/>
                <a:gd name="T37" fmla="*/ 112113 h 2795"/>
                <a:gd name="T38" fmla="*/ 26709 w 3199"/>
                <a:gd name="T39" fmla="*/ 179354 h 2795"/>
                <a:gd name="T40" fmla="*/ 28956 w 3199"/>
                <a:gd name="T41" fmla="*/ 183814 h 2795"/>
                <a:gd name="T42" fmla="*/ 33386 w 3199"/>
                <a:gd name="T43" fmla="*/ 186078 h 2795"/>
                <a:gd name="T44" fmla="*/ 37881 w 3199"/>
                <a:gd name="T45" fmla="*/ 183814 h 2795"/>
                <a:gd name="T46" fmla="*/ 37881 w 3199"/>
                <a:gd name="T47" fmla="*/ 179354 h 2795"/>
                <a:gd name="T48" fmla="*/ 28956 w 3199"/>
                <a:gd name="T49" fmla="*/ 123297 h 2795"/>
                <a:gd name="T50" fmla="*/ 20031 w 3199"/>
                <a:gd name="T51" fmla="*/ 67241 h 2795"/>
                <a:gd name="T52" fmla="*/ 20031 w 3199"/>
                <a:gd name="T53" fmla="*/ 51596 h 2795"/>
                <a:gd name="T54" fmla="*/ 17850 w 3199"/>
                <a:gd name="T55" fmla="*/ 35884 h 2795"/>
                <a:gd name="T56" fmla="*/ 55665 w 3199"/>
                <a:gd name="T57" fmla="*/ 24699 h 2795"/>
                <a:gd name="T58" fmla="*/ 95728 w 3199"/>
                <a:gd name="T59" fmla="*/ 17975 h 2795"/>
                <a:gd name="T60" fmla="*/ 158070 w 3199"/>
                <a:gd name="T61" fmla="*/ 17975 h 2795"/>
                <a:gd name="T62" fmla="*/ 178101 w 3199"/>
                <a:gd name="T63" fmla="*/ 15712 h 2795"/>
                <a:gd name="T64" fmla="*/ 180283 w 3199"/>
                <a:gd name="T65" fmla="*/ 15712 h 2795"/>
                <a:gd name="T66" fmla="*/ 180283 w 3199"/>
                <a:gd name="T67" fmla="*/ 29160 h 2795"/>
                <a:gd name="T68" fmla="*/ 182531 w 3199"/>
                <a:gd name="T69" fmla="*/ 40345 h 2795"/>
                <a:gd name="T70" fmla="*/ 184778 w 3199"/>
                <a:gd name="T71" fmla="*/ 67241 h 2795"/>
                <a:gd name="T72" fmla="*/ 189208 w 3199"/>
                <a:gd name="T73" fmla="*/ 112113 h 2795"/>
                <a:gd name="T74" fmla="*/ 193637 w 3199"/>
                <a:gd name="T75" fmla="*/ 134482 h 2795"/>
                <a:gd name="T76" fmla="*/ 200314 w 3199"/>
                <a:gd name="T77" fmla="*/ 154654 h 2795"/>
                <a:gd name="T78" fmla="*/ 153574 w 3199"/>
                <a:gd name="T79" fmla="*/ 154654 h 2795"/>
                <a:gd name="T80" fmla="*/ 104653 w 3199"/>
                <a:gd name="T81" fmla="*/ 159182 h 2795"/>
                <a:gd name="T82" fmla="*/ 89051 w 3199"/>
                <a:gd name="T83" fmla="*/ 161379 h 2795"/>
                <a:gd name="T84" fmla="*/ 69019 w 3199"/>
                <a:gd name="T85" fmla="*/ 163642 h 2795"/>
                <a:gd name="T86" fmla="*/ 53417 w 3199"/>
                <a:gd name="T87" fmla="*/ 168103 h 2795"/>
                <a:gd name="T88" fmla="*/ 44558 w 3199"/>
                <a:gd name="T89" fmla="*/ 172630 h 2795"/>
                <a:gd name="T90" fmla="*/ 40063 w 3199"/>
                <a:gd name="T91" fmla="*/ 179354 h 2795"/>
                <a:gd name="T92" fmla="*/ 57913 w 3199"/>
                <a:gd name="T93" fmla="*/ 179354 h 2795"/>
                <a:gd name="T94" fmla="*/ 77944 w 3199"/>
                <a:gd name="T95" fmla="*/ 177090 h 2795"/>
                <a:gd name="T96" fmla="*/ 100157 w 3199"/>
                <a:gd name="T97" fmla="*/ 174827 h 2795"/>
                <a:gd name="T98" fmla="*/ 120189 w 3199"/>
                <a:gd name="T99" fmla="*/ 172630 h 2795"/>
                <a:gd name="T100" fmla="*/ 162499 w 3199"/>
                <a:gd name="T101" fmla="*/ 170366 h 2795"/>
                <a:gd name="T102" fmla="*/ 184778 w 3199"/>
                <a:gd name="T103" fmla="*/ 168103 h 2795"/>
                <a:gd name="T104" fmla="*/ 206991 w 3199"/>
                <a:gd name="T105" fmla="*/ 163642 h 2795"/>
                <a:gd name="T106" fmla="*/ 209239 w 3199"/>
                <a:gd name="T107" fmla="*/ 161379 h 2795"/>
                <a:gd name="T108" fmla="*/ 211487 w 3199"/>
                <a:gd name="T109" fmla="*/ 159182 h 2795"/>
                <a:gd name="T110" fmla="*/ 211487 w 3199"/>
                <a:gd name="T111" fmla="*/ 152457 h 2795"/>
                <a:gd name="T112" fmla="*/ 206991 w 3199"/>
                <a:gd name="T113" fmla="*/ 132285 h 2795"/>
                <a:gd name="T114" fmla="*/ 202562 w 3199"/>
                <a:gd name="T115" fmla="*/ 109849 h 2795"/>
                <a:gd name="T116" fmla="*/ 195885 w 3199"/>
                <a:gd name="T117" fmla="*/ 65044 h 2795"/>
                <a:gd name="T118" fmla="*/ 193637 w 3199"/>
                <a:gd name="T119" fmla="*/ 33621 h 2795"/>
                <a:gd name="T120" fmla="*/ 191456 w 3199"/>
                <a:gd name="T121" fmla="*/ 15712 h 2795"/>
                <a:gd name="T122" fmla="*/ 186960 w 3199"/>
                <a:gd name="T123" fmla="*/ 2264 h 2795"/>
                <a:gd name="T124" fmla="*/ 184778 w 3199"/>
                <a:gd name="T125" fmla="*/ 0 h 279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199" h="2795" extrusionOk="0">
                  <a:moveTo>
                    <a:pt x="2795" y="0"/>
                  </a:moveTo>
                  <a:lnTo>
                    <a:pt x="2761" y="34"/>
                  </a:lnTo>
                  <a:lnTo>
                    <a:pt x="2761" y="135"/>
                  </a:lnTo>
                  <a:lnTo>
                    <a:pt x="2727" y="101"/>
                  </a:lnTo>
                  <a:lnTo>
                    <a:pt x="2424" y="68"/>
                  </a:lnTo>
                  <a:lnTo>
                    <a:pt x="2121" y="34"/>
                  </a:lnTo>
                  <a:lnTo>
                    <a:pt x="1785" y="34"/>
                  </a:lnTo>
                  <a:lnTo>
                    <a:pt x="1448" y="68"/>
                  </a:lnTo>
                  <a:lnTo>
                    <a:pt x="1111" y="101"/>
                  </a:lnTo>
                  <a:lnTo>
                    <a:pt x="808" y="169"/>
                  </a:lnTo>
                  <a:lnTo>
                    <a:pt x="202" y="371"/>
                  </a:lnTo>
                  <a:lnTo>
                    <a:pt x="101" y="303"/>
                  </a:lnTo>
                  <a:lnTo>
                    <a:pt x="68" y="337"/>
                  </a:lnTo>
                  <a:lnTo>
                    <a:pt x="34" y="371"/>
                  </a:lnTo>
                  <a:lnTo>
                    <a:pt x="0" y="438"/>
                  </a:lnTo>
                  <a:lnTo>
                    <a:pt x="34" y="472"/>
                  </a:lnTo>
                  <a:lnTo>
                    <a:pt x="101" y="472"/>
                  </a:lnTo>
                  <a:lnTo>
                    <a:pt x="135" y="943"/>
                  </a:lnTo>
                  <a:lnTo>
                    <a:pt x="236" y="1684"/>
                  </a:lnTo>
                  <a:lnTo>
                    <a:pt x="404" y="2694"/>
                  </a:lnTo>
                  <a:lnTo>
                    <a:pt x="438" y="2761"/>
                  </a:lnTo>
                  <a:lnTo>
                    <a:pt x="505" y="2795"/>
                  </a:lnTo>
                  <a:lnTo>
                    <a:pt x="573" y="2761"/>
                  </a:lnTo>
                  <a:lnTo>
                    <a:pt x="573" y="2694"/>
                  </a:lnTo>
                  <a:lnTo>
                    <a:pt x="438" y="1852"/>
                  </a:lnTo>
                  <a:lnTo>
                    <a:pt x="303" y="1010"/>
                  </a:lnTo>
                  <a:lnTo>
                    <a:pt x="303" y="775"/>
                  </a:lnTo>
                  <a:lnTo>
                    <a:pt x="270" y="539"/>
                  </a:lnTo>
                  <a:lnTo>
                    <a:pt x="842" y="371"/>
                  </a:lnTo>
                  <a:lnTo>
                    <a:pt x="1448" y="270"/>
                  </a:lnTo>
                  <a:lnTo>
                    <a:pt x="2391" y="270"/>
                  </a:lnTo>
                  <a:lnTo>
                    <a:pt x="2694" y="236"/>
                  </a:lnTo>
                  <a:lnTo>
                    <a:pt x="2727" y="236"/>
                  </a:lnTo>
                  <a:lnTo>
                    <a:pt x="2727" y="438"/>
                  </a:lnTo>
                  <a:lnTo>
                    <a:pt x="2761" y="606"/>
                  </a:lnTo>
                  <a:lnTo>
                    <a:pt x="2795" y="1010"/>
                  </a:lnTo>
                  <a:lnTo>
                    <a:pt x="2862" y="1684"/>
                  </a:lnTo>
                  <a:lnTo>
                    <a:pt x="2929" y="2020"/>
                  </a:lnTo>
                  <a:lnTo>
                    <a:pt x="3030" y="2323"/>
                  </a:lnTo>
                  <a:lnTo>
                    <a:pt x="2323" y="2323"/>
                  </a:lnTo>
                  <a:lnTo>
                    <a:pt x="1583" y="2391"/>
                  </a:lnTo>
                  <a:lnTo>
                    <a:pt x="1347" y="2424"/>
                  </a:lnTo>
                  <a:lnTo>
                    <a:pt x="1044" y="2458"/>
                  </a:lnTo>
                  <a:lnTo>
                    <a:pt x="808" y="2525"/>
                  </a:lnTo>
                  <a:lnTo>
                    <a:pt x="674" y="2593"/>
                  </a:lnTo>
                  <a:lnTo>
                    <a:pt x="606" y="2694"/>
                  </a:lnTo>
                  <a:lnTo>
                    <a:pt x="876" y="2694"/>
                  </a:lnTo>
                  <a:lnTo>
                    <a:pt x="1179" y="2660"/>
                  </a:lnTo>
                  <a:lnTo>
                    <a:pt x="1515" y="2626"/>
                  </a:lnTo>
                  <a:lnTo>
                    <a:pt x="1818" y="2593"/>
                  </a:lnTo>
                  <a:lnTo>
                    <a:pt x="2458" y="2559"/>
                  </a:lnTo>
                  <a:lnTo>
                    <a:pt x="2795" y="2525"/>
                  </a:lnTo>
                  <a:lnTo>
                    <a:pt x="3131" y="2458"/>
                  </a:lnTo>
                  <a:lnTo>
                    <a:pt x="3165" y="2424"/>
                  </a:lnTo>
                  <a:lnTo>
                    <a:pt x="3199" y="2391"/>
                  </a:lnTo>
                  <a:lnTo>
                    <a:pt x="3199" y="2290"/>
                  </a:lnTo>
                  <a:lnTo>
                    <a:pt x="3131" y="1987"/>
                  </a:lnTo>
                  <a:lnTo>
                    <a:pt x="3064" y="1650"/>
                  </a:lnTo>
                  <a:lnTo>
                    <a:pt x="2963" y="977"/>
                  </a:lnTo>
                  <a:lnTo>
                    <a:pt x="2929" y="505"/>
                  </a:lnTo>
                  <a:lnTo>
                    <a:pt x="2896" y="236"/>
                  </a:lnTo>
                  <a:lnTo>
                    <a:pt x="2828" y="34"/>
                  </a:lnTo>
                  <a:lnTo>
                    <a:pt x="279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89" name="Google Shape;196;p2"/>
            <p:cNvSpPr>
              <a:spLocks/>
            </p:cNvSpPr>
            <p:nvPr/>
          </p:nvSpPr>
          <p:spPr bwMode="auto">
            <a:xfrm>
              <a:off x="2888087" y="5736291"/>
              <a:ext cx="154242" cy="147908"/>
            </a:xfrm>
            <a:custGeom>
              <a:avLst/>
              <a:gdLst>
                <a:gd name="T0" fmla="*/ 127362 w 2324"/>
                <a:gd name="T1" fmla="*/ 13440 h 2223"/>
                <a:gd name="T2" fmla="*/ 129619 w 2324"/>
                <a:gd name="T3" fmla="*/ 38125 h 2223"/>
                <a:gd name="T4" fmla="*/ 134066 w 2324"/>
                <a:gd name="T5" fmla="*/ 62743 h 2223"/>
                <a:gd name="T6" fmla="*/ 138579 w 2324"/>
                <a:gd name="T7" fmla="*/ 91885 h 2223"/>
                <a:gd name="T8" fmla="*/ 143026 w 2324"/>
                <a:gd name="T9" fmla="*/ 120961 h 2223"/>
                <a:gd name="T10" fmla="*/ 118469 w 2324"/>
                <a:gd name="T11" fmla="*/ 120961 h 2223"/>
                <a:gd name="T12" fmla="*/ 93846 w 2324"/>
                <a:gd name="T13" fmla="*/ 125486 h 2223"/>
                <a:gd name="T14" fmla="*/ 62586 w 2324"/>
                <a:gd name="T15" fmla="*/ 129943 h 2223"/>
                <a:gd name="T16" fmla="*/ 46923 w 2324"/>
                <a:gd name="T17" fmla="*/ 134401 h 2223"/>
                <a:gd name="T18" fmla="*/ 31260 w 2324"/>
                <a:gd name="T19" fmla="*/ 138926 h 2223"/>
                <a:gd name="T20" fmla="*/ 24557 w 2324"/>
                <a:gd name="T21" fmla="*/ 107521 h 2223"/>
                <a:gd name="T22" fmla="*/ 17853 w 2324"/>
                <a:gd name="T23" fmla="*/ 78445 h 2223"/>
                <a:gd name="T24" fmla="*/ 13407 w 2324"/>
                <a:gd name="T25" fmla="*/ 53761 h 2223"/>
                <a:gd name="T26" fmla="*/ 6703 w 2324"/>
                <a:gd name="T27" fmla="*/ 29142 h 2223"/>
                <a:gd name="T28" fmla="*/ 67033 w 2324"/>
                <a:gd name="T29" fmla="*/ 22422 h 2223"/>
                <a:gd name="T30" fmla="*/ 127362 w 2324"/>
                <a:gd name="T31" fmla="*/ 13440 h 2223"/>
                <a:gd name="T32" fmla="*/ 125172 w 2324"/>
                <a:gd name="T33" fmla="*/ 0 h 2223"/>
                <a:gd name="T34" fmla="*/ 64776 w 2324"/>
                <a:gd name="T35" fmla="*/ 6720 h 2223"/>
                <a:gd name="T36" fmla="*/ 4447 w 2324"/>
                <a:gd name="T37" fmla="*/ 17965 h 2223"/>
                <a:gd name="T38" fmla="*/ 2257 w 2324"/>
                <a:gd name="T39" fmla="*/ 20160 h 2223"/>
                <a:gd name="T40" fmla="*/ 0 w 2324"/>
                <a:gd name="T41" fmla="*/ 24685 h 2223"/>
                <a:gd name="T42" fmla="*/ 0 w 2324"/>
                <a:gd name="T43" fmla="*/ 38125 h 2223"/>
                <a:gd name="T44" fmla="*/ 2257 w 2324"/>
                <a:gd name="T45" fmla="*/ 51565 h 2223"/>
                <a:gd name="T46" fmla="*/ 6703 w 2324"/>
                <a:gd name="T47" fmla="*/ 80641 h 2223"/>
                <a:gd name="T48" fmla="*/ 13407 w 2324"/>
                <a:gd name="T49" fmla="*/ 112045 h 2223"/>
                <a:gd name="T50" fmla="*/ 17853 w 2324"/>
                <a:gd name="T51" fmla="*/ 129943 h 2223"/>
                <a:gd name="T52" fmla="*/ 22366 w 2324"/>
                <a:gd name="T53" fmla="*/ 145646 h 2223"/>
                <a:gd name="T54" fmla="*/ 26813 w 2324"/>
                <a:gd name="T55" fmla="*/ 147841 h 2223"/>
                <a:gd name="T56" fmla="*/ 31260 w 2324"/>
                <a:gd name="T57" fmla="*/ 145646 h 2223"/>
                <a:gd name="T58" fmla="*/ 58073 w 2324"/>
                <a:gd name="T59" fmla="*/ 145646 h 2223"/>
                <a:gd name="T60" fmla="*/ 84886 w 2324"/>
                <a:gd name="T61" fmla="*/ 141121 h 2223"/>
                <a:gd name="T62" fmla="*/ 116212 w 2324"/>
                <a:gd name="T63" fmla="*/ 136664 h 2223"/>
                <a:gd name="T64" fmla="*/ 131876 w 2324"/>
                <a:gd name="T65" fmla="*/ 134401 h 2223"/>
                <a:gd name="T66" fmla="*/ 145282 w 2324"/>
                <a:gd name="T67" fmla="*/ 129943 h 2223"/>
                <a:gd name="T68" fmla="*/ 147472 w 2324"/>
                <a:gd name="T69" fmla="*/ 132206 h 2223"/>
                <a:gd name="T70" fmla="*/ 149729 w 2324"/>
                <a:gd name="T71" fmla="*/ 132206 h 2223"/>
                <a:gd name="T72" fmla="*/ 151985 w 2324"/>
                <a:gd name="T73" fmla="*/ 129943 h 2223"/>
                <a:gd name="T74" fmla="*/ 154176 w 2324"/>
                <a:gd name="T75" fmla="*/ 127681 h 2223"/>
                <a:gd name="T76" fmla="*/ 154176 w 2324"/>
                <a:gd name="T77" fmla="*/ 114241 h 2223"/>
                <a:gd name="T78" fmla="*/ 151985 w 2324"/>
                <a:gd name="T79" fmla="*/ 98605 h 2223"/>
                <a:gd name="T80" fmla="*/ 147472 w 2324"/>
                <a:gd name="T81" fmla="*/ 69463 h 2223"/>
                <a:gd name="T82" fmla="*/ 140769 w 2324"/>
                <a:gd name="T83" fmla="*/ 35863 h 2223"/>
                <a:gd name="T84" fmla="*/ 138579 w 2324"/>
                <a:gd name="T85" fmla="*/ 17965 h 2223"/>
                <a:gd name="T86" fmla="*/ 131876 w 2324"/>
                <a:gd name="T87" fmla="*/ 2262 h 2223"/>
                <a:gd name="T88" fmla="*/ 129619 w 2324"/>
                <a:gd name="T89" fmla="*/ 0 h 2223"/>
                <a:gd name="T90" fmla="*/ 125172 w 2324"/>
                <a:gd name="T91" fmla="*/ 0 h 222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24" h="2223" extrusionOk="0">
                  <a:moveTo>
                    <a:pt x="1919" y="202"/>
                  </a:moveTo>
                  <a:lnTo>
                    <a:pt x="1953" y="573"/>
                  </a:lnTo>
                  <a:lnTo>
                    <a:pt x="2020" y="943"/>
                  </a:lnTo>
                  <a:lnTo>
                    <a:pt x="2088" y="1381"/>
                  </a:lnTo>
                  <a:lnTo>
                    <a:pt x="2155" y="1818"/>
                  </a:lnTo>
                  <a:lnTo>
                    <a:pt x="1785" y="1818"/>
                  </a:lnTo>
                  <a:lnTo>
                    <a:pt x="1414" y="1886"/>
                  </a:lnTo>
                  <a:lnTo>
                    <a:pt x="943" y="1953"/>
                  </a:lnTo>
                  <a:lnTo>
                    <a:pt x="707" y="2020"/>
                  </a:lnTo>
                  <a:lnTo>
                    <a:pt x="471" y="2088"/>
                  </a:lnTo>
                  <a:lnTo>
                    <a:pt x="370" y="1616"/>
                  </a:lnTo>
                  <a:lnTo>
                    <a:pt x="269" y="1179"/>
                  </a:lnTo>
                  <a:lnTo>
                    <a:pt x="202" y="808"/>
                  </a:lnTo>
                  <a:lnTo>
                    <a:pt x="101" y="438"/>
                  </a:lnTo>
                  <a:lnTo>
                    <a:pt x="1010" y="337"/>
                  </a:lnTo>
                  <a:lnTo>
                    <a:pt x="1919" y="202"/>
                  </a:lnTo>
                  <a:close/>
                  <a:moveTo>
                    <a:pt x="1886" y="0"/>
                  </a:moveTo>
                  <a:lnTo>
                    <a:pt x="976" y="101"/>
                  </a:lnTo>
                  <a:lnTo>
                    <a:pt x="67" y="270"/>
                  </a:lnTo>
                  <a:lnTo>
                    <a:pt x="34" y="303"/>
                  </a:lnTo>
                  <a:lnTo>
                    <a:pt x="0" y="371"/>
                  </a:lnTo>
                  <a:lnTo>
                    <a:pt x="0" y="573"/>
                  </a:lnTo>
                  <a:lnTo>
                    <a:pt x="34" y="775"/>
                  </a:lnTo>
                  <a:lnTo>
                    <a:pt x="101" y="1212"/>
                  </a:lnTo>
                  <a:lnTo>
                    <a:pt x="202" y="1684"/>
                  </a:lnTo>
                  <a:lnTo>
                    <a:pt x="269" y="1953"/>
                  </a:lnTo>
                  <a:lnTo>
                    <a:pt x="337" y="2189"/>
                  </a:lnTo>
                  <a:lnTo>
                    <a:pt x="404" y="2222"/>
                  </a:lnTo>
                  <a:lnTo>
                    <a:pt x="471" y="2189"/>
                  </a:lnTo>
                  <a:lnTo>
                    <a:pt x="875" y="2189"/>
                  </a:lnTo>
                  <a:lnTo>
                    <a:pt x="1279" y="2121"/>
                  </a:lnTo>
                  <a:lnTo>
                    <a:pt x="1751" y="2054"/>
                  </a:lnTo>
                  <a:lnTo>
                    <a:pt x="1987" y="2020"/>
                  </a:lnTo>
                  <a:lnTo>
                    <a:pt x="2189" y="1953"/>
                  </a:lnTo>
                  <a:lnTo>
                    <a:pt x="2222" y="1987"/>
                  </a:lnTo>
                  <a:lnTo>
                    <a:pt x="2256" y="1987"/>
                  </a:lnTo>
                  <a:lnTo>
                    <a:pt x="2290" y="1953"/>
                  </a:lnTo>
                  <a:lnTo>
                    <a:pt x="2323" y="1919"/>
                  </a:lnTo>
                  <a:lnTo>
                    <a:pt x="2323" y="1717"/>
                  </a:lnTo>
                  <a:lnTo>
                    <a:pt x="2290" y="1482"/>
                  </a:lnTo>
                  <a:lnTo>
                    <a:pt x="2222" y="1044"/>
                  </a:lnTo>
                  <a:lnTo>
                    <a:pt x="2121" y="539"/>
                  </a:lnTo>
                  <a:lnTo>
                    <a:pt x="2088" y="270"/>
                  </a:lnTo>
                  <a:lnTo>
                    <a:pt x="1987" y="34"/>
                  </a:lnTo>
                  <a:lnTo>
                    <a:pt x="1953" y="0"/>
                  </a:lnTo>
                  <a:lnTo>
                    <a:pt x="18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0" name="Google Shape;197;p2"/>
            <p:cNvSpPr>
              <a:spLocks/>
            </p:cNvSpPr>
            <p:nvPr/>
          </p:nvSpPr>
          <p:spPr bwMode="auto">
            <a:xfrm>
              <a:off x="2415821" y="5807860"/>
              <a:ext cx="147881" cy="147907"/>
            </a:xfrm>
            <a:custGeom>
              <a:avLst/>
              <a:gdLst>
                <a:gd name="T0" fmla="*/ 120939 w 2223"/>
                <a:gd name="T1" fmla="*/ 67 h 2223"/>
                <a:gd name="T2" fmla="*/ 87345 w 2223"/>
                <a:gd name="T3" fmla="*/ 4524 h 2223"/>
                <a:gd name="T4" fmla="*/ 53751 w 2223"/>
                <a:gd name="T5" fmla="*/ 11244 h 2223"/>
                <a:gd name="T6" fmla="*/ 24680 w 2223"/>
                <a:gd name="T7" fmla="*/ 13507 h 2223"/>
                <a:gd name="T8" fmla="*/ 11176 w 2223"/>
                <a:gd name="T9" fmla="*/ 15702 h 2223"/>
                <a:gd name="T10" fmla="*/ 0 w 2223"/>
                <a:gd name="T11" fmla="*/ 20227 h 2223"/>
                <a:gd name="T12" fmla="*/ 0 w 2223"/>
                <a:gd name="T13" fmla="*/ 22422 h 2223"/>
                <a:gd name="T14" fmla="*/ 11176 w 2223"/>
                <a:gd name="T15" fmla="*/ 26947 h 2223"/>
                <a:gd name="T16" fmla="*/ 22418 w 2223"/>
                <a:gd name="T17" fmla="*/ 26947 h 2223"/>
                <a:gd name="T18" fmla="*/ 47032 w 2223"/>
                <a:gd name="T19" fmla="*/ 24684 h 2223"/>
                <a:gd name="T20" fmla="*/ 82888 w 2223"/>
                <a:gd name="T21" fmla="*/ 20227 h 2223"/>
                <a:gd name="T22" fmla="*/ 118744 w 2223"/>
                <a:gd name="T23" fmla="*/ 13507 h 2223"/>
                <a:gd name="T24" fmla="*/ 116482 w 2223"/>
                <a:gd name="T25" fmla="*/ 26947 h 2223"/>
                <a:gd name="T26" fmla="*/ 118744 w 2223"/>
                <a:gd name="T27" fmla="*/ 38124 h 2223"/>
                <a:gd name="T28" fmla="*/ 123201 w 2223"/>
                <a:gd name="T29" fmla="*/ 62742 h 2223"/>
                <a:gd name="T30" fmla="*/ 127658 w 2223"/>
                <a:gd name="T31" fmla="*/ 91885 h 2223"/>
                <a:gd name="T32" fmla="*/ 129920 w 2223"/>
                <a:gd name="T33" fmla="*/ 107587 h 2223"/>
                <a:gd name="T34" fmla="*/ 134377 w 2223"/>
                <a:gd name="T35" fmla="*/ 123223 h 2223"/>
                <a:gd name="T36" fmla="*/ 69450 w 2223"/>
                <a:gd name="T37" fmla="*/ 129943 h 2223"/>
                <a:gd name="T38" fmla="*/ 44837 w 2223"/>
                <a:gd name="T39" fmla="*/ 132205 h 2223"/>
                <a:gd name="T40" fmla="*/ 33594 w 2223"/>
                <a:gd name="T41" fmla="*/ 136663 h 2223"/>
                <a:gd name="T42" fmla="*/ 24680 w 2223"/>
                <a:gd name="T43" fmla="*/ 143383 h 2223"/>
                <a:gd name="T44" fmla="*/ 35856 w 2223"/>
                <a:gd name="T45" fmla="*/ 147907 h 2223"/>
                <a:gd name="T46" fmla="*/ 47032 w 2223"/>
                <a:gd name="T47" fmla="*/ 147907 h 2223"/>
                <a:gd name="T48" fmla="*/ 71712 w 2223"/>
                <a:gd name="T49" fmla="*/ 143383 h 2223"/>
                <a:gd name="T50" fmla="*/ 141096 w 2223"/>
                <a:gd name="T51" fmla="*/ 134467 h 2223"/>
                <a:gd name="T52" fmla="*/ 145619 w 2223"/>
                <a:gd name="T53" fmla="*/ 134467 h 2223"/>
                <a:gd name="T54" fmla="*/ 147814 w 2223"/>
                <a:gd name="T55" fmla="*/ 129943 h 2223"/>
                <a:gd name="T56" fmla="*/ 147814 w 2223"/>
                <a:gd name="T57" fmla="*/ 127747 h 2223"/>
                <a:gd name="T58" fmla="*/ 145619 w 2223"/>
                <a:gd name="T59" fmla="*/ 123223 h 2223"/>
                <a:gd name="T60" fmla="*/ 143357 w 2223"/>
                <a:gd name="T61" fmla="*/ 107587 h 2223"/>
                <a:gd name="T62" fmla="*/ 141096 w 2223"/>
                <a:gd name="T63" fmla="*/ 91885 h 2223"/>
                <a:gd name="T64" fmla="*/ 136639 w 2223"/>
                <a:gd name="T65" fmla="*/ 60547 h 2223"/>
                <a:gd name="T66" fmla="*/ 132182 w 2223"/>
                <a:gd name="T67" fmla="*/ 35862 h 2223"/>
                <a:gd name="T68" fmla="*/ 129920 w 2223"/>
                <a:gd name="T69" fmla="*/ 22422 h 2223"/>
                <a:gd name="T70" fmla="*/ 125463 w 2223"/>
                <a:gd name="T71" fmla="*/ 11244 h 2223"/>
                <a:gd name="T72" fmla="*/ 127658 w 2223"/>
                <a:gd name="T73" fmla="*/ 6787 h 2223"/>
                <a:gd name="T74" fmla="*/ 127658 w 2223"/>
                <a:gd name="T75" fmla="*/ 4524 h 2223"/>
                <a:gd name="T76" fmla="*/ 125463 w 2223"/>
                <a:gd name="T77" fmla="*/ 2262 h 2223"/>
                <a:gd name="T78" fmla="*/ 120939 w 2223"/>
                <a:gd name="T79" fmla="*/ 67 h 222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223" h="2223" extrusionOk="0">
                  <a:moveTo>
                    <a:pt x="1818" y="1"/>
                  </a:moveTo>
                  <a:lnTo>
                    <a:pt x="1313" y="68"/>
                  </a:lnTo>
                  <a:lnTo>
                    <a:pt x="808" y="169"/>
                  </a:lnTo>
                  <a:lnTo>
                    <a:pt x="371" y="203"/>
                  </a:lnTo>
                  <a:lnTo>
                    <a:pt x="168" y="236"/>
                  </a:lnTo>
                  <a:lnTo>
                    <a:pt x="0" y="304"/>
                  </a:lnTo>
                  <a:lnTo>
                    <a:pt x="0" y="337"/>
                  </a:lnTo>
                  <a:lnTo>
                    <a:pt x="168" y="405"/>
                  </a:lnTo>
                  <a:lnTo>
                    <a:pt x="337" y="405"/>
                  </a:lnTo>
                  <a:lnTo>
                    <a:pt x="707" y="371"/>
                  </a:lnTo>
                  <a:lnTo>
                    <a:pt x="1246" y="304"/>
                  </a:lnTo>
                  <a:lnTo>
                    <a:pt x="1785" y="203"/>
                  </a:lnTo>
                  <a:lnTo>
                    <a:pt x="1751" y="405"/>
                  </a:lnTo>
                  <a:lnTo>
                    <a:pt x="1785" y="573"/>
                  </a:lnTo>
                  <a:lnTo>
                    <a:pt x="1852" y="943"/>
                  </a:lnTo>
                  <a:lnTo>
                    <a:pt x="1919" y="1381"/>
                  </a:lnTo>
                  <a:lnTo>
                    <a:pt x="1953" y="1617"/>
                  </a:lnTo>
                  <a:lnTo>
                    <a:pt x="2020" y="1852"/>
                  </a:lnTo>
                  <a:lnTo>
                    <a:pt x="1044" y="1953"/>
                  </a:lnTo>
                  <a:lnTo>
                    <a:pt x="674" y="1987"/>
                  </a:lnTo>
                  <a:lnTo>
                    <a:pt x="505" y="2054"/>
                  </a:lnTo>
                  <a:lnTo>
                    <a:pt x="371" y="2155"/>
                  </a:lnTo>
                  <a:lnTo>
                    <a:pt x="539" y="2223"/>
                  </a:lnTo>
                  <a:lnTo>
                    <a:pt x="707" y="2223"/>
                  </a:lnTo>
                  <a:lnTo>
                    <a:pt x="1078" y="2155"/>
                  </a:lnTo>
                  <a:lnTo>
                    <a:pt x="2121" y="2021"/>
                  </a:lnTo>
                  <a:lnTo>
                    <a:pt x="2189" y="2021"/>
                  </a:lnTo>
                  <a:lnTo>
                    <a:pt x="2222" y="1953"/>
                  </a:lnTo>
                  <a:lnTo>
                    <a:pt x="2222" y="1920"/>
                  </a:lnTo>
                  <a:lnTo>
                    <a:pt x="2189" y="1852"/>
                  </a:lnTo>
                  <a:lnTo>
                    <a:pt x="2155" y="1617"/>
                  </a:lnTo>
                  <a:lnTo>
                    <a:pt x="2121" y="1381"/>
                  </a:lnTo>
                  <a:lnTo>
                    <a:pt x="2054" y="910"/>
                  </a:lnTo>
                  <a:lnTo>
                    <a:pt x="1987" y="539"/>
                  </a:lnTo>
                  <a:lnTo>
                    <a:pt x="1953" y="337"/>
                  </a:lnTo>
                  <a:lnTo>
                    <a:pt x="1886" y="169"/>
                  </a:lnTo>
                  <a:lnTo>
                    <a:pt x="1919" y="102"/>
                  </a:lnTo>
                  <a:lnTo>
                    <a:pt x="1919" y="68"/>
                  </a:lnTo>
                  <a:lnTo>
                    <a:pt x="1886" y="34"/>
                  </a:lnTo>
                  <a:lnTo>
                    <a:pt x="181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1" name="Google Shape;198;p2"/>
            <p:cNvSpPr>
              <a:spLocks/>
            </p:cNvSpPr>
            <p:nvPr/>
          </p:nvSpPr>
          <p:spPr bwMode="auto">
            <a:xfrm>
              <a:off x="2622537" y="5841258"/>
              <a:ext cx="49293" cy="42941"/>
            </a:xfrm>
            <a:custGeom>
              <a:avLst/>
              <a:gdLst>
                <a:gd name="T0" fmla="*/ 26905 w 742"/>
                <a:gd name="T1" fmla="*/ 67 h 641"/>
                <a:gd name="T2" fmla="*/ 15678 w 742"/>
                <a:gd name="T3" fmla="*/ 2278 h 641"/>
                <a:gd name="T4" fmla="*/ 2259 w 742"/>
                <a:gd name="T5" fmla="*/ 2278 h 641"/>
                <a:gd name="T6" fmla="*/ 66 w 742"/>
                <a:gd name="T7" fmla="*/ 6833 h 641"/>
                <a:gd name="T8" fmla="*/ 66 w 742"/>
                <a:gd name="T9" fmla="*/ 9044 h 641"/>
                <a:gd name="T10" fmla="*/ 2259 w 742"/>
                <a:gd name="T11" fmla="*/ 9044 h 641"/>
                <a:gd name="T12" fmla="*/ 8968 w 742"/>
                <a:gd name="T13" fmla="*/ 11321 h 641"/>
                <a:gd name="T14" fmla="*/ 15678 w 742"/>
                <a:gd name="T15" fmla="*/ 13599 h 641"/>
                <a:gd name="T16" fmla="*/ 13486 w 742"/>
                <a:gd name="T17" fmla="*/ 24854 h 641"/>
                <a:gd name="T18" fmla="*/ 13486 w 742"/>
                <a:gd name="T19" fmla="*/ 36108 h 641"/>
                <a:gd name="T20" fmla="*/ 13486 w 742"/>
                <a:gd name="T21" fmla="*/ 40663 h 641"/>
                <a:gd name="T22" fmla="*/ 17937 w 742"/>
                <a:gd name="T23" fmla="*/ 42874 h 641"/>
                <a:gd name="T24" fmla="*/ 20196 w 742"/>
                <a:gd name="T25" fmla="*/ 42874 h 641"/>
                <a:gd name="T26" fmla="*/ 22388 w 742"/>
                <a:gd name="T27" fmla="*/ 40663 h 641"/>
                <a:gd name="T28" fmla="*/ 22388 w 742"/>
                <a:gd name="T29" fmla="*/ 29342 h 641"/>
                <a:gd name="T30" fmla="*/ 22388 w 742"/>
                <a:gd name="T31" fmla="*/ 18087 h 641"/>
                <a:gd name="T32" fmla="*/ 24647 w 742"/>
                <a:gd name="T33" fmla="*/ 18087 h 641"/>
                <a:gd name="T34" fmla="*/ 38066 w 742"/>
                <a:gd name="T35" fmla="*/ 15810 h 641"/>
                <a:gd name="T36" fmla="*/ 42517 w 742"/>
                <a:gd name="T37" fmla="*/ 13599 h 641"/>
                <a:gd name="T38" fmla="*/ 49227 w 742"/>
                <a:gd name="T39" fmla="*/ 11321 h 641"/>
                <a:gd name="T40" fmla="*/ 49227 w 742"/>
                <a:gd name="T41" fmla="*/ 4555 h 641"/>
                <a:gd name="T42" fmla="*/ 49227 w 742"/>
                <a:gd name="T43" fmla="*/ 2278 h 641"/>
                <a:gd name="T44" fmla="*/ 47034 w 742"/>
                <a:gd name="T45" fmla="*/ 67 h 641"/>
                <a:gd name="T46" fmla="*/ 26905 w 742"/>
                <a:gd name="T47" fmla="*/ 67 h 64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42" h="641" extrusionOk="0">
                  <a:moveTo>
                    <a:pt x="405" y="1"/>
                  </a:moveTo>
                  <a:lnTo>
                    <a:pt x="236" y="34"/>
                  </a:lnTo>
                  <a:lnTo>
                    <a:pt x="34" y="34"/>
                  </a:lnTo>
                  <a:lnTo>
                    <a:pt x="1" y="102"/>
                  </a:lnTo>
                  <a:lnTo>
                    <a:pt x="1" y="135"/>
                  </a:lnTo>
                  <a:lnTo>
                    <a:pt x="34" y="135"/>
                  </a:lnTo>
                  <a:lnTo>
                    <a:pt x="135" y="169"/>
                  </a:lnTo>
                  <a:lnTo>
                    <a:pt x="236" y="203"/>
                  </a:lnTo>
                  <a:lnTo>
                    <a:pt x="203" y="371"/>
                  </a:lnTo>
                  <a:lnTo>
                    <a:pt x="203" y="539"/>
                  </a:lnTo>
                  <a:lnTo>
                    <a:pt x="203" y="607"/>
                  </a:lnTo>
                  <a:lnTo>
                    <a:pt x="270" y="640"/>
                  </a:lnTo>
                  <a:lnTo>
                    <a:pt x="304" y="640"/>
                  </a:lnTo>
                  <a:lnTo>
                    <a:pt x="337" y="607"/>
                  </a:lnTo>
                  <a:lnTo>
                    <a:pt x="337" y="438"/>
                  </a:lnTo>
                  <a:lnTo>
                    <a:pt x="337" y="270"/>
                  </a:lnTo>
                  <a:lnTo>
                    <a:pt x="371" y="270"/>
                  </a:lnTo>
                  <a:lnTo>
                    <a:pt x="573" y="236"/>
                  </a:lnTo>
                  <a:lnTo>
                    <a:pt x="640" y="203"/>
                  </a:lnTo>
                  <a:lnTo>
                    <a:pt x="741" y="169"/>
                  </a:lnTo>
                  <a:lnTo>
                    <a:pt x="741" y="68"/>
                  </a:lnTo>
                  <a:lnTo>
                    <a:pt x="741" y="34"/>
                  </a:lnTo>
                  <a:lnTo>
                    <a:pt x="708" y="1"/>
                  </a:lnTo>
                  <a:lnTo>
                    <a:pt x="405"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2" name="Google Shape;199;p2"/>
            <p:cNvSpPr>
              <a:spLocks/>
            </p:cNvSpPr>
            <p:nvPr/>
          </p:nvSpPr>
          <p:spPr bwMode="auto">
            <a:xfrm>
              <a:off x="2143910" y="6005070"/>
              <a:ext cx="146291" cy="152679"/>
            </a:xfrm>
            <a:custGeom>
              <a:avLst/>
              <a:gdLst>
                <a:gd name="T0" fmla="*/ 126351 w 2223"/>
                <a:gd name="T1" fmla="*/ 11268 h 2290"/>
                <a:gd name="T2" fmla="*/ 128523 w 2223"/>
                <a:gd name="T3" fmla="*/ 35936 h 2290"/>
                <a:gd name="T4" fmla="*/ 130760 w 2223"/>
                <a:gd name="T5" fmla="*/ 62872 h 2290"/>
                <a:gd name="T6" fmla="*/ 132998 w 2223"/>
                <a:gd name="T7" fmla="*/ 94341 h 2290"/>
                <a:gd name="T8" fmla="*/ 135169 w 2223"/>
                <a:gd name="T9" fmla="*/ 125743 h 2290"/>
                <a:gd name="T10" fmla="*/ 135169 w 2223"/>
                <a:gd name="T11" fmla="*/ 125743 h 2290"/>
                <a:gd name="T12" fmla="*/ 119705 w 2223"/>
                <a:gd name="T13" fmla="*/ 123477 h 2290"/>
                <a:gd name="T14" fmla="*/ 104174 w 2223"/>
                <a:gd name="T15" fmla="*/ 125743 h 2290"/>
                <a:gd name="T16" fmla="*/ 73178 w 2223"/>
                <a:gd name="T17" fmla="*/ 130211 h 2290"/>
                <a:gd name="T18" fmla="*/ 48764 w 2223"/>
                <a:gd name="T19" fmla="*/ 134744 h 2290"/>
                <a:gd name="T20" fmla="*/ 37708 w 2223"/>
                <a:gd name="T21" fmla="*/ 136944 h 2290"/>
                <a:gd name="T22" fmla="*/ 24415 w 2223"/>
                <a:gd name="T23" fmla="*/ 139211 h 2290"/>
                <a:gd name="T24" fmla="*/ 22177 w 2223"/>
                <a:gd name="T25" fmla="*/ 110009 h 2290"/>
                <a:gd name="T26" fmla="*/ 15531 w 2223"/>
                <a:gd name="T27" fmla="*/ 80873 h 2290"/>
                <a:gd name="T28" fmla="*/ 13359 w 2223"/>
                <a:gd name="T29" fmla="*/ 56138 h 2290"/>
                <a:gd name="T30" fmla="*/ 8884 w 2223"/>
                <a:gd name="T31" fmla="*/ 31469 h 2290"/>
                <a:gd name="T32" fmla="*/ 68703 w 2223"/>
                <a:gd name="T33" fmla="*/ 22468 h 2290"/>
                <a:gd name="T34" fmla="*/ 126351 w 2223"/>
                <a:gd name="T35" fmla="*/ 11268 h 2290"/>
                <a:gd name="T36" fmla="*/ 126351 w 2223"/>
                <a:gd name="T37" fmla="*/ 0 h 2290"/>
                <a:gd name="T38" fmla="*/ 66532 w 2223"/>
                <a:gd name="T39" fmla="*/ 9001 h 2290"/>
                <a:gd name="T40" fmla="*/ 6712 w 2223"/>
                <a:gd name="T41" fmla="*/ 18001 h 2290"/>
                <a:gd name="T42" fmla="*/ 2237 w 2223"/>
                <a:gd name="T43" fmla="*/ 22468 h 2290"/>
                <a:gd name="T44" fmla="*/ 66 w 2223"/>
                <a:gd name="T45" fmla="*/ 24735 h 2290"/>
                <a:gd name="T46" fmla="*/ 66 w 2223"/>
                <a:gd name="T47" fmla="*/ 40403 h 2290"/>
                <a:gd name="T48" fmla="*/ 2237 w 2223"/>
                <a:gd name="T49" fmla="*/ 58405 h 2290"/>
                <a:gd name="T50" fmla="*/ 6712 w 2223"/>
                <a:gd name="T51" fmla="*/ 92074 h 2290"/>
                <a:gd name="T52" fmla="*/ 8884 w 2223"/>
                <a:gd name="T53" fmla="*/ 121276 h 2290"/>
                <a:gd name="T54" fmla="*/ 13359 w 2223"/>
                <a:gd name="T55" fmla="*/ 136944 h 2290"/>
                <a:gd name="T56" fmla="*/ 17768 w 2223"/>
                <a:gd name="T57" fmla="*/ 150412 h 2290"/>
                <a:gd name="T58" fmla="*/ 17768 w 2223"/>
                <a:gd name="T59" fmla="*/ 152679 h 2290"/>
                <a:gd name="T60" fmla="*/ 24415 w 2223"/>
                <a:gd name="T61" fmla="*/ 152679 h 2290"/>
                <a:gd name="T62" fmla="*/ 24415 w 2223"/>
                <a:gd name="T63" fmla="*/ 150412 h 2290"/>
                <a:gd name="T64" fmla="*/ 39945 w 2223"/>
                <a:gd name="T65" fmla="*/ 150412 h 2290"/>
                <a:gd name="T66" fmla="*/ 55410 w 2223"/>
                <a:gd name="T67" fmla="*/ 148212 h 2290"/>
                <a:gd name="T68" fmla="*/ 84234 w 2223"/>
                <a:gd name="T69" fmla="*/ 141478 h 2290"/>
                <a:gd name="T70" fmla="*/ 110821 w 2223"/>
                <a:gd name="T71" fmla="*/ 139211 h 2290"/>
                <a:gd name="T72" fmla="*/ 124114 w 2223"/>
                <a:gd name="T73" fmla="*/ 136944 h 2290"/>
                <a:gd name="T74" fmla="*/ 137407 w 2223"/>
                <a:gd name="T75" fmla="*/ 132477 h 2290"/>
                <a:gd name="T76" fmla="*/ 141816 w 2223"/>
                <a:gd name="T77" fmla="*/ 132477 h 2290"/>
                <a:gd name="T78" fmla="*/ 144054 w 2223"/>
                <a:gd name="T79" fmla="*/ 128010 h 2290"/>
                <a:gd name="T80" fmla="*/ 146291 w 2223"/>
                <a:gd name="T81" fmla="*/ 110009 h 2290"/>
                <a:gd name="T82" fmla="*/ 146291 w 2223"/>
                <a:gd name="T83" fmla="*/ 94341 h 2290"/>
                <a:gd name="T84" fmla="*/ 141816 w 2223"/>
                <a:gd name="T85" fmla="*/ 60672 h 2290"/>
                <a:gd name="T86" fmla="*/ 139644 w 2223"/>
                <a:gd name="T87" fmla="*/ 33669 h 2290"/>
                <a:gd name="T88" fmla="*/ 135169 w 2223"/>
                <a:gd name="T89" fmla="*/ 20202 h 2290"/>
                <a:gd name="T90" fmla="*/ 130760 w 2223"/>
                <a:gd name="T91" fmla="*/ 6734 h 2290"/>
                <a:gd name="T92" fmla="*/ 130760 w 2223"/>
                <a:gd name="T93" fmla="*/ 2267 h 2290"/>
                <a:gd name="T94" fmla="*/ 126351 w 2223"/>
                <a:gd name="T95" fmla="*/ 0 h 22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223" h="2290" extrusionOk="0">
                  <a:moveTo>
                    <a:pt x="1920" y="169"/>
                  </a:moveTo>
                  <a:lnTo>
                    <a:pt x="1953" y="539"/>
                  </a:lnTo>
                  <a:lnTo>
                    <a:pt x="1987" y="943"/>
                  </a:lnTo>
                  <a:lnTo>
                    <a:pt x="2021" y="1415"/>
                  </a:lnTo>
                  <a:lnTo>
                    <a:pt x="2054" y="1886"/>
                  </a:lnTo>
                  <a:lnTo>
                    <a:pt x="1819" y="1852"/>
                  </a:lnTo>
                  <a:lnTo>
                    <a:pt x="1583" y="1886"/>
                  </a:lnTo>
                  <a:lnTo>
                    <a:pt x="1112" y="1953"/>
                  </a:lnTo>
                  <a:lnTo>
                    <a:pt x="741" y="2021"/>
                  </a:lnTo>
                  <a:lnTo>
                    <a:pt x="573" y="2054"/>
                  </a:lnTo>
                  <a:lnTo>
                    <a:pt x="371" y="2088"/>
                  </a:lnTo>
                  <a:lnTo>
                    <a:pt x="337" y="1650"/>
                  </a:lnTo>
                  <a:lnTo>
                    <a:pt x="236" y="1213"/>
                  </a:lnTo>
                  <a:lnTo>
                    <a:pt x="203" y="842"/>
                  </a:lnTo>
                  <a:lnTo>
                    <a:pt x="135" y="472"/>
                  </a:lnTo>
                  <a:lnTo>
                    <a:pt x="1044" y="337"/>
                  </a:lnTo>
                  <a:lnTo>
                    <a:pt x="1920" y="169"/>
                  </a:lnTo>
                  <a:close/>
                  <a:moveTo>
                    <a:pt x="1920" y="0"/>
                  </a:moveTo>
                  <a:lnTo>
                    <a:pt x="1011" y="135"/>
                  </a:lnTo>
                  <a:lnTo>
                    <a:pt x="102" y="270"/>
                  </a:lnTo>
                  <a:lnTo>
                    <a:pt x="34" y="337"/>
                  </a:lnTo>
                  <a:lnTo>
                    <a:pt x="1" y="371"/>
                  </a:lnTo>
                  <a:lnTo>
                    <a:pt x="1" y="606"/>
                  </a:lnTo>
                  <a:lnTo>
                    <a:pt x="34" y="876"/>
                  </a:lnTo>
                  <a:lnTo>
                    <a:pt x="102" y="1381"/>
                  </a:lnTo>
                  <a:lnTo>
                    <a:pt x="135" y="1819"/>
                  </a:lnTo>
                  <a:lnTo>
                    <a:pt x="203" y="2054"/>
                  </a:lnTo>
                  <a:lnTo>
                    <a:pt x="270" y="2256"/>
                  </a:lnTo>
                  <a:lnTo>
                    <a:pt x="270" y="2290"/>
                  </a:lnTo>
                  <a:lnTo>
                    <a:pt x="371" y="2290"/>
                  </a:lnTo>
                  <a:lnTo>
                    <a:pt x="371" y="2256"/>
                  </a:lnTo>
                  <a:lnTo>
                    <a:pt x="607" y="2256"/>
                  </a:lnTo>
                  <a:lnTo>
                    <a:pt x="842" y="2223"/>
                  </a:lnTo>
                  <a:lnTo>
                    <a:pt x="1280" y="2122"/>
                  </a:lnTo>
                  <a:lnTo>
                    <a:pt x="1684" y="2088"/>
                  </a:lnTo>
                  <a:lnTo>
                    <a:pt x="1886" y="2054"/>
                  </a:lnTo>
                  <a:lnTo>
                    <a:pt x="2088" y="1987"/>
                  </a:lnTo>
                  <a:lnTo>
                    <a:pt x="2155" y="1987"/>
                  </a:lnTo>
                  <a:lnTo>
                    <a:pt x="2189" y="1920"/>
                  </a:lnTo>
                  <a:lnTo>
                    <a:pt x="2223" y="1650"/>
                  </a:lnTo>
                  <a:lnTo>
                    <a:pt x="2223" y="1415"/>
                  </a:lnTo>
                  <a:lnTo>
                    <a:pt x="2155" y="910"/>
                  </a:lnTo>
                  <a:lnTo>
                    <a:pt x="2122" y="505"/>
                  </a:lnTo>
                  <a:lnTo>
                    <a:pt x="2054" y="303"/>
                  </a:lnTo>
                  <a:lnTo>
                    <a:pt x="1987" y="101"/>
                  </a:lnTo>
                  <a:lnTo>
                    <a:pt x="1987" y="34"/>
                  </a:lnTo>
                  <a:lnTo>
                    <a:pt x="192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3" name="Google Shape;200;p2"/>
            <p:cNvSpPr>
              <a:spLocks/>
            </p:cNvSpPr>
            <p:nvPr/>
          </p:nvSpPr>
          <p:spPr bwMode="auto">
            <a:xfrm>
              <a:off x="2409461" y="5828534"/>
              <a:ext cx="28622" cy="132004"/>
            </a:xfrm>
            <a:custGeom>
              <a:avLst/>
              <a:gdLst>
                <a:gd name="T0" fmla="*/ 0 w 438"/>
                <a:gd name="T1" fmla="*/ 66 h 1988"/>
                <a:gd name="T2" fmla="*/ 0 w 438"/>
                <a:gd name="T3" fmla="*/ 2258 h 1988"/>
                <a:gd name="T4" fmla="*/ 0 w 438"/>
                <a:gd name="T5" fmla="*/ 17928 h 1988"/>
                <a:gd name="T6" fmla="*/ 0 w 438"/>
                <a:gd name="T7" fmla="*/ 31341 h 1988"/>
                <a:gd name="T8" fmla="*/ 4378 w 438"/>
                <a:gd name="T9" fmla="*/ 62616 h 1988"/>
                <a:gd name="T10" fmla="*/ 10978 w 438"/>
                <a:gd name="T11" fmla="*/ 96148 h 1988"/>
                <a:gd name="T12" fmla="*/ 15422 w 438"/>
                <a:gd name="T13" fmla="*/ 114076 h 1988"/>
                <a:gd name="T14" fmla="*/ 22022 w 438"/>
                <a:gd name="T15" fmla="*/ 129680 h 1988"/>
                <a:gd name="T16" fmla="*/ 24178 w 438"/>
                <a:gd name="T17" fmla="*/ 131938 h 1988"/>
                <a:gd name="T18" fmla="*/ 28622 w 438"/>
                <a:gd name="T19" fmla="*/ 131938 h 1988"/>
                <a:gd name="T20" fmla="*/ 28622 w 438"/>
                <a:gd name="T21" fmla="*/ 127489 h 1988"/>
                <a:gd name="T22" fmla="*/ 28622 w 438"/>
                <a:gd name="T23" fmla="*/ 111818 h 1988"/>
                <a:gd name="T24" fmla="*/ 24178 w 438"/>
                <a:gd name="T25" fmla="*/ 93957 h 1988"/>
                <a:gd name="T26" fmla="*/ 17578 w 438"/>
                <a:gd name="T27" fmla="*/ 60424 h 1988"/>
                <a:gd name="T28" fmla="*/ 13200 w 438"/>
                <a:gd name="T29" fmla="*/ 31341 h 1988"/>
                <a:gd name="T30" fmla="*/ 8822 w 438"/>
                <a:gd name="T31" fmla="*/ 15670 h 1988"/>
                <a:gd name="T32" fmla="*/ 6600 w 438"/>
                <a:gd name="T33" fmla="*/ 2258 h 1988"/>
                <a:gd name="T34" fmla="*/ 4378 w 438"/>
                <a:gd name="T35" fmla="*/ 66 h 1988"/>
                <a:gd name="T36" fmla="*/ 0 w 438"/>
                <a:gd name="T37" fmla="*/ 66 h 19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38" h="1988" extrusionOk="0">
                  <a:moveTo>
                    <a:pt x="0" y="1"/>
                  </a:moveTo>
                  <a:lnTo>
                    <a:pt x="0" y="34"/>
                  </a:lnTo>
                  <a:lnTo>
                    <a:pt x="0" y="270"/>
                  </a:lnTo>
                  <a:lnTo>
                    <a:pt x="0" y="472"/>
                  </a:lnTo>
                  <a:lnTo>
                    <a:pt x="67" y="943"/>
                  </a:lnTo>
                  <a:lnTo>
                    <a:pt x="168" y="1448"/>
                  </a:lnTo>
                  <a:lnTo>
                    <a:pt x="236" y="1718"/>
                  </a:lnTo>
                  <a:lnTo>
                    <a:pt x="337" y="1953"/>
                  </a:lnTo>
                  <a:lnTo>
                    <a:pt x="370" y="1987"/>
                  </a:lnTo>
                  <a:lnTo>
                    <a:pt x="438" y="1987"/>
                  </a:lnTo>
                  <a:lnTo>
                    <a:pt x="438" y="1920"/>
                  </a:lnTo>
                  <a:lnTo>
                    <a:pt x="438" y="1684"/>
                  </a:lnTo>
                  <a:lnTo>
                    <a:pt x="370" y="1415"/>
                  </a:lnTo>
                  <a:lnTo>
                    <a:pt x="269" y="910"/>
                  </a:lnTo>
                  <a:lnTo>
                    <a:pt x="202" y="472"/>
                  </a:lnTo>
                  <a:lnTo>
                    <a:pt x="135" y="236"/>
                  </a:lnTo>
                  <a:lnTo>
                    <a:pt x="101" y="34"/>
                  </a:lnTo>
                  <a:lnTo>
                    <a:pt x="67" y="1"/>
                  </a:lnTo>
                  <a:lnTo>
                    <a:pt x="0"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4" name="Google Shape;201;p2"/>
            <p:cNvSpPr>
              <a:spLocks/>
            </p:cNvSpPr>
            <p:nvPr/>
          </p:nvSpPr>
          <p:spPr bwMode="auto">
            <a:xfrm>
              <a:off x="2791090" y="5817402"/>
              <a:ext cx="34983" cy="42940"/>
            </a:xfrm>
            <a:custGeom>
              <a:avLst/>
              <a:gdLst>
                <a:gd name="T0" fmla="*/ 32632 w 506"/>
                <a:gd name="T1" fmla="*/ 0 h 641"/>
                <a:gd name="T2" fmla="*/ 25650 w 506"/>
                <a:gd name="T3" fmla="*/ 6766 h 641"/>
                <a:gd name="T4" fmla="*/ 18667 w 506"/>
                <a:gd name="T5" fmla="*/ 13532 h 641"/>
                <a:gd name="T6" fmla="*/ 13966 w 506"/>
                <a:gd name="T7" fmla="*/ 11321 h 641"/>
                <a:gd name="T8" fmla="*/ 4701 w 506"/>
                <a:gd name="T9" fmla="*/ 4555 h 641"/>
                <a:gd name="T10" fmla="*/ 0 w 506"/>
                <a:gd name="T11" fmla="*/ 4555 h 641"/>
                <a:gd name="T12" fmla="*/ 0 w 506"/>
                <a:gd name="T13" fmla="*/ 6766 h 641"/>
                <a:gd name="T14" fmla="*/ 2351 w 506"/>
                <a:gd name="T15" fmla="*/ 13532 h 641"/>
                <a:gd name="T16" fmla="*/ 9333 w 506"/>
                <a:gd name="T17" fmla="*/ 18087 h 641"/>
                <a:gd name="T18" fmla="*/ 11684 w 506"/>
                <a:gd name="T19" fmla="*/ 20298 h 641"/>
                <a:gd name="T20" fmla="*/ 4701 w 506"/>
                <a:gd name="T21" fmla="*/ 36107 h 641"/>
                <a:gd name="T22" fmla="*/ 4701 w 506"/>
                <a:gd name="T23" fmla="*/ 40595 h 641"/>
                <a:gd name="T24" fmla="*/ 6983 w 506"/>
                <a:gd name="T25" fmla="*/ 42873 h 641"/>
                <a:gd name="T26" fmla="*/ 11684 w 506"/>
                <a:gd name="T27" fmla="*/ 42873 h 641"/>
                <a:gd name="T28" fmla="*/ 16316 w 506"/>
                <a:gd name="T29" fmla="*/ 40595 h 641"/>
                <a:gd name="T30" fmla="*/ 23299 w 506"/>
                <a:gd name="T31" fmla="*/ 22575 h 641"/>
                <a:gd name="T32" fmla="*/ 25650 w 506"/>
                <a:gd name="T33" fmla="*/ 22575 h 641"/>
                <a:gd name="T34" fmla="*/ 27931 w 506"/>
                <a:gd name="T35" fmla="*/ 20298 h 641"/>
                <a:gd name="T36" fmla="*/ 27931 w 506"/>
                <a:gd name="T37" fmla="*/ 15809 h 641"/>
                <a:gd name="T38" fmla="*/ 34914 w 506"/>
                <a:gd name="T39" fmla="*/ 0 h 641"/>
                <a:gd name="T40" fmla="*/ 32632 w 506"/>
                <a:gd name="T41" fmla="*/ 0 h 6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6" h="641" extrusionOk="0">
                  <a:moveTo>
                    <a:pt x="472" y="0"/>
                  </a:moveTo>
                  <a:lnTo>
                    <a:pt x="371" y="101"/>
                  </a:lnTo>
                  <a:lnTo>
                    <a:pt x="270" y="202"/>
                  </a:lnTo>
                  <a:lnTo>
                    <a:pt x="202" y="169"/>
                  </a:lnTo>
                  <a:lnTo>
                    <a:pt x="68" y="68"/>
                  </a:lnTo>
                  <a:lnTo>
                    <a:pt x="0" y="68"/>
                  </a:lnTo>
                  <a:lnTo>
                    <a:pt x="0" y="101"/>
                  </a:lnTo>
                  <a:lnTo>
                    <a:pt x="34" y="202"/>
                  </a:lnTo>
                  <a:lnTo>
                    <a:pt x="135" y="270"/>
                  </a:lnTo>
                  <a:lnTo>
                    <a:pt x="169" y="303"/>
                  </a:lnTo>
                  <a:lnTo>
                    <a:pt x="68" y="539"/>
                  </a:lnTo>
                  <a:lnTo>
                    <a:pt x="68" y="606"/>
                  </a:lnTo>
                  <a:lnTo>
                    <a:pt x="101" y="640"/>
                  </a:lnTo>
                  <a:lnTo>
                    <a:pt x="169" y="640"/>
                  </a:lnTo>
                  <a:lnTo>
                    <a:pt x="236" y="606"/>
                  </a:lnTo>
                  <a:lnTo>
                    <a:pt x="337" y="337"/>
                  </a:lnTo>
                  <a:lnTo>
                    <a:pt x="371" y="337"/>
                  </a:lnTo>
                  <a:lnTo>
                    <a:pt x="404" y="303"/>
                  </a:lnTo>
                  <a:lnTo>
                    <a:pt x="404" y="236"/>
                  </a:lnTo>
                  <a:lnTo>
                    <a:pt x="505" y="0"/>
                  </a:lnTo>
                  <a:lnTo>
                    <a:pt x="47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5" name="Google Shape;202;p2"/>
            <p:cNvSpPr>
              <a:spLocks/>
            </p:cNvSpPr>
            <p:nvPr/>
          </p:nvSpPr>
          <p:spPr bwMode="auto">
            <a:xfrm>
              <a:off x="2568473" y="5785594"/>
              <a:ext cx="155832" cy="147907"/>
            </a:xfrm>
            <a:custGeom>
              <a:avLst/>
              <a:gdLst>
                <a:gd name="T0" fmla="*/ 109043 w 2358"/>
                <a:gd name="T1" fmla="*/ 0 h 2223"/>
                <a:gd name="T2" fmla="*/ 86838 w 2358"/>
                <a:gd name="T3" fmla="*/ 6720 h 2223"/>
                <a:gd name="T4" fmla="*/ 46789 w 2358"/>
                <a:gd name="T5" fmla="*/ 11178 h 2223"/>
                <a:gd name="T6" fmla="*/ 26765 w 2358"/>
                <a:gd name="T7" fmla="*/ 13440 h 2223"/>
                <a:gd name="T8" fmla="*/ 6741 w 2358"/>
                <a:gd name="T9" fmla="*/ 20160 h 2223"/>
                <a:gd name="T10" fmla="*/ 6741 w 2358"/>
                <a:gd name="T11" fmla="*/ 13440 h 2223"/>
                <a:gd name="T12" fmla="*/ 2247 w 2358"/>
                <a:gd name="T13" fmla="*/ 13440 h 2223"/>
                <a:gd name="T14" fmla="*/ 66 w 2358"/>
                <a:gd name="T15" fmla="*/ 15702 h 2223"/>
                <a:gd name="T16" fmla="*/ 66 w 2358"/>
                <a:gd name="T17" fmla="*/ 31338 h 2223"/>
                <a:gd name="T18" fmla="*/ 66 w 2358"/>
                <a:gd name="T19" fmla="*/ 44778 h 2223"/>
                <a:gd name="T20" fmla="*/ 2247 w 2358"/>
                <a:gd name="T21" fmla="*/ 76182 h 2223"/>
                <a:gd name="T22" fmla="*/ 8922 w 2358"/>
                <a:gd name="T23" fmla="*/ 109783 h 2223"/>
                <a:gd name="T24" fmla="*/ 13416 w 2358"/>
                <a:gd name="T25" fmla="*/ 127680 h 2223"/>
                <a:gd name="T26" fmla="*/ 20090 w 2358"/>
                <a:gd name="T27" fmla="*/ 143383 h 2223"/>
                <a:gd name="T28" fmla="*/ 22271 w 2358"/>
                <a:gd name="T29" fmla="*/ 147840 h 2223"/>
                <a:gd name="T30" fmla="*/ 24518 w 2358"/>
                <a:gd name="T31" fmla="*/ 147840 h 2223"/>
                <a:gd name="T32" fmla="*/ 26765 w 2358"/>
                <a:gd name="T33" fmla="*/ 145578 h 2223"/>
                <a:gd name="T34" fmla="*/ 28946 w 2358"/>
                <a:gd name="T35" fmla="*/ 141120 h 2223"/>
                <a:gd name="T36" fmla="*/ 26765 w 2358"/>
                <a:gd name="T37" fmla="*/ 125418 h 2223"/>
                <a:gd name="T38" fmla="*/ 22271 w 2358"/>
                <a:gd name="T39" fmla="*/ 107520 h 2223"/>
                <a:gd name="T40" fmla="*/ 15596 w 2358"/>
                <a:gd name="T41" fmla="*/ 73920 h 2223"/>
                <a:gd name="T42" fmla="*/ 13416 w 2358"/>
                <a:gd name="T43" fmla="*/ 49302 h 2223"/>
                <a:gd name="T44" fmla="*/ 8922 w 2358"/>
                <a:gd name="T45" fmla="*/ 24618 h 2223"/>
                <a:gd name="T46" fmla="*/ 35621 w 2358"/>
                <a:gd name="T47" fmla="*/ 24618 h 2223"/>
                <a:gd name="T48" fmla="*/ 62320 w 2358"/>
                <a:gd name="T49" fmla="*/ 20160 h 2223"/>
                <a:gd name="T50" fmla="*/ 122392 w 2358"/>
                <a:gd name="T51" fmla="*/ 11178 h 2223"/>
                <a:gd name="T52" fmla="*/ 124639 w 2358"/>
                <a:gd name="T53" fmla="*/ 13440 h 2223"/>
                <a:gd name="T54" fmla="*/ 131314 w 2358"/>
                <a:gd name="T55" fmla="*/ 13440 h 2223"/>
                <a:gd name="T56" fmla="*/ 131314 w 2358"/>
                <a:gd name="T57" fmla="*/ 31338 h 2223"/>
                <a:gd name="T58" fmla="*/ 133561 w 2358"/>
                <a:gd name="T59" fmla="*/ 51498 h 2223"/>
                <a:gd name="T60" fmla="*/ 142416 w 2358"/>
                <a:gd name="T61" fmla="*/ 118698 h 2223"/>
                <a:gd name="T62" fmla="*/ 115717 w 2358"/>
                <a:gd name="T63" fmla="*/ 118698 h 2223"/>
                <a:gd name="T64" fmla="*/ 89019 w 2358"/>
                <a:gd name="T65" fmla="*/ 125418 h 2223"/>
                <a:gd name="T66" fmla="*/ 55645 w 2358"/>
                <a:gd name="T67" fmla="*/ 127680 h 2223"/>
                <a:gd name="T68" fmla="*/ 40115 w 2358"/>
                <a:gd name="T69" fmla="*/ 132138 h 2223"/>
                <a:gd name="T70" fmla="*/ 33440 w 2358"/>
                <a:gd name="T71" fmla="*/ 136663 h 2223"/>
                <a:gd name="T72" fmla="*/ 28946 w 2358"/>
                <a:gd name="T73" fmla="*/ 141120 h 2223"/>
                <a:gd name="T74" fmla="*/ 33440 w 2358"/>
                <a:gd name="T75" fmla="*/ 145578 h 2223"/>
                <a:gd name="T76" fmla="*/ 55645 w 2358"/>
                <a:gd name="T77" fmla="*/ 145578 h 2223"/>
                <a:gd name="T78" fmla="*/ 82344 w 2358"/>
                <a:gd name="T79" fmla="*/ 141120 h 2223"/>
                <a:gd name="T80" fmla="*/ 113537 w 2358"/>
                <a:gd name="T81" fmla="*/ 136663 h 2223"/>
                <a:gd name="T82" fmla="*/ 131314 w 2358"/>
                <a:gd name="T83" fmla="*/ 134400 h 2223"/>
                <a:gd name="T84" fmla="*/ 144663 w 2358"/>
                <a:gd name="T85" fmla="*/ 129943 h 2223"/>
                <a:gd name="T86" fmla="*/ 149091 w 2358"/>
                <a:gd name="T87" fmla="*/ 132138 h 2223"/>
                <a:gd name="T88" fmla="*/ 151338 w 2358"/>
                <a:gd name="T89" fmla="*/ 132138 h 2223"/>
                <a:gd name="T90" fmla="*/ 155766 w 2358"/>
                <a:gd name="T91" fmla="*/ 129943 h 2223"/>
                <a:gd name="T92" fmla="*/ 155766 w 2358"/>
                <a:gd name="T93" fmla="*/ 125418 h 2223"/>
                <a:gd name="T94" fmla="*/ 144663 w 2358"/>
                <a:gd name="T95" fmla="*/ 58218 h 2223"/>
                <a:gd name="T96" fmla="*/ 142416 w 2358"/>
                <a:gd name="T97" fmla="*/ 29142 h 2223"/>
                <a:gd name="T98" fmla="*/ 140236 w 2358"/>
                <a:gd name="T99" fmla="*/ 15702 h 2223"/>
                <a:gd name="T100" fmla="*/ 135742 w 2358"/>
                <a:gd name="T101" fmla="*/ 2262 h 2223"/>
                <a:gd name="T102" fmla="*/ 133561 w 2358"/>
                <a:gd name="T103" fmla="*/ 2262 h 2223"/>
                <a:gd name="T104" fmla="*/ 131314 w 2358"/>
                <a:gd name="T105" fmla="*/ 4458 h 2223"/>
                <a:gd name="T106" fmla="*/ 131314 w 2358"/>
                <a:gd name="T107" fmla="*/ 2262 h 2223"/>
                <a:gd name="T108" fmla="*/ 126886 w 2358"/>
                <a:gd name="T109" fmla="*/ 0 h 2223"/>
                <a:gd name="T110" fmla="*/ 109043 w 2358"/>
                <a:gd name="T111" fmla="*/ 0 h 222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58" h="2223" extrusionOk="0">
                  <a:moveTo>
                    <a:pt x="1650" y="0"/>
                  </a:moveTo>
                  <a:lnTo>
                    <a:pt x="1314" y="101"/>
                  </a:lnTo>
                  <a:lnTo>
                    <a:pt x="708" y="168"/>
                  </a:lnTo>
                  <a:lnTo>
                    <a:pt x="405" y="202"/>
                  </a:lnTo>
                  <a:lnTo>
                    <a:pt x="102" y="303"/>
                  </a:lnTo>
                  <a:lnTo>
                    <a:pt x="102" y="202"/>
                  </a:lnTo>
                  <a:lnTo>
                    <a:pt x="34" y="202"/>
                  </a:lnTo>
                  <a:lnTo>
                    <a:pt x="1" y="236"/>
                  </a:lnTo>
                  <a:lnTo>
                    <a:pt x="1" y="471"/>
                  </a:lnTo>
                  <a:lnTo>
                    <a:pt x="1" y="673"/>
                  </a:lnTo>
                  <a:lnTo>
                    <a:pt x="34" y="1145"/>
                  </a:lnTo>
                  <a:lnTo>
                    <a:pt x="135" y="1650"/>
                  </a:lnTo>
                  <a:lnTo>
                    <a:pt x="203" y="1919"/>
                  </a:lnTo>
                  <a:lnTo>
                    <a:pt x="304" y="2155"/>
                  </a:lnTo>
                  <a:lnTo>
                    <a:pt x="337" y="2222"/>
                  </a:lnTo>
                  <a:lnTo>
                    <a:pt x="371" y="2222"/>
                  </a:lnTo>
                  <a:lnTo>
                    <a:pt x="405" y="2188"/>
                  </a:lnTo>
                  <a:lnTo>
                    <a:pt x="438" y="2121"/>
                  </a:lnTo>
                  <a:lnTo>
                    <a:pt x="405" y="1885"/>
                  </a:lnTo>
                  <a:lnTo>
                    <a:pt x="337" y="1616"/>
                  </a:lnTo>
                  <a:lnTo>
                    <a:pt x="236" y="1111"/>
                  </a:lnTo>
                  <a:lnTo>
                    <a:pt x="203" y="741"/>
                  </a:lnTo>
                  <a:lnTo>
                    <a:pt x="135" y="370"/>
                  </a:lnTo>
                  <a:lnTo>
                    <a:pt x="539" y="370"/>
                  </a:lnTo>
                  <a:lnTo>
                    <a:pt x="943" y="303"/>
                  </a:lnTo>
                  <a:lnTo>
                    <a:pt x="1852" y="168"/>
                  </a:lnTo>
                  <a:lnTo>
                    <a:pt x="1886" y="202"/>
                  </a:lnTo>
                  <a:lnTo>
                    <a:pt x="1987" y="202"/>
                  </a:lnTo>
                  <a:lnTo>
                    <a:pt x="1987" y="471"/>
                  </a:lnTo>
                  <a:lnTo>
                    <a:pt x="2021" y="774"/>
                  </a:lnTo>
                  <a:lnTo>
                    <a:pt x="2155" y="1784"/>
                  </a:lnTo>
                  <a:lnTo>
                    <a:pt x="1751" y="1784"/>
                  </a:lnTo>
                  <a:lnTo>
                    <a:pt x="1347" y="1885"/>
                  </a:lnTo>
                  <a:lnTo>
                    <a:pt x="842" y="1919"/>
                  </a:lnTo>
                  <a:lnTo>
                    <a:pt x="607" y="1986"/>
                  </a:lnTo>
                  <a:lnTo>
                    <a:pt x="506" y="2054"/>
                  </a:lnTo>
                  <a:lnTo>
                    <a:pt x="438" y="2121"/>
                  </a:lnTo>
                  <a:lnTo>
                    <a:pt x="506" y="2188"/>
                  </a:lnTo>
                  <a:lnTo>
                    <a:pt x="842" y="2188"/>
                  </a:lnTo>
                  <a:lnTo>
                    <a:pt x="1246" y="2121"/>
                  </a:lnTo>
                  <a:lnTo>
                    <a:pt x="1718" y="2054"/>
                  </a:lnTo>
                  <a:lnTo>
                    <a:pt x="1987" y="2020"/>
                  </a:lnTo>
                  <a:lnTo>
                    <a:pt x="2189" y="1953"/>
                  </a:lnTo>
                  <a:lnTo>
                    <a:pt x="2256" y="1986"/>
                  </a:lnTo>
                  <a:lnTo>
                    <a:pt x="2290" y="1986"/>
                  </a:lnTo>
                  <a:lnTo>
                    <a:pt x="2357" y="1953"/>
                  </a:lnTo>
                  <a:lnTo>
                    <a:pt x="2357" y="1885"/>
                  </a:lnTo>
                  <a:lnTo>
                    <a:pt x="2189" y="875"/>
                  </a:lnTo>
                  <a:lnTo>
                    <a:pt x="2155" y="438"/>
                  </a:lnTo>
                  <a:lnTo>
                    <a:pt x="2122" y="236"/>
                  </a:lnTo>
                  <a:lnTo>
                    <a:pt x="2054" y="34"/>
                  </a:lnTo>
                  <a:lnTo>
                    <a:pt x="2021" y="34"/>
                  </a:lnTo>
                  <a:lnTo>
                    <a:pt x="1987" y="67"/>
                  </a:lnTo>
                  <a:lnTo>
                    <a:pt x="1987" y="34"/>
                  </a:lnTo>
                  <a:lnTo>
                    <a:pt x="1920" y="0"/>
                  </a:lnTo>
                  <a:lnTo>
                    <a:pt x="165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6" name="Google Shape;203;p2"/>
            <p:cNvSpPr>
              <a:spLocks/>
            </p:cNvSpPr>
            <p:nvPr/>
          </p:nvSpPr>
          <p:spPr bwMode="auto">
            <a:xfrm>
              <a:off x="2727485" y="5755376"/>
              <a:ext cx="154241" cy="166993"/>
            </a:xfrm>
            <a:custGeom>
              <a:avLst/>
              <a:gdLst>
                <a:gd name="T0" fmla="*/ 129618 w 2324"/>
                <a:gd name="T1" fmla="*/ 13420 h 2526"/>
                <a:gd name="T2" fmla="*/ 129618 w 2324"/>
                <a:gd name="T3" fmla="*/ 42310 h 2526"/>
                <a:gd name="T4" fmla="*/ 131808 w 2324"/>
                <a:gd name="T5" fmla="*/ 73514 h 2526"/>
                <a:gd name="T6" fmla="*/ 136321 w 2324"/>
                <a:gd name="T7" fmla="*/ 104652 h 2526"/>
                <a:gd name="T8" fmla="*/ 143025 w 2324"/>
                <a:gd name="T9" fmla="*/ 133608 h 2526"/>
                <a:gd name="T10" fmla="*/ 145215 w 2324"/>
                <a:gd name="T11" fmla="*/ 135789 h 2526"/>
                <a:gd name="T12" fmla="*/ 143025 w 2324"/>
                <a:gd name="T13" fmla="*/ 135789 h 2526"/>
                <a:gd name="T14" fmla="*/ 116212 w 2324"/>
                <a:gd name="T15" fmla="*/ 138037 h 2526"/>
                <a:gd name="T16" fmla="*/ 89399 w 2324"/>
                <a:gd name="T17" fmla="*/ 142466 h 2526"/>
                <a:gd name="T18" fmla="*/ 62586 w 2324"/>
                <a:gd name="T19" fmla="*/ 144714 h 2526"/>
                <a:gd name="T20" fmla="*/ 33516 w 2324"/>
                <a:gd name="T21" fmla="*/ 149143 h 2526"/>
                <a:gd name="T22" fmla="*/ 22366 w 2324"/>
                <a:gd name="T23" fmla="*/ 89050 h 2526"/>
                <a:gd name="T24" fmla="*/ 11150 w 2324"/>
                <a:gd name="T25" fmla="*/ 28956 h 2526"/>
                <a:gd name="T26" fmla="*/ 40219 w 2324"/>
                <a:gd name="T27" fmla="*/ 26774 h 2526"/>
                <a:gd name="T28" fmla="*/ 69289 w 2324"/>
                <a:gd name="T29" fmla="*/ 24527 h 2526"/>
                <a:gd name="T30" fmla="*/ 129618 w 2324"/>
                <a:gd name="T31" fmla="*/ 13420 h 2526"/>
                <a:gd name="T32" fmla="*/ 129618 w 2324"/>
                <a:gd name="T33" fmla="*/ 66 h 2526"/>
                <a:gd name="T34" fmla="*/ 69289 w 2324"/>
                <a:gd name="T35" fmla="*/ 11173 h 2526"/>
                <a:gd name="T36" fmla="*/ 37963 w 2324"/>
                <a:gd name="T37" fmla="*/ 13420 h 2526"/>
                <a:gd name="T38" fmla="*/ 6703 w 2324"/>
                <a:gd name="T39" fmla="*/ 20097 h 2526"/>
                <a:gd name="T40" fmla="*/ 4447 w 2324"/>
                <a:gd name="T41" fmla="*/ 22279 h 2526"/>
                <a:gd name="T42" fmla="*/ 4447 w 2324"/>
                <a:gd name="T43" fmla="*/ 24527 h 2526"/>
                <a:gd name="T44" fmla="*/ 2257 w 2324"/>
                <a:gd name="T45" fmla="*/ 24527 h 2526"/>
                <a:gd name="T46" fmla="*/ 0 w 2324"/>
                <a:gd name="T47" fmla="*/ 28956 h 2526"/>
                <a:gd name="T48" fmla="*/ 2257 w 2324"/>
                <a:gd name="T49" fmla="*/ 62341 h 2526"/>
                <a:gd name="T50" fmla="*/ 6703 w 2324"/>
                <a:gd name="T51" fmla="*/ 95727 h 2526"/>
                <a:gd name="T52" fmla="*/ 15663 w 2324"/>
                <a:gd name="T53" fmla="*/ 131360 h 2526"/>
                <a:gd name="T54" fmla="*/ 24556 w 2324"/>
                <a:gd name="T55" fmla="*/ 164745 h 2526"/>
                <a:gd name="T56" fmla="*/ 26813 w 2324"/>
                <a:gd name="T57" fmla="*/ 166993 h 2526"/>
                <a:gd name="T58" fmla="*/ 31260 w 2324"/>
                <a:gd name="T59" fmla="*/ 166993 h 2526"/>
                <a:gd name="T60" fmla="*/ 35773 w 2324"/>
                <a:gd name="T61" fmla="*/ 164745 h 2526"/>
                <a:gd name="T62" fmla="*/ 35773 w 2324"/>
                <a:gd name="T63" fmla="*/ 160316 h 2526"/>
                <a:gd name="T64" fmla="*/ 35773 w 2324"/>
                <a:gd name="T65" fmla="*/ 155820 h 2526"/>
                <a:gd name="T66" fmla="*/ 62586 w 2324"/>
                <a:gd name="T67" fmla="*/ 158068 h 2526"/>
                <a:gd name="T68" fmla="*/ 91589 w 2324"/>
                <a:gd name="T69" fmla="*/ 155820 h 2526"/>
                <a:gd name="T70" fmla="*/ 118402 w 2324"/>
                <a:gd name="T71" fmla="*/ 151391 h 2526"/>
                <a:gd name="T72" fmla="*/ 145215 w 2324"/>
                <a:gd name="T73" fmla="*/ 144714 h 2526"/>
                <a:gd name="T74" fmla="*/ 147471 w 2324"/>
                <a:gd name="T75" fmla="*/ 140285 h 2526"/>
                <a:gd name="T76" fmla="*/ 145215 w 2324"/>
                <a:gd name="T77" fmla="*/ 138037 h 2526"/>
                <a:gd name="T78" fmla="*/ 151918 w 2324"/>
                <a:gd name="T79" fmla="*/ 138037 h 2526"/>
                <a:gd name="T80" fmla="*/ 151918 w 2324"/>
                <a:gd name="T81" fmla="*/ 135789 h 2526"/>
                <a:gd name="T82" fmla="*/ 154175 w 2324"/>
                <a:gd name="T83" fmla="*/ 131360 h 2526"/>
                <a:gd name="T84" fmla="*/ 151918 w 2324"/>
                <a:gd name="T85" fmla="*/ 102404 h 2526"/>
                <a:gd name="T86" fmla="*/ 147471 w 2324"/>
                <a:gd name="T87" fmla="*/ 71266 h 2526"/>
                <a:gd name="T88" fmla="*/ 140768 w 2324"/>
                <a:gd name="T89" fmla="*/ 40129 h 2526"/>
                <a:gd name="T90" fmla="*/ 134065 w 2324"/>
                <a:gd name="T91" fmla="*/ 11173 h 2526"/>
                <a:gd name="T92" fmla="*/ 136321 w 2324"/>
                <a:gd name="T93" fmla="*/ 6743 h 2526"/>
                <a:gd name="T94" fmla="*/ 136321 w 2324"/>
                <a:gd name="T95" fmla="*/ 4495 h 2526"/>
                <a:gd name="T96" fmla="*/ 134065 w 2324"/>
                <a:gd name="T97" fmla="*/ 2248 h 2526"/>
                <a:gd name="T98" fmla="*/ 129618 w 2324"/>
                <a:gd name="T99" fmla="*/ 66 h 2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324" h="2526" extrusionOk="0">
                  <a:moveTo>
                    <a:pt x="1953" y="203"/>
                  </a:moveTo>
                  <a:lnTo>
                    <a:pt x="1953" y="640"/>
                  </a:lnTo>
                  <a:lnTo>
                    <a:pt x="1986" y="1112"/>
                  </a:lnTo>
                  <a:lnTo>
                    <a:pt x="2054" y="1583"/>
                  </a:lnTo>
                  <a:lnTo>
                    <a:pt x="2155" y="2021"/>
                  </a:lnTo>
                  <a:lnTo>
                    <a:pt x="2188" y="2054"/>
                  </a:lnTo>
                  <a:lnTo>
                    <a:pt x="2155" y="2054"/>
                  </a:lnTo>
                  <a:lnTo>
                    <a:pt x="1751" y="2088"/>
                  </a:lnTo>
                  <a:lnTo>
                    <a:pt x="1347" y="2155"/>
                  </a:lnTo>
                  <a:lnTo>
                    <a:pt x="943" y="2189"/>
                  </a:lnTo>
                  <a:lnTo>
                    <a:pt x="505" y="2256"/>
                  </a:lnTo>
                  <a:lnTo>
                    <a:pt x="337" y="1347"/>
                  </a:lnTo>
                  <a:lnTo>
                    <a:pt x="168" y="438"/>
                  </a:lnTo>
                  <a:lnTo>
                    <a:pt x="606" y="405"/>
                  </a:lnTo>
                  <a:lnTo>
                    <a:pt x="1044" y="371"/>
                  </a:lnTo>
                  <a:lnTo>
                    <a:pt x="1953" y="203"/>
                  </a:lnTo>
                  <a:close/>
                  <a:moveTo>
                    <a:pt x="1953" y="1"/>
                  </a:moveTo>
                  <a:lnTo>
                    <a:pt x="1044" y="169"/>
                  </a:lnTo>
                  <a:lnTo>
                    <a:pt x="572" y="203"/>
                  </a:lnTo>
                  <a:lnTo>
                    <a:pt x="101" y="304"/>
                  </a:lnTo>
                  <a:lnTo>
                    <a:pt x="67" y="337"/>
                  </a:lnTo>
                  <a:lnTo>
                    <a:pt x="67" y="371"/>
                  </a:lnTo>
                  <a:lnTo>
                    <a:pt x="34" y="371"/>
                  </a:lnTo>
                  <a:lnTo>
                    <a:pt x="0" y="438"/>
                  </a:lnTo>
                  <a:lnTo>
                    <a:pt x="34" y="943"/>
                  </a:lnTo>
                  <a:lnTo>
                    <a:pt x="101" y="1448"/>
                  </a:lnTo>
                  <a:lnTo>
                    <a:pt x="236" y="1987"/>
                  </a:lnTo>
                  <a:lnTo>
                    <a:pt x="370" y="2492"/>
                  </a:lnTo>
                  <a:lnTo>
                    <a:pt x="404" y="2526"/>
                  </a:lnTo>
                  <a:lnTo>
                    <a:pt x="471" y="2526"/>
                  </a:lnTo>
                  <a:lnTo>
                    <a:pt x="539" y="2492"/>
                  </a:lnTo>
                  <a:lnTo>
                    <a:pt x="539" y="2425"/>
                  </a:lnTo>
                  <a:lnTo>
                    <a:pt x="539" y="2357"/>
                  </a:lnTo>
                  <a:lnTo>
                    <a:pt x="943" y="2391"/>
                  </a:lnTo>
                  <a:lnTo>
                    <a:pt x="1380" y="2357"/>
                  </a:lnTo>
                  <a:lnTo>
                    <a:pt x="1784" y="2290"/>
                  </a:lnTo>
                  <a:lnTo>
                    <a:pt x="2188" y="2189"/>
                  </a:lnTo>
                  <a:lnTo>
                    <a:pt x="2222" y="2122"/>
                  </a:lnTo>
                  <a:lnTo>
                    <a:pt x="2188" y="2088"/>
                  </a:lnTo>
                  <a:lnTo>
                    <a:pt x="2289" y="2088"/>
                  </a:lnTo>
                  <a:lnTo>
                    <a:pt x="2289" y="2054"/>
                  </a:lnTo>
                  <a:lnTo>
                    <a:pt x="2323" y="1987"/>
                  </a:lnTo>
                  <a:lnTo>
                    <a:pt x="2289" y="1549"/>
                  </a:lnTo>
                  <a:lnTo>
                    <a:pt x="2222" y="1078"/>
                  </a:lnTo>
                  <a:lnTo>
                    <a:pt x="2121" y="607"/>
                  </a:lnTo>
                  <a:lnTo>
                    <a:pt x="2020" y="169"/>
                  </a:lnTo>
                  <a:lnTo>
                    <a:pt x="2054" y="102"/>
                  </a:lnTo>
                  <a:lnTo>
                    <a:pt x="2054" y="68"/>
                  </a:lnTo>
                  <a:lnTo>
                    <a:pt x="2020" y="34"/>
                  </a:lnTo>
                  <a:lnTo>
                    <a:pt x="1953"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7" name="Google Shape;204;p2"/>
            <p:cNvSpPr>
              <a:spLocks/>
            </p:cNvSpPr>
            <p:nvPr/>
          </p:nvSpPr>
          <p:spPr bwMode="auto">
            <a:xfrm>
              <a:off x="2471475" y="5865114"/>
              <a:ext cx="36573" cy="46121"/>
            </a:xfrm>
            <a:custGeom>
              <a:avLst/>
              <a:gdLst>
                <a:gd name="T0" fmla="*/ 20589 w 540"/>
                <a:gd name="T1" fmla="*/ 8794 h 708"/>
                <a:gd name="T2" fmla="*/ 18287 w 540"/>
                <a:gd name="T3" fmla="*/ 17589 h 708"/>
                <a:gd name="T4" fmla="*/ 13749 w 540"/>
                <a:gd name="T5" fmla="*/ 24168 h 708"/>
                <a:gd name="T6" fmla="*/ 9211 w 540"/>
                <a:gd name="T7" fmla="*/ 26318 h 708"/>
                <a:gd name="T8" fmla="*/ 9211 w 540"/>
                <a:gd name="T9" fmla="*/ 24168 h 708"/>
                <a:gd name="T10" fmla="*/ 9211 w 540"/>
                <a:gd name="T11" fmla="*/ 19738 h 708"/>
                <a:gd name="T12" fmla="*/ 13749 w 540"/>
                <a:gd name="T13" fmla="*/ 13159 h 708"/>
                <a:gd name="T14" fmla="*/ 16051 w 540"/>
                <a:gd name="T15" fmla="*/ 11009 h 708"/>
                <a:gd name="T16" fmla="*/ 20589 w 540"/>
                <a:gd name="T17" fmla="*/ 8794 h 708"/>
                <a:gd name="T18" fmla="*/ 20589 w 540"/>
                <a:gd name="T19" fmla="*/ 0 h 708"/>
                <a:gd name="T20" fmla="*/ 11446 w 540"/>
                <a:gd name="T21" fmla="*/ 2215 h 708"/>
                <a:gd name="T22" fmla="*/ 4605 w 540"/>
                <a:gd name="T23" fmla="*/ 8794 h 708"/>
                <a:gd name="T24" fmla="*/ 2370 w 540"/>
                <a:gd name="T25" fmla="*/ 8794 h 708"/>
                <a:gd name="T26" fmla="*/ 2370 w 540"/>
                <a:gd name="T27" fmla="*/ 11009 h 708"/>
                <a:gd name="T28" fmla="*/ 2370 w 540"/>
                <a:gd name="T29" fmla="*/ 13159 h 708"/>
                <a:gd name="T30" fmla="*/ 68 w 540"/>
                <a:gd name="T31" fmla="*/ 21953 h 708"/>
                <a:gd name="T32" fmla="*/ 68 w 540"/>
                <a:gd name="T33" fmla="*/ 28532 h 708"/>
                <a:gd name="T34" fmla="*/ 6908 w 540"/>
                <a:gd name="T35" fmla="*/ 43906 h 708"/>
                <a:gd name="T36" fmla="*/ 6908 w 540"/>
                <a:gd name="T37" fmla="*/ 46056 h 708"/>
                <a:gd name="T38" fmla="*/ 11446 w 540"/>
                <a:gd name="T39" fmla="*/ 46056 h 708"/>
                <a:gd name="T40" fmla="*/ 13749 w 540"/>
                <a:gd name="T41" fmla="*/ 43906 h 708"/>
                <a:gd name="T42" fmla="*/ 13749 w 540"/>
                <a:gd name="T43" fmla="*/ 41691 h 708"/>
                <a:gd name="T44" fmla="*/ 11446 w 540"/>
                <a:gd name="T45" fmla="*/ 32897 h 708"/>
                <a:gd name="T46" fmla="*/ 16051 w 540"/>
                <a:gd name="T47" fmla="*/ 37327 h 708"/>
                <a:gd name="T48" fmla="*/ 20589 w 540"/>
                <a:gd name="T49" fmla="*/ 41691 h 708"/>
                <a:gd name="T50" fmla="*/ 25127 w 540"/>
                <a:gd name="T51" fmla="*/ 43906 h 708"/>
                <a:gd name="T52" fmla="*/ 31968 w 540"/>
                <a:gd name="T53" fmla="*/ 46056 h 708"/>
                <a:gd name="T54" fmla="*/ 34270 w 540"/>
                <a:gd name="T55" fmla="*/ 43906 h 708"/>
                <a:gd name="T56" fmla="*/ 36573 w 540"/>
                <a:gd name="T57" fmla="*/ 41691 h 708"/>
                <a:gd name="T58" fmla="*/ 36573 w 540"/>
                <a:gd name="T59" fmla="*/ 37327 h 708"/>
                <a:gd name="T60" fmla="*/ 31968 w 540"/>
                <a:gd name="T61" fmla="*/ 35112 h 708"/>
                <a:gd name="T62" fmla="*/ 25127 w 540"/>
                <a:gd name="T63" fmla="*/ 32897 h 708"/>
                <a:gd name="T64" fmla="*/ 20589 w 540"/>
                <a:gd name="T65" fmla="*/ 28532 h 708"/>
                <a:gd name="T66" fmla="*/ 27430 w 540"/>
                <a:gd name="T67" fmla="*/ 21953 h 708"/>
                <a:gd name="T68" fmla="*/ 31968 w 540"/>
                <a:gd name="T69" fmla="*/ 13159 h 708"/>
                <a:gd name="T70" fmla="*/ 31968 w 540"/>
                <a:gd name="T71" fmla="*/ 6579 h 708"/>
                <a:gd name="T72" fmla="*/ 29732 w 540"/>
                <a:gd name="T73" fmla="*/ 2215 h 708"/>
                <a:gd name="T74" fmla="*/ 25127 w 540"/>
                <a:gd name="T75" fmla="*/ 0 h 708"/>
                <a:gd name="T76" fmla="*/ 20589 w 540"/>
                <a:gd name="T77" fmla="*/ 0 h 70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40" h="708" extrusionOk="0">
                  <a:moveTo>
                    <a:pt x="304" y="135"/>
                  </a:moveTo>
                  <a:lnTo>
                    <a:pt x="270" y="270"/>
                  </a:lnTo>
                  <a:lnTo>
                    <a:pt x="203" y="371"/>
                  </a:lnTo>
                  <a:lnTo>
                    <a:pt x="136" y="404"/>
                  </a:lnTo>
                  <a:lnTo>
                    <a:pt x="136" y="371"/>
                  </a:lnTo>
                  <a:lnTo>
                    <a:pt x="136" y="303"/>
                  </a:lnTo>
                  <a:lnTo>
                    <a:pt x="203" y="202"/>
                  </a:lnTo>
                  <a:lnTo>
                    <a:pt x="237" y="169"/>
                  </a:lnTo>
                  <a:lnTo>
                    <a:pt x="304" y="135"/>
                  </a:lnTo>
                  <a:close/>
                  <a:moveTo>
                    <a:pt x="304" y="0"/>
                  </a:moveTo>
                  <a:lnTo>
                    <a:pt x="169" y="34"/>
                  </a:lnTo>
                  <a:lnTo>
                    <a:pt x="68" y="135"/>
                  </a:lnTo>
                  <a:lnTo>
                    <a:pt x="35" y="135"/>
                  </a:lnTo>
                  <a:lnTo>
                    <a:pt x="35" y="169"/>
                  </a:lnTo>
                  <a:lnTo>
                    <a:pt x="35" y="202"/>
                  </a:lnTo>
                  <a:lnTo>
                    <a:pt x="1" y="337"/>
                  </a:lnTo>
                  <a:lnTo>
                    <a:pt x="1" y="438"/>
                  </a:lnTo>
                  <a:lnTo>
                    <a:pt x="102" y="674"/>
                  </a:lnTo>
                  <a:lnTo>
                    <a:pt x="102" y="707"/>
                  </a:lnTo>
                  <a:lnTo>
                    <a:pt x="169" y="707"/>
                  </a:lnTo>
                  <a:lnTo>
                    <a:pt x="203" y="674"/>
                  </a:lnTo>
                  <a:lnTo>
                    <a:pt x="203" y="640"/>
                  </a:lnTo>
                  <a:lnTo>
                    <a:pt x="169" y="505"/>
                  </a:lnTo>
                  <a:lnTo>
                    <a:pt x="237" y="573"/>
                  </a:lnTo>
                  <a:lnTo>
                    <a:pt x="304" y="640"/>
                  </a:lnTo>
                  <a:lnTo>
                    <a:pt x="371" y="674"/>
                  </a:lnTo>
                  <a:lnTo>
                    <a:pt x="472" y="707"/>
                  </a:lnTo>
                  <a:lnTo>
                    <a:pt x="506" y="674"/>
                  </a:lnTo>
                  <a:lnTo>
                    <a:pt x="540" y="640"/>
                  </a:lnTo>
                  <a:lnTo>
                    <a:pt x="540" y="573"/>
                  </a:lnTo>
                  <a:lnTo>
                    <a:pt x="472" y="539"/>
                  </a:lnTo>
                  <a:lnTo>
                    <a:pt x="371" y="505"/>
                  </a:lnTo>
                  <a:lnTo>
                    <a:pt x="304" y="438"/>
                  </a:lnTo>
                  <a:lnTo>
                    <a:pt x="405" y="337"/>
                  </a:lnTo>
                  <a:lnTo>
                    <a:pt x="472" y="202"/>
                  </a:lnTo>
                  <a:lnTo>
                    <a:pt x="472" y="101"/>
                  </a:lnTo>
                  <a:lnTo>
                    <a:pt x="439" y="34"/>
                  </a:lnTo>
                  <a:lnTo>
                    <a:pt x="371" y="0"/>
                  </a:lnTo>
                  <a:lnTo>
                    <a:pt x="30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8" name="Google Shape;205;p2"/>
            <p:cNvSpPr>
              <a:spLocks/>
            </p:cNvSpPr>
            <p:nvPr/>
          </p:nvSpPr>
          <p:spPr bwMode="auto">
            <a:xfrm>
              <a:off x="2089846" y="6173653"/>
              <a:ext cx="152652" cy="146317"/>
            </a:xfrm>
            <a:custGeom>
              <a:avLst/>
              <a:gdLst>
                <a:gd name="T0" fmla="*/ 125666 w 2291"/>
                <a:gd name="T1" fmla="*/ 13361 h 2223"/>
                <a:gd name="T2" fmla="*/ 130131 w 2291"/>
                <a:gd name="T3" fmla="*/ 37715 h 2223"/>
                <a:gd name="T4" fmla="*/ 132396 w 2291"/>
                <a:gd name="T5" fmla="*/ 62068 h 2223"/>
                <a:gd name="T6" fmla="*/ 136860 w 2291"/>
                <a:gd name="T7" fmla="*/ 90897 h 2223"/>
                <a:gd name="T8" fmla="*/ 141391 w 2291"/>
                <a:gd name="T9" fmla="*/ 119726 h 2223"/>
                <a:gd name="T10" fmla="*/ 130131 w 2291"/>
                <a:gd name="T11" fmla="*/ 119726 h 2223"/>
                <a:gd name="T12" fmla="*/ 116671 w 2291"/>
                <a:gd name="T13" fmla="*/ 121898 h 2223"/>
                <a:gd name="T14" fmla="*/ 92018 w 2291"/>
                <a:gd name="T15" fmla="*/ 124136 h 2223"/>
                <a:gd name="T16" fmla="*/ 60634 w 2291"/>
                <a:gd name="T17" fmla="*/ 128546 h 2223"/>
                <a:gd name="T18" fmla="*/ 44909 w 2291"/>
                <a:gd name="T19" fmla="*/ 133021 h 2223"/>
                <a:gd name="T20" fmla="*/ 31450 w 2291"/>
                <a:gd name="T21" fmla="*/ 137431 h 2223"/>
                <a:gd name="T22" fmla="*/ 24720 w 2291"/>
                <a:gd name="T23" fmla="*/ 106430 h 2223"/>
                <a:gd name="T24" fmla="*/ 17990 w 2291"/>
                <a:gd name="T25" fmla="*/ 77601 h 2223"/>
                <a:gd name="T26" fmla="*/ 11261 w 2291"/>
                <a:gd name="T27" fmla="*/ 53248 h 2223"/>
                <a:gd name="T28" fmla="*/ 6796 w 2291"/>
                <a:gd name="T29" fmla="*/ 28829 h 2223"/>
                <a:gd name="T30" fmla="*/ 67364 w 2291"/>
                <a:gd name="T31" fmla="*/ 22181 h 2223"/>
                <a:gd name="T32" fmla="*/ 125666 w 2291"/>
                <a:gd name="T33" fmla="*/ 13361 h 2223"/>
                <a:gd name="T34" fmla="*/ 125666 w 2291"/>
                <a:gd name="T35" fmla="*/ 66 h 2223"/>
                <a:gd name="T36" fmla="*/ 65099 w 2291"/>
                <a:gd name="T37" fmla="*/ 6714 h 2223"/>
                <a:gd name="T38" fmla="*/ 4531 w 2291"/>
                <a:gd name="T39" fmla="*/ 17771 h 2223"/>
                <a:gd name="T40" fmla="*/ 67 w 2291"/>
                <a:gd name="T41" fmla="*/ 20009 h 2223"/>
                <a:gd name="T42" fmla="*/ 67 w 2291"/>
                <a:gd name="T43" fmla="*/ 24419 h 2223"/>
                <a:gd name="T44" fmla="*/ 67 w 2291"/>
                <a:gd name="T45" fmla="*/ 37715 h 2223"/>
                <a:gd name="T46" fmla="*/ 67 w 2291"/>
                <a:gd name="T47" fmla="*/ 51010 h 2223"/>
                <a:gd name="T48" fmla="*/ 4531 w 2291"/>
                <a:gd name="T49" fmla="*/ 79839 h 2223"/>
                <a:gd name="T50" fmla="*/ 11261 w 2291"/>
                <a:gd name="T51" fmla="*/ 110840 h 2223"/>
                <a:gd name="T52" fmla="*/ 15725 w 2291"/>
                <a:gd name="T53" fmla="*/ 128546 h 2223"/>
                <a:gd name="T54" fmla="*/ 22455 w 2291"/>
                <a:gd name="T55" fmla="*/ 144079 h 2223"/>
                <a:gd name="T56" fmla="*/ 26986 w 2291"/>
                <a:gd name="T57" fmla="*/ 146317 h 2223"/>
                <a:gd name="T58" fmla="*/ 29184 w 2291"/>
                <a:gd name="T59" fmla="*/ 144079 h 2223"/>
                <a:gd name="T60" fmla="*/ 58369 w 2291"/>
                <a:gd name="T61" fmla="*/ 144079 h 2223"/>
                <a:gd name="T62" fmla="*/ 85288 w 2291"/>
                <a:gd name="T63" fmla="*/ 139669 h 2223"/>
                <a:gd name="T64" fmla="*/ 114472 w 2291"/>
                <a:gd name="T65" fmla="*/ 135193 h 2223"/>
                <a:gd name="T66" fmla="*/ 130131 w 2291"/>
                <a:gd name="T67" fmla="*/ 133021 h 2223"/>
                <a:gd name="T68" fmla="*/ 145856 w 2291"/>
                <a:gd name="T69" fmla="*/ 128546 h 2223"/>
                <a:gd name="T70" fmla="*/ 148121 w 2291"/>
                <a:gd name="T71" fmla="*/ 130784 h 2223"/>
                <a:gd name="T72" fmla="*/ 150320 w 2291"/>
                <a:gd name="T73" fmla="*/ 130784 h 2223"/>
                <a:gd name="T74" fmla="*/ 152585 w 2291"/>
                <a:gd name="T75" fmla="*/ 128546 h 2223"/>
                <a:gd name="T76" fmla="*/ 152585 w 2291"/>
                <a:gd name="T77" fmla="*/ 126374 h 2223"/>
                <a:gd name="T78" fmla="*/ 152585 w 2291"/>
                <a:gd name="T79" fmla="*/ 113078 h 2223"/>
                <a:gd name="T80" fmla="*/ 150320 w 2291"/>
                <a:gd name="T81" fmla="*/ 97545 h 2223"/>
                <a:gd name="T82" fmla="*/ 145856 w 2291"/>
                <a:gd name="T83" fmla="*/ 68716 h 2223"/>
                <a:gd name="T84" fmla="*/ 141391 w 2291"/>
                <a:gd name="T85" fmla="*/ 35477 h 2223"/>
                <a:gd name="T86" fmla="*/ 136860 w 2291"/>
                <a:gd name="T87" fmla="*/ 17771 h 2223"/>
                <a:gd name="T88" fmla="*/ 132396 w 2291"/>
                <a:gd name="T89" fmla="*/ 2238 h 2223"/>
                <a:gd name="T90" fmla="*/ 130131 w 2291"/>
                <a:gd name="T91" fmla="*/ 66 h 2223"/>
                <a:gd name="T92" fmla="*/ 125666 w 2291"/>
                <a:gd name="T93" fmla="*/ 66 h 222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291" h="2223" extrusionOk="0">
                  <a:moveTo>
                    <a:pt x="1886" y="203"/>
                  </a:moveTo>
                  <a:lnTo>
                    <a:pt x="1953" y="573"/>
                  </a:lnTo>
                  <a:lnTo>
                    <a:pt x="1987" y="943"/>
                  </a:lnTo>
                  <a:lnTo>
                    <a:pt x="2054" y="1381"/>
                  </a:lnTo>
                  <a:lnTo>
                    <a:pt x="2122" y="1819"/>
                  </a:lnTo>
                  <a:lnTo>
                    <a:pt x="1953" y="1819"/>
                  </a:lnTo>
                  <a:lnTo>
                    <a:pt x="1751" y="1852"/>
                  </a:lnTo>
                  <a:lnTo>
                    <a:pt x="1381" y="1886"/>
                  </a:lnTo>
                  <a:lnTo>
                    <a:pt x="910" y="1953"/>
                  </a:lnTo>
                  <a:lnTo>
                    <a:pt x="674" y="2021"/>
                  </a:lnTo>
                  <a:lnTo>
                    <a:pt x="472" y="2088"/>
                  </a:lnTo>
                  <a:lnTo>
                    <a:pt x="371" y="1617"/>
                  </a:lnTo>
                  <a:lnTo>
                    <a:pt x="270" y="1179"/>
                  </a:lnTo>
                  <a:lnTo>
                    <a:pt x="169" y="809"/>
                  </a:lnTo>
                  <a:lnTo>
                    <a:pt x="102" y="438"/>
                  </a:lnTo>
                  <a:lnTo>
                    <a:pt x="1011" y="337"/>
                  </a:lnTo>
                  <a:lnTo>
                    <a:pt x="1886" y="203"/>
                  </a:lnTo>
                  <a:close/>
                  <a:moveTo>
                    <a:pt x="1886" y="1"/>
                  </a:moveTo>
                  <a:lnTo>
                    <a:pt x="977" y="102"/>
                  </a:lnTo>
                  <a:lnTo>
                    <a:pt x="68" y="270"/>
                  </a:lnTo>
                  <a:lnTo>
                    <a:pt x="1" y="304"/>
                  </a:lnTo>
                  <a:lnTo>
                    <a:pt x="1" y="371"/>
                  </a:lnTo>
                  <a:lnTo>
                    <a:pt x="1" y="573"/>
                  </a:lnTo>
                  <a:lnTo>
                    <a:pt x="1" y="775"/>
                  </a:lnTo>
                  <a:lnTo>
                    <a:pt x="68" y="1213"/>
                  </a:lnTo>
                  <a:lnTo>
                    <a:pt x="169" y="1684"/>
                  </a:lnTo>
                  <a:lnTo>
                    <a:pt x="236" y="1953"/>
                  </a:lnTo>
                  <a:lnTo>
                    <a:pt x="337" y="2189"/>
                  </a:lnTo>
                  <a:lnTo>
                    <a:pt x="405" y="2223"/>
                  </a:lnTo>
                  <a:lnTo>
                    <a:pt x="438" y="2189"/>
                  </a:lnTo>
                  <a:lnTo>
                    <a:pt x="876" y="2189"/>
                  </a:lnTo>
                  <a:lnTo>
                    <a:pt x="1280" y="2122"/>
                  </a:lnTo>
                  <a:lnTo>
                    <a:pt x="1718" y="2054"/>
                  </a:lnTo>
                  <a:lnTo>
                    <a:pt x="1953" y="2021"/>
                  </a:lnTo>
                  <a:lnTo>
                    <a:pt x="2189" y="1953"/>
                  </a:lnTo>
                  <a:lnTo>
                    <a:pt x="2223" y="1987"/>
                  </a:lnTo>
                  <a:lnTo>
                    <a:pt x="2256" y="1987"/>
                  </a:lnTo>
                  <a:lnTo>
                    <a:pt x="2290" y="1953"/>
                  </a:lnTo>
                  <a:lnTo>
                    <a:pt x="2290" y="1920"/>
                  </a:lnTo>
                  <a:lnTo>
                    <a:pt x="2290" y="1718"/>
                  </a:lnTo>
                  <a:lnTo>
                    <a:pt x="2256" y="1482"/>
                  </a:lnTo>
                  <a:lnTo>
                    <a:pt x="2189" y="1044"/>
                  </a:lnTo>
                  <a:lnTo>
                    <a:pt x="2122" y="539"/>
                  </a:lnTo>
                  <a:lnTo>
                    <a:pt x="2054" y="270"/>
                  </a:lnTo>
                  <a:lnTo>
                    <a:pt x="1987" y="34"/>
                  </a:lnTo>
                  <a:lnTo>
                    <a:pt x="1953" y="1"/>
                  </a:lnTo>
                  <a:lnTo>
                    <a:pt x="1886"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199" name="Google Shape;206;p2"/>
            <p:cNvSpPr>
              <a:spLocks/>
            </p:cNvSpPr>
            <p:nvPr/>
          </p:nvSpPr>
          <p:spPr bwMode="auto">
            <a:xfrm>
              <a:off x="2205925" y="6065505"/>
              <a:ext cx="33392" cy="49302"/>
            </a:xfrm>
            <a:custGeom>
              <a:avLst/>
              <a:gdLst>
                <a:gd name="T0" fmla="*/ 11153 w 506"/>
                <a:gd name="T1" fmla="*/ 66 h 742"/>
                <a:gd name="T2" fmla="*/ 4487 w 506"/>
                <a:gd name="T3" fmla="*/ 4518 h 742"/>
                <a:gd name="T4" fmla="*/ 2244 w 506"/>
                <a:gd name="T5" fmla="*/ 11229 h 742"/>
                <a:gd name="T6" fmla="*/ 2244 w 506"/>
                <a:gd name="T7" fmla="*/ 17940 h 742"/>
                <a:gd name="T8" fmla="*/ 6665 w 506"/>
                <a:gd name="T9" fmla="*/ 24651 h 742"/>
                <a:gd name="T10" fmla="*/ 13330 w 506"/>
                <a:gd name="T11" fmla="*/ 29103 h 742"/>
                <a:gd name="T12" fmla="*/ 22239 w 506"/>
                <a:gd name="T13" fmla="*/ 29103 h 742"/>
                <a:gd name="T14" fmla="*/ 22239 w 506"/>
                <a:gd name="T15" fmla="*/ 33621 h 742"/>
                <a:gd name="T16" fmla="*/ 19996 w 506"/>
                <a:gd name="T17" fmla="*/ 35814 h 742"/>
                <a:gd name="T18" fmla="*/ 15574 w 506"/>
                <a:gd name="T19" fmla="*/ 38073 h 742"/>
                <a:gd name="T20" fmla="*/ 6665 w 506"/>
                <a:gd name="T21" fmla="*/ 38073 h 742"/>
                <a:gd name="T22" fmla="*/ 4487 w 506"/>
                <a:gd name="T23" fmla="*/ 35814 h 742"/>
                <a:gd name="T24" fmla="*/ 0 w 506"/>
                <a:gd name="T25" fmla="*/ 38073 h 742"/>
                <a:gd name="T26" fmla="*/ 0 w 506"/>
                <a:gd name="T27" fmla="*/ 40332 h 742"/>
                <a:gd name="T28" fmla="*/ 0 w 506"/>
                <a:gd name="T29" fmla="*/ 42525 h 742"/>
                <a:gd name="T30" fmla="*/ 2244 w 506"/>
                <a:gd name="T31" fmla="*/ 44784 h 742"/>
                <a:gd name="T32" fmla="*/ 6665 w 506"/>
                <a:gd name="T33" fmla="*/ 47043 h 742"/>
                <a:gd name="T34" fmla="*/ 13330 w 506"/>
                <a:gd name="T35" fmla="*/ 49236 h 742"/>
                <a:gd name="T36" fmla="*/ 19996 w 506"/>
                <a:gd name="T37" fmla="*/ 47043 h 742"/>
                <a:gd name="T38" fmla="*/ 26661 w 506"/>
                <a:gd name="T39" fmla="*/ 44784 h 742"/>
                <a:gd name="T40" fmla="*/ 31148 w 506"/>
                <a:gd name="T41" fmla="*/ 40332 h 742"/>
                <a:gd name="T42" fmla="*/ 33326 w 506"/>
                <a:gd name="T43" fmla="*/ 33621 h 742"/>
                <a:gd name="T44" fmla="*/ 33326 w 506"/>
                <a:gd name="T45" fmla="*/ 26910 h 742"/>
                <a:gd name="T46" fmla="*/ 31148 w 506"/>
                <a:gd name="T47" fmla="*/ 22392 h 742"/>
                <a:gd name="T48" fmla="*/ 28905 w 506"/>
                <a:gd name="T49" fmla="*/ 20199 h 742"/>
                <a:gd name="T50" fmla="*/ 24483 w 506"/>
                <a:gd name="T51" fmla="*/ 17940 h 742"/>
                <a:gd name="T52" fmla="*/ 13330 w 506"/>
                <a:gd name="T53" fmla="*/ 17940 h 742"/>
                <a:gd name="T54" fmla="*/ 11153 w 506"/>
                <a:gd name="T55" fmla="*/ 13488 h 742"/>
                <a:gd name="T56" fmla="*/ 13330 w 506"/>
                <a:gd name="T57" fmla="*/ 11229 h 742"/>
                <a:gd name="T58" fmla="*/ 15574 w 506"/>
                <a:gd name="T59" fmla="*/ 8970 h 742"/>
                <a:gd name="T60" fmla="*/ 22239 w 506"/>
                <a:gd name="T61" fmla="*/ 6777 h 742"/>
                <a:gd name="T62" fmla="*/ 24483 w 506"/>
                <a:gd name="T63" fmla="*/ 6777 h 742"/>
                <a:gd name="T64" fmla="*/ 24483 w 506"/>
                <a:gd name="T65" fmla="*/ 4518 h 742"/>
                <a:gd name="T66" fmla="*/ 22239 w 506"/>
                <a:gd name="T67" fmla="*/ 2259 h 742"/>
                <a:gd name="T68" fmla="*/ 19996 w 506"/>
                <a:gd name="T69" fmla="*/ 66 h 742"/>
                <a:gd name="T70" fmla="*/ 11153 w 506"/>
                <a:gd name="T71" fmla="*/ 66 h 74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06" h="742" extrusionOk="0">
                  <a:moveTo>
                    <a:pt x="169" y="1"/>
                  </a:moveTo>
                  <a:lnTo>
                    <a:pt x="68" y="68"/>
                  </a:lnTo>
                  <a:lnTo>
                    <a:pt x="34" y="169"/>
                  </a:lnTo>
                  <a:lnTo>
                    <a:pt x="34" y="270"/>
                  </a:lnTo>
                  <a:lnTo>
                    <a:pt x="101" y="371"/>
                  </a:lnTo>
                  <a:lnTo>
                    <a:pt x="202" y="438"/>
                  </a:lnTo>
                  <a:lnTo>
                    <a:pt x="337" y="438"/>
                  </a:lnTo>
                  <a:lnTo>
                    <a:pt x="337" y="506"/>
                  </a:lnTo>
                  <a:lnTo>
                    <a:pt x="303" y="539"/>
                  </a:lnTo>
                  <a:lnTo>
                    <a:pt x="236" y="573"/>
                  </a:lnTo>
                  <a:lnTo>
                    <a:pt x="101" y="573"/>
                  </a:lnTo>
                  <a:lnTo>
                    <a:pt x="68" y="539"/>
                  </a:lnTo>
                  <a:lnTo>
                    <a:pt x="0" y="573"/>
                  </a:lnTo>
                  <a:lnTo>
                    <a:pt x="0" y="607"/>
                  </a:lnTo>
                  <a:lnTo>
                    <a:pt x="0" y="640"/>
                  </a:lnTo>
                  <a:lnTo>
                    <a:pt x="34" y="674"/>
                  </a:lnTo>
                  <a:lnTo>
                    <a:pt x="101" y="708"/>
                  </a:lnTo>
                  <a:lnTo>
                    <a:pt x="202" y="741"/>
                  </a:lnTo>
                  <a:lnTo>
                    <a:pt x="303" y="708"/>
                  </a:lnTo>
                  <a:lnTo>
                    <a:pt x="404" y="674"/>
                  </a:lnTo>
                  <a:lnTo>
                    <a:pt x="472" y="607"/>
                  </a:lnTo>
                  <a:lnTo>
                    <a:pt x="505" y="506"/>
                  </a:lnTo>
                  <a:lnTo>
                    <a:pt x="505" y="405"/>
                  </a:lnTo>
                  <a:lnTo>
                    <a:pt x="472" y="337"/>
                  </a:lnTo>
                  <a:lnTo>
                    <a:pt x="438" y="304"/>
                  </a:lnTo>
                  <a:lnTo>
                    <a:pt x="371" y="270"/>
                  </a:lnTo>
                  <a:lnTo>
                    <a:pt x="202" y="270"/>
                  </a:lnTo>
                  <a:lnTo>
                    <a:pt x="169" y="203"/>
                  </a:lnTo>
                  <a:lnTo>
                    <a:pt x="202" y="169"/>
                  </a:lnTo>
                  <a:lnTo>
                    <a:pt x="236" y="135"/>
                  </a:lnTo>
                  <a:lnTo>
                    <a:pt x="337" y="102"/>
                  </a:lnTo>
                  <a:lnTo>
                    <a:pt x="371" y="102"/>
                  </a:lnTo>
                  <a:lnTo>
                    <a:pt x="371" y="68"/>
                  </a:lnTo>
                  <a:lnTo>
                    <a:pt x="337" y="34"/>
                  </a:lnTo>
                  <a:lnTo>
                    <a:pt x="303" y="1"/>
                  </a:lnTo>
                  <a:lnTo>
                    <a:pt x="169"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00" name="Google Shape;207;p2"/>
            <p:cNvSpPr>
              <a:spLocks/>
            </p:cNvSpPr>
            <p:nvPr/>
          </p:nvSpPr>
          <p:spPr bwMode="auto">
            <a:xfrm>
              <a:off x="2358577" y="6033697"/>
              <a:ext cx="41343" cy="60435"/>
            </a:xfrm>
            <a:custGeom>
              <a:avLst/>
              <a:gdLst>
                <a:gd name="T0" fmla="*/ 28250 w 641"/>
                <a:gd name="T1" fmla="*/ 15673 h 910"/>
                <a:gd name="T2" fmla="*/ 30443 w 641"/>
                <a:gd name="T3" fmla="*/ 17931 h 910"/>
                <a:gd name="T4" fmla="*/ 32636 w 641"/>
                <a:gd name="T5" fmla="*/ 22381 h 910"/>
                <a:gd name="T6" fmla="*/ 32636 w 641"/>
                <a:gd name="T7" fmla="*/ 33538 h 910"/>
                <a:gd name="T8" fmla="*/ 30443 w 641"/>
                <a:gd name="T9" fmla="*/ 38054 h 910"/>
                <a:gd name="T10" fmla="*/ 28250 w 641"/>
                <a:gd name="T11" fmla="*/ 42504 h 910"/>
                <a:gd name="T12" fmla="*/ 19607 w 641"/>
                <a:gd name="T13" fmla="*/ 46953 h 910"/>
                <a:gd name="T14" fmla="*/ 17414 w 641"/>
                <a:gd name="T15" fmla="*/ 49211 h 910"/>
                <a:gd name="T16" fmla="*/ 15221 w 641"/>
                <a:gd name="T17" fmla="*/ 26830 h 910"/>
                <a:gd name="T18" fmla="*/ 15221 w 641"/>
                <a:gd name="T19" fmla="*/ 15673 h 910"/>
                <a:gd name="T20" fmla="*/ 28250 w 641"/>
                <a:gd name="T21" fmla="*/ 15673 h 910"/>
                <a:gd name="T22" fmla="*/ 10900 w 641"/>
                <a:gd name="T23" fmla="*/ 0 h 910"/>
                <a:gd name="T24" fmla="*/ 8707 w 641"/>
                <a:gd name="T25" fmla="*/ 6708 h 910"/>
                <a:gd name="T26" fmla="*/ 6579 w 641"/>
                <a:gd name="T27" fmla="*/ 11157 h 910"/>
                <a:gd name="T28" fmla="*/ 4386 w 641"/>
                <a:gd name="T29" fmla="*/ 24639 h 910"/>
                <a:gd name="T30" fmla="*/ 4386 w 641"/>
                <a:gd name="T31" fmla="*/ 38054 h 910"/>
                <a:gd name="T32" fmla="*/ 8707 w 641"/>
                <a:gd name="T33" fmla="*/ 51469 h 910"/>
                <a:gd name="T34" fmla="*/ 4386 w 641"/>
                <a:gd name="T35" fmla="*/ 51469 h 910"/>
                <a:gd name="T36" fmla="*/ 64 w 641"/>
                <a:gd name="T37" fmla="*/ 55919 h 910"/>
                <a:gd name="T38" fmla="*/ 2193 w 641"/>
                <a:gd name="T39" fmla="*/ 58177 h 910"/>
                <a:gd name="T40" fmla="*/ 4386 w 641"/>
                <a:gd name="T41" fmla="*/ 60369 h 910"/>
                <a:gd name="T42" fmla="*/ 15221 w 641"/>
                <a:gd name="T43" fmla="*/ 60369 h 910"/>
                <a:gd name="T44" fmla="*/ 26122 w 641"/>
                <a:gd name="T45" fmla="*/ 53661 h 910"/>
                <a:gd name="T46" fmla="*/ 34764 w 641"/>
                <a:gd name="T47" fmla="*/ 44762 h 910"/>
                <a:gd name="T48" fmla="*/ 39150 w 641"/>
                <a:gd name="T49" fmla="*/ 33538 h 910"/>
                <a:gd name="T50" fmla="*/ 41279 w 641"/>
                <a:gd name="T51" fmla="*/ 26830 h 910"/>
                <a:gd name="T52" fmla="*/ 39150 w 641"/>
                <a:gd name="T53" fmla="*/ 22381 h 910"/>
                <a:gd name="T54" fmla="*/ 34764 w 641"/>
                <a:gd name="T55" fmla="*/ 11157 h 910"/>
                <a:gd name="T56" fmla="*/ 30443 w 641"/>
                <a:gd name="T57" fmla="*/ 8966 h 910"/>
                <a:gd name="T58" fmla="*/ 23929 w 641"/>
                <a:gd name="T59" fmla="*/ 6708 h 910"/>
                <a:gd name="T60" fmla="*/ 15221 w 641"/>
                <a:gd name="T61" fmla="*/ 8966 h 910"/>
                <a:gd name="T62" fmla="*/ 13093 w 641"/>
                <a:gd name="T63" fmla="*/ 2258 h 910"/>
                <a:gd name="T64" fmla="*/ 10900 w 641"/>
                <a:gd name="T65" fmla="*/ 0 h 9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41" h="910" extrusionOk="0">
                  <a:moveTo>
                    <a:pt x="438" y="236"/>
                  </a:moveTo>
                  <a:lnTo>
                    <a:pt x="472" y="270"/>
                  </a:lnTo>
                  <a:lnTo>
                    <a:pt x="506" y="337"/>
                  </a:lnTo>
                  <a:lnTo>
                    <a:pt x="506" y="505"/>
                  </a:lnTo>
                  <a:lnTo>
                    <a:pt x="472" y="573"/>
                  </a:lnTo>
                  <a:lnTo>
                    <a:pt x="438" y="640"/>
                  </a:lnTo>
                  <a:lnTo>
                    <a:pt x="304" y="707"/>
                  </a:lnTo>
                  <a:lnTo>
                    <a:pt x="270" y="741"/>
                  </a:lnTo>
                  <a:lnTo>
                    <a:pt x="236" y="404"/>
                  </a:lnTo>
                  <a:lnTo>
                    <a:pt x="236" y="236"/>
                  </a:lnTo>
                  <a:lnTo>
                    <a:pt x="438" y="236"/>
                  </a:lnTo>
                  <a:close/>
                  <a:moveTo>
                    <a:pt x="169" y="0"/>
                  </a:moveTo>
                  <a:lnTo>
                    <a:pt x="135" y="101"/>
                  </a:lnTo>
                  <a:lnTo>
                    <a:pt x="102" y="168"/>
                  </a:lnTo>
                  <a:lnTo>
                    <a:pt x="68" y="371"/>
                  </a:lnTo>
                  <a:lnTo>
                    <a:pt x="68" y="573"/>
                  </a:lnTo>
                  <a:lnTo>
                    <a:pt x="135" y="775"/>
                  </a:lnTo>
                  <a:lnTo>
                    <a:pt x="68" y="775"/>
                  </a:lnTo>
                  <a:lnTo>
                    <a:pt x="1" y="842"/>
                  </a:lnTo>
                  <a:lnTo>
                    <a:pt x="34" y="876"/>
                  </a:lnTo>
                  <a:lnTo>
                    <a:pt x="68" y="909"/>
                  </a:lnTo>
                  <a:lnTo>
                    <a:pt x="236" y="909"/>
                  </a:lnTo>
                  <a:lnTo>
                    <a:pt x="405" y="808"/>
                  </a:lnTo>
                  <a:lnTo>
                    <a:pt x="539" y="674"/>
                  </a:lnTo>
                  <a:lnTo>
                    <a:pt x="607" y="505"/>
                  </a:lnTo>
                  <a:lnTo>
                    <a:pt x="640" y="404"/>
                  </a:lnTo>
                  <a:lnTo>
                    <a:pt x="607" y="337"/>
                  </a:lnTo>
                  <a:lnTo>
                    <a:pt x="539" y="168"/>
                  </a:lnTo>
                  <a:lnTo>
                    <a:pt x="472" y="135"/>
                  </a:lnTo>
                  <a:lnTo>
                    <a:pt x="371" y="101"/>
                  </a:lnTo>
                  <a:lnTo>
                    <a:pt x="236" y="135"/>
                  </a:lnTo>
                  <a:lnTo>
                    <a:pt x="203" y="34"/>
                  </a:lnTo>
                  <a:lnTo>
                    <a:pt x="1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01" name="Google Shape;208;p2"/>
            <p:cNvSpPr>
              <a:spLocks/>
            </p:cNvSpPr>
            <p:nvPr/>
          </p:nvSpPr>
          <p:spPr bwMode="auto">
            <a:xfrm>
              <a:off x="2147090" y="6226135"/>
              <a:ext cx="46114" cy="49303"/>
            </a:xfrm>
            <a:custGeom>
              <a:avLst/>
              <a:gdLst>
                <a:gd name="T0" fmla="*/ 4646 w 675"/>
                <a:gd name="T1" fmla="*/ 66 h 742"/>
                <a:gd name="T2" fmla="*/ 68 w 675"/>
                <a:gd name="T3" fmla="*/ 2259 h 742"/>
                <a:gd name="T4" fmla="*/ 68 w 675"/>
                <a:gd name="T5" fmla="*/ 4518 h 742"/>
                <a:gd name="T6" fmla="*/ 2391 w 675"/>
                <a:gd name="T7" fmla="*/ 8970 h 742"/>
                <a:gd name="T8" fmla="*/ 6968 w 675"/>
                <a:gd name="T9" fmla="*/ 11229 h 742"/>
                <a:gd name="T10" fmla="*/ 20768 w 675"/>
                <a:gd name="T11" fmla="*/ 11229 h 742"/>
                <a:gd name="T12" fmla="*/ 4646 w 675"/>
                <a:gd name="T13" fmla="*/ 40333 h 742"/>
                <a:gd name="T14" fmla="*/ 4646 w 675"/>
                <a:gd name="T15" fmla="*/ 44785 h 742"/>
                <a:gd name="T16" fmla="*/ 6968 w 675"/>
                <a:gd name="T17" fmla="*/ 47044 h 742"/>
                <a:gd name="T18" fmla="*/ 9291 w 675"/>
                <a:gd name="T19" fmla="*/ 49237 h 742"/>
                <a:gd name="T20" fmla="*/ 13868 w 675"/>
                <a:gd name="T21" fmla="*/ 49237 h 742"/>
                <a:gd name="T22" fmla="*/ 34568 w 675"/>
                <a:gd name="T23" fmla="*/ 40333 h 742"/>
                <a:gd name="T24" fmla="*/ 41468 w 675"/>
                <a:gd name="T25" fmla="*/ 38074 h 742"/>
                <a:gd name="T26" fmla="*/ 46046 w 675"/>
                <a:gd name="T27" fmla="*/ 35814 h 742"/>
                <a:gd name="T28" fmla="*/ 46046 w 675"/>
                <a:gd name="T29" fmla="*/ 31363 h 742"/>
                <a:gd name="T30" fmla="*/ 46046 w 675"/>
                <a:gd name="T31" fmla="*/ 29103 h 742"/>
                <a:gd name="T32" fmla="*/ 41468 w 675"/>
                <a:gd name="T33" fmla="*/ 26911 h 742"/>
                <a:gd name="T34" fmla="*/ 39146 w 675"/>
                <a:gd name="T35" fmla="*/ 26911 h 742"/>
                <a:gd name="T36" fmla="*/ 32246 w 675"/>
                <a:gd name="T37" fmla="*/ 29103 h 742"/>
                <a:gd name="T38" fmla="*/ 23091 w 675"/>
                <a:gd name="T39" fmla="*/ 31363 h 742"/>
                <a:gd name="T40" fmla="*/ 36891 w 675"/>
                <a:gd name="T41" fmla="*/ 8970 h 742"/>
                <a:gd name="T42" fmla="*/ 39146 w 675"/>
                <a:gd name="T43" fmla="*/ 6778 h 742"/>
                <a:gd name="T44" fmla="*/ 36891 w 675"/>
                <a:gd name="T45" fmla="*/ 2259 h 742"/>
                <a:gd name="T46" fmla="*/ 34568 w 675"/>
                <a:gd name="T47" fmla="*/ 66 h 742"/>
                <a:gd name="T48" fmla="*/ 4646 w 675"/>
                <a:gd name="T49" fmla="*/ 66 h 7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75" h="742" extrusionOk="0">
                  <a:moveTo>
                    <a:pt x="68" y="1"/>
                  </a:moveTo>
                  <a:lnTo>
                    <a:pt x="1" y="34"/>
                  </a:lnTo>
                  <a:lnTo>
                    <a:pt x="1" y="68"/>
                  </a:lnTo>
                  <a:lnTo>
                    <a:pt x="35" y="135"/>
                  </a:lnTo>
                  <a:lnTo>
                    <a:pt x="102" y="169"/>
                  </a:lnTo>
                  <a:lnTo>
                    <a:pt x="304" y="169"/>
                  </a:lnTo>
                  <a:lnTo>
                    <a:pt x="68" y="607"/>
                  </a:lnTo>
                  <a:lnTo>
                    <a:pt x="68" y="674"/>
                  </a:lnTo>
                  <a:lnTo>
                    <a:pt x="102" y="708"/>
                  </a:lnTo>
                  <a:lnTo>
                    <a:pt x="136" y="741"/>
                  </a:lnTo>
                  <a:lnTo>
                    <a:pt x="203" y="741"/>
                  </a:lnTo>
                  <a:lnTo>
                    <a:pt x="506" y="607"/>
                  </a:lnTo>
                  <a:lnTo>
                    <a:pt x="607" y="573"/>
                  </a:lnTo>
                  <a:lnTo>
                    <a:pt x="674" y="539"/>
                  </a:lnTo>
                  <a:lnTo>
                    <a:pt x="674" y="472"/>
                  </a:lnTo>
                  <a:lnTo>
                    <a:pt x="674" y="438"/>
                  </a:lnTo>
                  <a:lnTo>
                    <a:pt x="607" y="405"/>
                  </a:lnTo>
                  <a:lnTo>
                    <a:pt x="573" y="405"/>
                  </a:lnTo>
                  <a:lnTo>
                    <a:pt x="472" y="438"/>
                  </a:lnTo>
                  <a:lnTo>
                    <a:pt x="338" y="472"/>
                  </a:lnTo>
                  <a:lnTo>
                    <a:pt x="540" y="135"/>
                  </a:lnTo>
                  <a:lnTo>
                    <a:pt x="573" y="102"/>
                  </a:lnTo>
                  <a:lnTo>
                    <a:pt x="540" y="34"/>
                  </a:lnTo>
                  <a:lnTo>
                    <a:pt x="506" y="1"/>
                  </a:lnTo>
                  <a:lnTo>
                    <a:pt x="68"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02" name="Google Shape;209;p2"/>
            <p:cNvSpPr>
              <a:spLocks/>
            </p:cNvSpPr>
            <p:nvPr/>
          </p:nvSpPr>
          <p:spPr bwMode="auto">
            <a:xfrm>
              <a:off x="2299742" y="5978032"/>
              <a:ext cx="154242" cy="162221"/>
            </a:xfrm>
            <a:custGeom>
              <a:avLst/>
              <a:gdLst>
                <a:gd name="T0" fmla="*/ 127362 w 2324"/>
                <a:gd name="T1" fmla="*/ 9031 h 2425"/>
                <a:gd name="T2" fmla="*/ 134066 w 2324"/>
                <a:gd name="T3" fmla="*/ 69839 h 2425"/>
                <a:gd name="T4" fmla="*/ 140835 w 2324"/>
                <a:gd name="T5" fmla="*/ 132921 h 2425"/>
                <a:gd name="T6" fmla="*/ 111766 w 2324"/>
                <a:gd name="T7" fmla="*/ 137403 h 2425"/>
                <a:gd name="T8" fmla="*/ 84953 w 2324"/>
                <a:gd name="T9" fmla="*/ 141952 h 2425"/>
                <a:gd name="T10" fmla="*/ 58139 w 2324"/>
                <a:gd name="T11" fmla="*/ 146434 h 2425"/>
                <a:gd name="T12" fmla="*/ 31326 w 2324"/>
                <a:gd name="T13" fmla="*/ 153190 h 2425"/>
                <a:gd name="T14" fmla="*/ 31326 w 2324"/>
                <a:gd name="T15" fmla="*/ 150916 h 2425"/>
                <a:gd name="T16" fmla="*/ 29070 w 2324"/>
                <a:gd name="T17" fmla="*/ 121682 h 2425"/>
                <a:gd name="T18" fmla="*/ 24623 w 2324"/>
                <a:gd name="T19" fmla="*/ 90108 h 2425"/>
                <a:gd name="T20" fmla="*/ 17920 w 2324"/>
                <a:gd name="T21" fmla="*/ 58600 h 2425"/>
                <a:gd name="T22" fmla="*/ 8960 w 2324"/>
                <a:gd name="T23" fmla="*/ 29300 h 2425"/>
                <a:gd name="T24" fmla="*/ 69289 w 2324"/>
                <a:gd name="T25" fmla="*/ 22544 h 2425"/>
                <a:gd name="T26" fmla="*/ 98359 w 2324"/>
                <a:gd name="T27" fmla="*/ 18062 h 2425"/>
                <a:gd name="T28" fmla="*/ 127362 w 2324"/>
                <a:gd name="T29" fmla="*/ 9031 h 2425"/>
                <a:gd name="T30" fmla="*/ 127362 w 2324"/>
                <a:gd name="T31" fmla="*/ 0 h 2425"/>
                <a:gd name="T32" fmla="*/ 98359 w 2324"/>
                <a:gd name="T33" fmla="*/ 4549 h 2425"/>
                <a:gd name="T34" fmla="*/ 67033 w 2324"/>
                <a:gd name="T35" fmla="*/ 9031 h 2425"/>
                <a:gd name="T36" fmla="*/ 4513 w 2324"/>
                <a:gd name="T37" fmla="*/ 18062 h 2425"/>
                <a:gd name="T38" fmla="*/ 2257 w 2324"/>
                <a:gd name="T39" fmla="*/ 20269 h 2425"/>
                <a:gd name="T40" fmla="*/ 0 w 2324"/>
                <a:gd name="T41" fmla="*/ 22544 h 2425"/>
                <a:gd name="T42" fmla="*/ 0 w 2324"/>
                <a:gd name="T43" fmla="*/ 27026 h 2425"/>
                <a:gd name="T44" fmla="*/ 2257 w 2324"/>
                <a:gd name="T45" fmla="*/ 29300 h 2425"/>
                <a:gd name="T46" fmla="*/ 4513 w 2324"/>
                <a:gd name="T47" fmla="*/ 60808 h 2425"/>
                <a:gd name="T48" fmla="*/ 8960 w 2324"/>
                <a:gd name="T49" fmla="*/ 92382 h 2425"/>
                <a:gd name="T50" fmla="*/ 15663 w 2324"/>
                <a:gd name="T51" fmla="*/ 121682 h 2425"/>
                <a:gd name="T52" fmla="*/ 22366 w 2324"/>
                <a:gd name="T53" fmla="*/ 153190 h 2425"/>
                <a:gd name="T54" fmla="*/ 22366 w 2324"/>
                <a:gd name="T55" fmla="*/ 155465 h 2425"/>
                <a:gd name="T56" fmla="*/ 29070 w 2324"/>
                <a:gd name="T57" fmla="*/ 155465 h 2425"/>
                <a:gd name="T58" fmla="*/ 31326 w 2324"/>
                <a:gd name="T59" fmla="*/ 159947 h 2425"/>
                <a:gd name="T60" fmla="*/ 33516 w 2324"/>
                <a:gd name="T61" fmla="*/ 162221 h 2425"/>
                <a:gd name="T62" fmla="*/ 60330 w 2324"/>
                <a:gd name="T63" fmla="*/ 162221 h 2425"/>
                <a:gd name="T64" fmla="*/ 87143 w 2324"/>
                <a:gd name="T65" fmla="*/ 157672 h 2425"/>
                <a:gd name="T66" fmla="*/ 116212 w 2324"/>
                <a:gd name="T67" fmla="*/ 150916 h 2425"/>
                <a:gd name="T68" fmla="*/ 140835 w 2324"/>
                <a:gd name="T69" fmla="*/ 139677 h 2425"/>
                <a:gd name="T70" fmla="*/ 140835 w 2324"/>
                <a:gd name="T71" fmla="*/ 144159 h 2425"/>
                <a:gd name="T72" fmla="*/ 143026 w 2324"/>
                <a:gd name="T73" fmla="*/ 148708 h 2425"/>
                <a:gd name="T74" fmla="*/ 147539 w 2324"/>
                <a:gd name="T75" fmla="*/ 150916 h 2425"/>
                <a:gd name="T76" fmla="*/ 151985 w 2324"/>
                <a:gd name="T77" fmla="*/ 148708 h 2425"/>
                <a:gd name="T78" fmla="*/ 154242 w 2324"/>
                <a:gd name="T79" fmla="*/ 144159 h 2425"/>
                <a:gd name="T80" fmla="*/ 151985 w 2324"/>
                <a:gd name="T81" fmla="*/ 110377 h 2425"/>
                <a:gd name="T82" fmla="*/ 149729 w 2324"/>
                <a:gd name="T83" fmla="*/ 74388 h 2425"/>
                <a:gd name="T84" fmla="*/ 145282 w 2324"/>
                <a:gd name="T85" fmla="*/ 40539 h 2425"/>
                <a:gd name="T86" fmla="*/ 136322 w 2324"/>
                <a:gd name="T87" fmla="*/ 6756 h 2425"/>
                <a:gd name="T88" fmla="*/ 134066 w 2324"/>
                <a:gd name="T89" fmla="*/ 4549 h 2425"/>
                <a:gd name="T90" fmla="*/ 131876 w 2324"/>
                <a:gd name="T91" fmla="*/ 4549 h 2425"/>
                <a:gd name="T92" fmla="*/ 131876 w 2324"/>
                <a:gd name="T93" fmla="*/ 2274 h 2425"/>
                <a:gd name="T94" fmla="*/ 127362 w 2324"/>
                <a:gd name="T95" fmla="*/ 0 h 242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24" h="2425" extrusionOk="0">
                  <a:moveTo>
                    <a:pt x="1919" y="135"/>
                  </a:moveTo>
                  <a:lnTo>
                    <a:pt x="2020" y="1044"/>
                  </a:lnTo>
                  <a:lnTo>
                    <a:pt x="2122" y="1987"/>
                  </a:lnTo>
                  <a:lnTo>
                    <a:pt x="1684" y="2054"/>
                  </a:lnTo>
                  <a:lnTo>
                    <a:pt x="1280" y="2122"/>
                  </a:lnTo>
                  <a:lnTo>
                    <a:pt x="876" y="2189"/>
                  </a:lnTo>
                  <a:lnTo>
                    <a:pt x="472" y="2290"/>
                  </a:lnTo>
                  <a:lnTo>
                    <a:pt x="472" y="2256"/>
                  </a:lnTo>
                  <a:lnTo>
                    <a:pt x="438" y="1819"/>
                  </a:lnTo>
                  <a:lnTo>
                    <a:pt x="371" y="1347"/>
                  </a:lnTo>
                  <a:lnTo>
                    <a:pt x="270" y="876"/>
                  </a:lnTo>
                  <a:lnTo>
                    <a:pt x="135" y="438"/>
                  </a:lnTo>
                  <a:lnTo>
                    <a:pt x="1044" y="337"/>
                  </a:lnTo>
                  <a:lnTo>
                    <a:pt x="1482" y="270"/>
                  </a:lnTo>
                  <a:lnTo>
                    <a:pt x="1919" y="135"/>
                  </a:lnTo>
                  <a:close/>
                  <a:moveTo>
                    <a:pt x="1919" y="0"/>
                  </a:moveTo>
                  <a:lnTo>
                    <a:pt x="1482" y="68"/>
                  </a:lnTo>
                  <a:lnTo>
                    <a:pt x="1010" y="135"/>
                  </a:lnTo>
                  <a:lnTo>
                    <a:pt x="68" y="270"/>
                  </a:lnTo>
                  <a:lnTo>
                    <a:pt x="34" y="303"/>
                  </a:lnTo>
                  <a:lnTo>
                    <a:pt x="0" y="337"/>
                  </a:lnTo>
                  <a:lnTo>
                    <a:pt x="0" y="404"/>
                  </a:lnTo>
                  <a:lnTo>
                    <a:pt x="34" y="438"/>
                  </a:lnTo>
                  <a:lnTo>
                    <a:pt x="68" y="909"/>
                  </a:lnTo>
                  <a:lnTo>
                    <a:pt x="135" y="1381"/>
                  </a:lnTo>
                  <a:lnTo>
                    <a:pt x="236" y="1819"/>
                  </a:lnTo>
                  <a:lnTo>
                    <a:pt x="337" y="2290"/>
                  </a:lnTo>
                  <a:lnTo>
                    <a:pt x="337" y="2324"/>
                  </a:lnTo>
                  <a:lnTo>
                    <a:pt x="438" y="2324"/>
                  </a:lnTo>
                  <a:lnTo>
                    <a:pt x="472" y="2391"/>
                  </a:lnTo>
                  <a:lnTo>
                    <a:pt x="505" y="2425"/>
                  </a:lnTo>
                  <a:lnTo>
                    <a:pt x="909" y="2425"/>
                  </a:lnTo>
                  <a:lnTo>
                    <a:pt x="1313" y="2357"/>
                  </a:lnTo>
                  <a:lnTo>
                    <a:pt x="1751" y="2256"/>
                  </a:lnTo>
                  <a:lnTo>
                    <a:pt x="2122" y="2088"/>
                  </a:lnTo>
                  <a:lnTo>
                    <a:pt x="2122" y="2155"/>
                  </a:lnTo>
                  <a:lnTo>
                    <a:pt x="2155" y="2223"/>
                  </a:lnTo>
                  <a:lnTo>
                    <a:pt x="2223" y="2256"/>
                  </a:lnTo>
                  <a:lnTo>
                    <a:pt x="2290" y="2223"/>
                  </a:lnTo>
                  <a:lnTo>
                    <a:pt x="2324" y="2155"/>
                  </a:lnTo>
                  <a:lnTo>
                    <a:pt x="2290" y="1650"/>
                  </a:lnTo>
                  <a:lnTo>
                    <a:pt x="2256" y="1112"/>
                  </a:lnTo>
                  <a:lnTo>
                    <a:pt x="2189" y="606"/>
                  </a:lnTo>
                  <a:lnTo>
                    <a:pt x="2054" y="101"/>
                  </a:lnTo>
                  <a:lnTo>
                    <a:pt x="2020" y="68"/>
                  </a:lnTo>
                  <a:lnTo>
                    <a:pt x="1987" y="68"/>
                  </a:lnTo>
                  <a:lnTo>
                    <a:pt x="1987" y="34"/>
                  </a:lnTo>
                  <a:lnTo>
                    <a:pt x="191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sp>
          <p:nvSpPr>
            <p:cNvPr id="203" name="Google Shape;210;p2"/>
            <p:cNvSpPr>
              <a:spLocks/>
            </p:cNvSpPr>
            <p:nvPr/>
          </p:nvSpPr>
          <p:spPr bwMode="auto">
            <a:xfrm>
              <a:off x="2250449" y="6146615"/>
              <a:ext cx="157421" cy="151089"/>
            </a:xfrm>
            <a:custGeom>
              <a:avLst/>
              <a:gdLst>
                <a:gd name="T0" fmla="*/ 130383 w 2358"/>
                <a:gd name="T1" fmla="*/ 20057 h 2290"/>
                <a:gd name="T2" fmla="*/ 132653 w 2358"/>
                <a:gd name="T3" fmla="*/ 40048 h 2290"/>
                <a:gd name="T4" fmla="*/ 137126 w 2358"/>
                <a:gd name="T5" fmla="*/ 62217 h 2290"/>
                <a:gd name="T6" fmla="*/ 139396 w 2358"/>
                <a:gd name="T7" fmla="*/ 91115 h 2290"/>
                <a:gd name="T8" fmla="*/ 141666 w 2358"/>
                <a:gd name="T9" fmla="*/ 104443 h 2290"/>
                <a:gd name="T10" fmla="*/ 146138 w 2358"/>
                <a:gd name="T11" fmla="*/ 120013 h 2290"/>
                <a:gd name="T12" fmla="*/ 85453 w 2358"/>
                <a:gd name="T13" fmla="*/ 126677 h 2290"/>
                <a:gd name="T14" fmla="*/ 56212 w 2358"/>
                <a:gd name="T15" fmla="*/ 131098 h 2290"/>
                <a:gd name="T16" fmla="*/ 27038 w 2358"/>
                <a:gd name="T17" fmla="*/ 140005 h 2290"/>
                <a:gd name="T18" fmla="*/ 22498 w 2358"/>
                <a:gd name="T19" fmla="*/ 111106 h 2290"/>
                <a:gd name="T20" fmla="*/ 18025 w 2358"/>
                <a:gd name="T21" fmla="*/ 82208 h 2290"/>
                <a:gd name="T22" fmla="*/ 15755 w 2358"/>
                <a:gd name="T23" fmla="*/ 53376 h 2290"/>
                <a:gd name="T24" fmla="*/ 11283 w 2358"/>
                <a:gd name="T25" fmla="*/ 37805 h 2290"/>
                <a:gd name="T26" fmla="*/ 6810 w 2358"/>
                <a:gd name="T27" fmla="*/ 24478 h 2290"/>
                <a:gd name="T28" fmla="*/ 6810 w 2358"/>
                <a:gd name="T29" fmla="*/ 24478 h 2290"/>
                <a:gd name="T30" fmla="*/ 18025 w 2358"/>
                <a:gd name="T31" fmla="*/ 26721 h 2290"/>
                <a:gd name="T32" fmla="*/ 31511 w 2358"/>
                <a:gd name="T33" fmla="*/ 26721 h 2290"/>
                <a:gd name="T34" fmla="*/ 56212 w 2358"/>
                <a:gd name="T35" fmla="*/ 24478 h 2290"/>
                <a:gd name="T36" fmla="*/ 94466 w 2358"/>
                <a:gd name="T37" fmla="*/ 22234 h 2290"/>
                <a:gd name="T38" fmla="*/ 130383 w 2358"/>
                <a:gd name="T39" fmla="*/ 20057 h 2290"/>
                <a:gd name="T40" fmla="*/ 132653 w 2358"/>
                <a:gd name="T41" fmla="*/ 66 h 2290"/>
                <a:gd name="T42" fmla="*/ 130383 w 2358"/>
                <a:gd name="T43" fmla="*/ 2243 h 2290"/>
                <a:gd name="T44" fmla="*/ 130383 w 2358"/>
                <a:gd name="T45" fmla="*/ 6730 h 2290"/>
                <a:gd name="T46" fmla="*/ 96669 w 2358"/>
                <a:gd name="T47" fmla="*/ 8907 h 2290"/>
                <a:gd name="T48" fmla="*/ 62955 w 2358"/>
                <a:gd name="T49" fmla="*/ 11150 h 2290"/>
                <a:gd name="T50" fmla="*/ 33781 w 2358"/>
                <a:gd name="T51" fmla="*/ 13393 h 2290"/>
                <a:gd name="T52" fmla="*/ 20295 w 2358"/>
                <a:gd name="T53" fmla="*/ 15571 h 2290"/>
                <a:gd name="T54" fmla="*/ 13552 w 2358"/>
                <a:gd name="T55" fmla="*/ 20057 h 2290"/>
                <a:gd name="T56" fmla="*/ 6810 w 2358"/>
                <a:gd name="T57" fmla="*/ 24478 h 2290"/>
                <a:gd name="T58" fmla="*/ 4540 w 2358"/>
                <a:gd name="T59" fmla="*/ 24478 h 2290"/>
                <a:gd name="T60" fmla="*/ 2270 w 2358"/>
                <a:gd name="T61" fmla="*/ 33385 h 2290"/>
                <a:gd name="T62" fmla="*/ 67 w 2358"/>
                <a:gd name="T63" fmla="*/ 42226 h 2290"/>
                <a:gd name="T64" fmla="*/ 2270 w 2358"/>
                <a:gd name="T65" fmla="*/ 64460 h 2290"/>
                <a:gd name="T66" fmla="*/ 6810 w 2358"/>
                <a:gd name="T67" fmla="*/ 104443 h 2290"/>
                <a:gd name="T68" fmla="*/ 9013 w 2358"/>
                <a:gd name="T69" fmla="*/ 117770 h 2290"/>
                <a:gd name="T70" fmla="*/ 11283 w 2358"/>
                <a:gd name="T71" fmla="*/ 131098 h 2290"/>
                <a:gd name="T72" fmla="*/ 11283 w 2358"/>
                <a:gd name="T73" fmla="*/ 137761 h 2290"/>
                <a:gd name="T74" fmla="*/ 15755 w 2358"/>
                <a:gd name="T75" fmla="*/ 144425 h 2290"/>
                <a:gd name="T76" fmla="*/ 20295 w 2358"/>
                <a:gd name="T77" fmla="*/ 148846 h 2290"/>
                <a:gd name="T78" fmla="*/ 24768 w 2358"/>
                <a:gd name="T79" fmla="*/ 151089 h 2290"/>
                <a:gd name="T80" fmla="*/ 29241 w 2358"/>
                <a:gd name="T81" fmla="*/ 151089 h 2290"/>
                <a:gd name="T82" fmla="*/ 29241 w 2358"/>
                <a:gd name="T83" fmla="*/ 148846 h 2290"/>
                <a:gd name="T84" fmla="*/ 29241 w 2358"/>
                <a:gd name="T85" fmla="*/ 146668 h 2290"/>
                <a:gd name="T86" fmla="*/ 58482 w 2358"/>
                <a:gd name="T87" fmla="*/ 146668 h 2290"/>
                <a:gd name="T88" fmla="*/ 87723 w 2358"/>
                <a:gd name="T89" fmla="*/ 142182 h 2290"/>
                <a:gd name="T90" fmla="*/ 146138 w 2358"/>
                <a:gd name="T91" fmla="*/ 131098 h 2290"/>
                <a:gd name="T92" fmla="*/ 152881 w 2358"/>
                <a:gd name="T93" fmla="*/ 131098 h 2290"/>
                <a:gd name="T94" fmla="*/ 155151 w 2358"/>
                <a:gd name="T95" fmla="*/ 128855 h 2290"/>
                <a:gd name="T96" fmla="*/ 157354 w 2358"/>
                <a:gd name="T97" fmla="*/ 113350 h 2290"/>
                <a:gd name="T98" fmla="*/ 155151 w 2358"/>
                <a:gd name="T99" fmla="*/ 100022 h 2290"/>
                <a:gd name="T100" fmla="*/ 148408 w 2358"/>
                <a:gd name="T101" fmla="*/ 71124 h 2290"/>
                <a:gd name="T102" fmla="*/ 143869 w 2358"/>
                <a:gd name="T103" fmla="*/ 35562 h 2290"/>
                <a:gd name="T104" fmla="*/ 141666 w 2358"/>
                <a:gd name="T105" fmla="*/ 17814 h 2290"/>
                <a:gd name="T106" fmla="*/ 137126 w 2358"/>
                <a:gd name="T107" fmla="*/ 2243 h 2290"/>
                <a:gd name="T108" fmla="*/ 134923 w 2358"/>
                <a:gd name="T109" fmla="*/ 66 h 2290"/>
                <a:gd name="T110" fmla="*/ 132653 w 2358"/>
                <a:gd name="T111" fmla="*/ 66 h 229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58" h="2290" extrusionOk="0">
                  <a:moveTo>
                    <a:pt x="1953" y="304"/>
                  </a:moveTo>
                  <a:lnTo>
                    <a:pt x="1987" y="607"/>
                  </a:lnTo>
                  <a:lnTo>
                    <a:pt x="2054" y="943"/>
                  </a:lnTo>
                  <a:lnTo>
                    <a:pt x="2088" y="1381"/>
                  </a:lnTo>
                  <a:lnTo>
                    <a:pt x="2122" y="1583"/>
                  </a:lnTo>
                  <a:lnTo>
                    <a:pt x="2189" y="1819"/>
                  </a:lnTo>
                  <a:lnTo>
                    <a:pt x="1280" y="1920"/>
                  </a:lnTo>
                  <a:lnTo>
                    <a:pt x="842" y="1987"/>
                  </a:lnTo>
                  <a:lnTo>
                    <a:pt x="405" y="2122"/>
                  </a:lnTo>
                  <a:lnTo>
                    <a:pt x="337" y="1684"/>
                  </a:lnTo>
                  <a:lnTo>
                    <a:pt x="270" y="1246"/>
                  </a:lnTo>
                  <a:lnTo>
                    <a:pt x="236" y="809"/>
                  </a:lnTo>
                  <a:lnTo>
                    <a:pt x="169" y="573"/>
                  </a:lnTo>
                  <a:lnTo>
                    <a:pt x="102" y="371"/>
                  </a:lnTo>
                  <a:lnTo>
                    <a:pt x="270" y="405"/>
                  </a:lnTo>
                  <a:lnTo>
                    <a:pt x="472" y="405"/>
                  </a:lnTo>
                  <a:lnTo>
                    <a:pt x="842" y="371"/>
                  </a:lnTo>
                  <a:lnTo>
                    <a:pt x="1415" y="337"/>
                  </a:lnTo>
                  <a:lnTo>
                    <a:pt x="1953" y="304"/>
                  </a:lnTo>
                  <a:close/>
                  <a:moveTo>
                    <a:pt x="1987" y="1"/>
                  </a:moveTo>
                  <a:lnTo>
                    <a:pt x="1953" y="34"/>
                  </a:lnTo>
                  <a:lnTo>
                    <a:pt x="1953" y="102"/>
                  </a:lnTo>
                  <a:lnTo>
                    <a:pt x="1448" y="135"/>
                  </a:lnTo>
                  <a:lnTo>
                    <a:pt x="943" y="169"/>
                  </a:lnTo>
                  <a:lnTo>
                    <a:pt x="506" y="203"/>
                  </a:lnTo>
                  <a:lnTo>
                    <a:pt x="304" y="236"/>
                  </a:lnTo>
                  <a:lnTo>
                    <a:pt x="203" y="304"/>
                  </a:lnTo>
                  <a:lnTo>
                    <a:pt x="102" y="371"/>
                  </a:lnTo>
                  <a:lnTo>
                    <a:pt x="68" y="371"/>
                  </a:lnTo>
                  <a:lnTo>
                    <a:pt x="34" y="506"/>
                  </a:lnTo>
                  <a:lnTo>
                    <a:pt x="1" y="640"/>
                  </a:lnTo>
                  <a:lnTo>
                    <a:pt x="34" y="977"/>
                  </a:lnTo>
                  <a:lnTo>
                    <a:pt x="102" y="1583"/>
                  </a:lnTo>
                  <a:lnTo>
                    <a:pt x="135" y="1785"/>
                  </a:lnTo>
                  <a:lnTo>
                    <a:pt x="169" y="1987"/>
                  </a:lnTo>
                  <a:lnTo>
                    <a:pt x="169" y="2088"/>
                  </a:lnTo>
                  <a:lnTo>
                    <a:pt x="236" y="2189"/>
                  </a:lnTo>
                  <a:lnTo>
                    <a:pt x="304" y="2256"/>
                  </a:lnTo>
                  <a:lnTo>
                    <a:pt x="371" y="2290"/>
                  </a:lnTo>
                  <a:lnTo>
                    <a:pt x="438" y="2290"/>
                  </a:lnTo>
                  <a:lnTo>
                    <a:pt x="438" y="2256"/>
                  </a:lnTo>
                  <a:lnTo>
                    <a:pt x="438" y="2223"/>
                  </a:lnTo>
                  <a:lnTo>
                    <a:pt x="876" y="2223"/>
                  </a:lnTo>
                  <a:lnTo>
                    <a:pt x="1314" y="2155"/>
                  </a:lnTo>
                  <a:lnTo>
                    <a:pt x="2189" y="1987"/>
                  </a:lnTo>
                  <a:lnTo>
                    <a:pt x="2290" y="1987"/>
                  </a:lnTo>
                  <a:lnTo>
                    <a:pt x="2324" y="1953"/>
                  </a:lnTo>
                  <a:lnTo>
                    <a:pt x="2357" y="1718"/>
                  </a:lnTo>
                  <a:lnTo>
                    <a:pt x="2324" y="1516"/>
                  </a:lnTo>
                  <a:lnTo>
                    <a:pt x="2223" y="1078"/>
                  </a:lnTo>
                  <a:lnTo>
                    <a:pt x="2155" y="539"/>
                  </a:lnTo>
                  <a:lnTo>
                    <a:pt x="2122" y="270"/>
                  </a:lnTo>
                  <a:lnTo>
                    <a:pt x="2054" y="34"/>
                  </a:lnTo>
                  <a:lnTo>
                    <a:pt x="2021" y="1"/>
                  </a:lnTo>
                  <a:lnTo>
                    <a:pt x="1987" y="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117025" tIns="117025" rIns="117025" bIns="117025" anchor="ctr"/>
            <a:lstStyle/>
            <a:p>
              <a:endParaRPr lang="en-IN"/>
            </a:p>
          </p:txBody>
        </p:sp>
      </p:grpSp>
      <p:sp>
        <p:nvSpPr>
          <p:cNvPr id="211" name="Google Shape;211;p2"/>
          <p:cNvSpPr txBox="1">
            <a:spLocks noGrp="1"/>
          </p:cNvSpPr>
          <p:nvPr>
            <p:ph type="ctrTitle"/>
          </p:nvPr>
        </p:nvSpPr>
        <p:spPr>
          <a:xfrm>
            <a:off x="2099167" y="2427167"/>
            <a:ext cx="7993600" cy="1546400"/>
          </a:xfrm>
          <a:prstGeom prst="rect">
            <a:avLst/>
          </a:prstGeom>
        </p:spPr>
        <p:txBody>
          <a:bodyPr spcFirstLastPara="1" lIns="121897" tIns="121897" rIns="121897" bIns="121897">
            <a:noAutofit/>
          </a:bodyPr>
          <a:lstStyle>
            <a:lvl1pPr lvl="0" algn="ctr">
              <a:spcBef>
                <a:spcPts val="0"/>
              </a:spcBef>
              <a:spcAft>
                <a:spcPts val="0"/>
              </a:spcAft>
              <a:buClr>
                <a:schemeClr val="lt1"/>
              </a:buClr>
              <a:buSzPts val="6800"/>
              <a:buNone/>
              <a:defRPr sz="9100" b="0">
                <a:solidFill>
                  <a:schemeClr val="lt1"/>
                </a:solidFill>
              </a:defRPr>
            </a:lvl1pPr>
            <a:lvl2pPr lvl="1" algn="ctr">
              <a:spcBef>
                <a:spcPts val="0"/>
              </a:spcBef>
              <a:spcAft>
                <a:spcPts val="0"/>
              </a:spcAft>
              <a:buClr>
                <a:schemeClr val="lt1"/>
              </a:buClr>
              <a:buSzPts val="6800"/>
              <a:buNone/>
              <a:defRPr sz="9100" b="0">
                <a:solidFill>
                  <a:schemeClr val="lt1"/>
                </a:solidFill>
              </a:defRPr>
            </a:lvl2pPr>
            <a:lvl3pPr lvl="2" algn="ctr">
              <a:spcBef>
                <a:spcPts val="0"/>
              </a:spcBef>
              <a:spcAft>
                <a:spcPts val="0"/>
              </a:spcAft>
              <a:buClr>
                <a:schemeClr val="lt1"/>
              </a:buClr>
              <a:buSzPts val="6800"/>
              <a:buNone/>
              <a:defRPr sz="9100" b="0">
                <a:solidFill>
                  <a:schemeClr val="lt1"/>
                </a:solidFill>
              </a:defRPr>
            </a:lvl3pPr>
            <a:lvl4pPr lvl="3" algn="ctr">
              <a:spcBef>
                <a:spcPts val="0"/>
              </a:spcBef>
              <a:spcAft>
                <a:spcPts val="0"/>
              </a:spcAft>
              <a:buClr>
                <a:schemeClr val="lt1"/>
              </a:buClr>
              <a:buSzPts val="6800"/>
              <a:buNone/>
              <a:defRPr sz="9100" b="0">
                <a:solidFill>
                  <a:schemeClr val="lt1"/>
                </a:solidFill>
              </a:defRPr>
            </a:lvl4pPr>
            <a:lvl5pPr lvl="4" algn="ctr">
              <a:spcBef>
                <a:spcPts val="0"/>
              </a:spcBef>
              <a:spcAft>
                <a:spcPts val="0"/>
              </a:spcAft>
              <a:buClr>
                <a:schemeClr val="lt1"/>
              </a:buClr>
              <a:buSzPts val="6800"/>
              <a:buNone/>
              <a:defRPr sz="9100" b="0">
                <a:solidFill>
                  <a:schemeClr val="lt1"/>
                </a:solidFill>
              </a:defRPr>
            </a:lvl5pPr>
            <a:lvl6pPr lvl="5" algn="ctr">
              <a:spcBef>
                <a:spcPts val="0"/>
              </a:spcBef>
              <a:spcAft>
                <a:spcPts val="0"/>
              </a:spcAft>
              <a:buClr>
                <a:schemeClr val="lt1"/>
              </a:buClr>
              <a:buSzPts val="6800"/>
              <a:buNone/>
              <a:defRPr sz="9100" b="0">
                <a:solidFill>
                  <a:schemeClr val="lt1"/>
                </a:solidFill>
              </a:defRPr>
            </a:lvl6pPr>
            <a:lvl7pPr lvl="6" algn="ctr">
              <a:spcBef>
                <a:spcPts val="0"/>
              </a:spcBef>
              <a:spcAft>
                <a:spcPts val="0"/>
              </a:spcAft>
              <a:buClr>
                <a:schemeClr val="lt1"/>
              </a:buClr>
              <a:buSzPts val="6800"/>
              <a:buNone/>
              <a:defRPr sz="9100" b="0">
                <a:solidFill>
                  <a:schemeClr val="lt1"/>
                </a:solidFill>
              </a:defRPr>
            </a:lvl7pPr>
            <a:lvl8pPr lvl="7" algn="ctr">
              <a:spcBef>
                <a:spcPts val="0"/>
              </a:spcBef>
              <a:spcAft>
                <a:spcPts val="0"/>
              </a:spcAft>
              <a:buClr>
                <a:schemeClr val="lt1"/>
              </a:buClr>
              <a:buSzPts val="6800"/>
              <a:buNone/>
              <a:defRPr sz="9100" b="0">
                <a:solidFill>
                  <a:schemeClr val="lt1"/>
                </a:solidFill>
              </a:defRPr>
            </a:lvl8pPr>
            <a:lvl9pPr lvl="8" algn="ctr">
              <a:spcBef>
                <a:spcPts val="0"/>
              </a:spcBef>
              <a:spcAft>
                <a:spcPts val="0"/>
              </a:spcAft>
              <a:buClr>
                <a:schemeClr val="lt1"/>
              </a:buClr>
              <a:buSzPts val="6800"/>
              <a:buNone/>
              <a:defRPr sz="9100" b="0">
                <a:solidFill>
                  <a:schemeClr val="lt1"/>
                </a:solidFill>
              </a:defRPr>
            </a:lvl9pPr>
          </a:lstStyle>
          <a:p>
            <a:endParaRPr/>
          </a:p>
        </p:txBody>
      </p:sp>
    </p:spTree>
    <p:extLst>
      <p:ext uri="{BB962C8B-B14F-4D97-AF65-F5344CB8AC3E}">
        <p14:creationId xmlns:p14="http://schemas.microsoft.com/office/powerpoint/2010/main" val="1833373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smtClean="0"/>
              <a:t>Title</a:t>
            </a:r>
            <a:endParaRPr lang="en-US"/>
          </a:p>
        </p:txBody>
      </p:sp>
      <p:sp>
        <p:nvSpPr>
          <p:cNvPr id="3" name="Text 2"/>
          <p:cNvSpPr>
            <a:spLocks noGrp="1"/>
          </p:cNvSpPr>
          <p:nvPr>
            <p:ph type="body" idx="1"/>
          </p:nvPr>
        </p:nvSpPr>
        <p:spPr/>
        <p:txBody>
          <a:bodyPr/>
          <a:lstStyle/>
          <a:p>
            <a:pPr lvl="0"/>
            <a:r>
              <a:rPr lang="en-US" smtClean="0"/>
              <a:t>Text</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3"/>
          <p:cNvSpPr>
            <a:spLocks noGrp="1"/>
          </p:cNvSpPr>
          <p:nvPr>
            <p:ph type="dt" sz="half" idx="10"/>
          </p:nvPr>
        </p:nvSpPr>
        <p:spPr/>
        <p:txBody>
          <a:bodyPr/>
          <a:lstStyle/>
          <a:p>
            <a:fld id="{C16525B2-4347-4F72-BAF7-76B19438D329}" type="datetimeFigureOut">
              <a:rPr lang="en-US" smtClean="0"/>
              <a:t>23-Feb-26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2317338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BB6CBF-F77E-44CC-8826-B58B04E9551C}" type="datetimeFigureOut">
              <a:rPr lang="en-IN" smtClean="0"/>
              <a:t>23-02-2026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E5C098-3028-4FCA-BCA8-F115C14CFF30}" type="slidenum">
              <a:rPr lang="en-IN" smtClean="0"/>
              <a:t>‹#›</a:t>
            </a:fld>
            <a:endParaRPr lang="en-IN"/>
          </a:p>
        </p:txBody>
      </p:sp>
    </p:spTree>
    <p:extLst>
      <p:ext uri="{BB962C8B-B14F-4D97-AF65-F5344CB8AC3E}">
        <p14:creationId xmlns:p14="http://schemas.microsoft.com/office/powerpoint/2010/main" val="1599392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www.injectionqueen.nl/"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injectionqueen.nl/" TargetMode="External"/><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thatware.co/kob-analysi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9.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0.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2.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2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3.jpe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4.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83" y="0"/>
            <a:ext cx="12192000" cy="6858000"/>
          </a:xfrm>
          <a:prstGeom prst="rect">
            <a:avLst/>
          </a:prstGeom>
        </p:spPr>
      </p:pic>
      <p:pic>
        <p:nvPicPr>
          <p:cNvPr id="5" name="Picture 4">
            <a:extLst>
              <a:ext uri="{FF2B5EF4-FFF2-40B4-BE49-F238E27FC236}">
                <a16:creationId xmlns:a16="http://schemas.microsoft.com/office/drawing/2014/main" xmlns="" id="{86A5D585-15CF-4FFC-84D7-1B8F6E9327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27464" y="1444497"/>
            <a:ext cx="3937071" cy="557341"/>
          </a:xfrm>
          <a:prstGeom prst="rect">
            <a:avLst/>
          </a:prstGeom>
        </p:spPr>
      </p:pic>
      <p:sp>
        <p:nvSpPr>
          <p:cNvPr id="6" name="TextBox 1"/>
          <p:cNvSpPr txBox="1">
            <a:spLocks noChangeArrowheads="1"/>
          </p:cNvSpPr>
          <p:nvPr/>
        </p:nvSpPr>
        <p:spPr bwMode="auto">
          <a:xfrm>
            <a:off x="5578556" y="2231276"/>
            <a:ext cx="1317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000" dirty="0">
                <a:latin typeface="Calibri" pitchFamily="34" charset="0"/>
                <a:cs typeface="Calibri" pitchFamily="34" charset="0"/>
              </a:rPr>
              <a:t>Presenting</a:t>
            </a:r>
          </a:p>
        </p:txBody>
      </p:sp>
      <p:sp>
        <p:nvSpPr>
          <p:cNvPr id="7" name="TextBox 9"/>
          <p:cNvSpPr txBox="1">
            <a:spLocks noChangeArrowheads="1"/>
          </p:cNvSpPr>
          <p:nvPr/>
        </p:nvSpPr>
        <p:spPr bwMode="auto">
          <a:xfrm>
            <a:off x="3972139" y="2900508"/>
            <a:ext cx="44605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b="1" dirty="0" smtClean="0">
                <a:latin typeface="Calibri" pitchFamily="34" charset="0"/>
                <a:cs typeface="Calibri" pitchFamily="34" charset="0"/>
              </a:rPr>
              <a:t>SEO Organic Growth Plan</a:t>
            </a:r>
            <a:endParaRPr lang="en-US" sz="3200" b="1" dirty="0">
              <a:latin typeface="Calibri" pitchFamily="34" charset="0"/>
              <a:cs typeface="Calibri" pitchFamily="34" charset="0"/>
            </a:endParaRPr>
          </a:p>
        </p:txBody>
      </p:sp>
      <p:sp>
        <p:nvSpPr>
          <p:cNvPr id="8" name="TextBox 11"/>
          <p:cNvSpPr txBox="1">
            <a:spLocks noChangeArrowheads="1"/>
          </p:cNvSpPr>
          <p:nvPr/>
        </p:nvSpPr>
        <p:spPr bwMode="auto">
          <a:xfrm>
            <a:off x="5868572" y="3632072"/>
            <a:ext cx="492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000" dirty="0">
                <a:latin typeface="Calibri" pitchFamily="34" charset="0"/>
                <a:cs typeface="Calibri" pitchFamily="34" charset="0"/>
              </a:rPr>
              <a:t>for</a:t>
            </a:r>
          </a:p>
        </p:txBody>
      </p:sp>
      <p:sp>
        <p:nvSpPr>
          <p:cNvPr id="12" name="Rectangle 11"/>
          <p:cNvSpPr/>
          <p:nvPr/>
        </p:nvSpPr>
        <p:spPr>
          <a:xfrm>
            <a:off x="4686047" y="5503902"/>
            <a:ext cx="4877303" cy="369332"/>
          </a:xfrm>
          <a:prstGeom prst="rect">
            <a:avLst/>
          </a:prstGeom>
        </p:spPr>
        <p:txBody>
          <a:bodyPr wrap="square">
            <a:spAutoFit/>
          </a:bodyPr>
          <a:lstStyle/>
          <a:p>
            <a:pPr fontAlgn="base"/>
            <a:r>
              <a:rPr lang="en-IN" b="1" dirty="0">
                <a:hlinkClick r:id="rId4"/>
              </a:rPr>
              <a:t>https://www.injectionqueen.nl</a:t>
            </a:r>
            <a:r>
              <a:rPr lang="en-IN" b="1" dirty="0" smtClean="0">
                <a:hlinkClick r:id="rId4"/>
              </a:rPr>
              <a:t>/</a:t>
            </a:r>
            <a:r>
              <a:rPr lang="en-IN" b="1" dirty="0" smtClean="0"/>
              <a:t> </a:t>
            </a:r>
            <a:endParaRPr lang="en-IN" b="1" dirty="0"/>
          </a:p>
        </p:txBody>
      </p:sp>
      <p:pic>
        <p:nvPicPr>
          <p:cNvPr id="10" name="Picture 9"/>
          <p:cNvPicPr>
            <a:picLocks noChangeAspect="1"/>
          </p:cNvPicPr>
          <p:nvPr/>
        </p:nvPicPr>
        <p:blipFill>
          <a:blip r:embed="rId5"/>
          <a:stretch>
            <a:fillRect/>
          </a:stretch>
        </p:blipFill>
        <p:spPr>
          <a:xfrm>
            <a:off x="5078447" y="4383953"/>
            <a:ext cx="2247900" cy="790575"/>
          </a:xfrm>
          <a:prstGeom prst="rect">
            <a:avLst/>
          </a:prstGeom>
        </p:spPr>
      </p:pic>
    </p:spTree>
    <p:extLst>
      <p:ext uri="{BB962C8B-B14F-4D97-AF65-F5344CB8AC3E}">
        <p14:creationId xmlns:p14="http://schemas.microsoft.com/office/powerpoint/2010/main" val="14372635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p:cNvSpPr/>
          <p:nvPr/>
        </p:nvSpPr>
        <p:spPr>
          <a:xfrm>
            <a:off x="1727200" y="2075358"/>
            <a:ext cx="8382019" cy="2123658"/>
          </a:xfrm>
          <a:prstGeom prst="rect">
            <a:avLst/>
          </a:prstGeom>
        </p:spPr>
        <p:txBody>
          <a:bodyPr wrap="square">
            <a:spAutoFit/>
          </a:bodyPr>
          <a:lstStyle/>
          <a:p>
            <a:pPr algn="ctr"/>
            <a:r>
              <a:rPr lang="en-US" sz="4400" dirty="0" smtClean="0">
                <a:solidFill>
                  <a:srgbClr val="C00000"/>
                </a:solidFill>
                <a:latin typeface="Palatino Linotype" pitchFamily="18" charset="0"/>
              </a:rPr>
              <a:t>SEO Action Plan</a:t>
            </a:r>
          </a:p>
          <a:p>
            <a:pPr algn="ctr"/>
            <a:r>
              <a:rPr lang="en-US" sz="4400" dirty="0" smtClean="0">
                <a:latin typeface="Palatino Linotype" pitchFamily="18" charset="0"/>
              </a:rPr>
              <a:t>And </a:t>
            </a:r>
          </a:p>
          <a:p>
            <a:pPr algn="ctr"/>
            <a:r>
              <a:rPr lang="en-US" sz="4400" dirty="0" smtClean="0">
                <a:latin typeface="Palatino Linotype" pitchFamily="18" charset="0"/>
              </a:rPr>
              <a:t>Scope of Work</a:t>
            </a:r>
            <a:endParaRPr lang="en-IN" sz="4400" dirty="0">
              <a:latin typeface="Palatino Linotype" pitchFamily="18" charset="0"/>
            </a:endParaRPr>
          </a:p>
        </p:txBody>
      </p:sp>
    </p:spTree>
    <p:extLst>
      <p:ext uri="{BB962C8B-B14F-4D97-AF65-F5344CB8AC3E}">
        <p14:creationId xmlns:p14="http://schemas.microsoft.com/office/powerpoint/2010/main" val="14567544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504"/>
            <a:ext cx="12192000" cy="6858000"/>
          </a:xfrm>
          <a:prstGeom prst="rect">
            <a:avLst/>
          </a:prstGeom>
        </p:spPr>
      </p:pic>
      <p:sp>
        <p:nvSpPr>
          <p:cNvPr id="3" name="Rectangle 2"/>
          <p:cNvSpPr/>
          <p:nvPr/>
        </p:nvSpPr>
        <p:spPr>
          <a:xfrm>
            <a:off x="1709530" y="685514"/>
            <a:ext cx="6096000" cy="584775"/>
          </a:xfrm>
          <a:prstGeom prst="rect">
            <a:avLst/>
          </a:prstGeom>
        </p:spPr>
        <p:txBody>
          <a:bodyPr>
            <a:spAutoFit/>
          </a:bodyPr>
          <a:lstStyle/>
          <a:p>
            <a:r>
              <a:rPr lang="en-US" sz="3200" dirty="0" smtClean="0">
                <a:solidFill>
                  <a:schemeClr val="tx2">
                    <a:lumMod val="75000"/>
                  </a:schemeClr>
                </a:solidFill>
                <a:latin typeface="Palatino Linotype" pitchFamily="18" charset="0"/>
              </a:rPr>
              <a:t>Introduction</a:t>
            </a:r>
            <a:endParaRPr lang="en-IN" sz="3200" dirty="0">
              <a:solidFill>
                <a:schemeClr val="tx2">
                  <a:lumMod val="75000"/>
                </a:schemeClr>
              </a:solidFill>
              <a:latin typeface="Palatino Linotype" pitchFamily="18" charset="0"/>
            </a:endParaRPr>
          </a:p>
        </p:txBody>
      </p:sp>
      <p:cxnSp>
        <p:nvCxnSpPr>
          <p:cNvPr id="10" name="Straight Connector 9"/>
          <p:cNvCxnSpPr/>
          <p:nvPr/>
        </p:nvCxnSpPr>
        <p:spPr>
          <a:xfrm>
            <a:off x="1819192" y="1280421"/>
            <a:ext cx="2976438" cy="0"/>
          </a:xfrm>
          <a:prstGeom prst="line">
            <a:avLst/>
          </a:prstGeom>
        </p:spPr>
        <p:style>
          <a:lnRef idx="3">
            <a:schemeClr val="accent2"/>
          </a:lnRef>
          <a:fillRef idx="0">
            <a:schemeClr val="accent2"/>
          </a:fillRef>
          <a:effectRef idx="2">
            <a:schemeClr val="accent2"/>
          </a:effectRef>
          <a:fontRef idx="minor">
            <a:schemeClr val="tx1"/>
          </a:fontRef>
        </p:style>
      </p:cxnSp>
      <p:sp>
        <p:nvSpPr>
          <p:cNvPr id="5" name="TextBox 4"/>
          <p:cNvSpPr txBox="1"/>
          <p:nvPr/>
        </p:nvSpPr>
        <p:spPr>
          <a:xfrm>
            <a:off x="910614" y="1567543"/>
            <a:ext cx="9506857" cy="4247317"/>
          </a:xfrm>
          <a:prstGeom prst="rect">
            <a:avLst/>
          </a:prstGeom>
          <a:noFill/>
        </p:spPr>
        <p:txBody>
          <a:bodyPr wrap="square" rtlCol="0">
            <a:spAutoFit/>
          </a:bodyPr>
          <a:lstStyle/>
          <a:p>
            <a:r>
              <a:rPr lang="en-US" dirty="0" smtClean="0"/>
              <a:t>This Document contains a Step By Step Action Plan, to enhance your SEO and Grow your Website’s Organic Presence in different search engines.</a:t>
            </a:r>
          </a:p>
          <a:p>
            <a:endParaRPr lang="en-US" dirty="0"/>
          </a:p>
          <a:p>
            <a:pPr fontAlgn="base"/>
            <a:r>
              <a:rPr lang="en-US" dirty="0" smtClean="0"/>
              <a:t>The website </a:t>
            </a:r>
            <a:r>
              <a:rPr lang="en-IN" b="1" dirty="0"/>
              <a:t>  </a:t>
            </a:r>
            <a:r>
              <a:rPr lang="en-IN" b="1" dirty="0">
                <a:hlinkClick r:id="rId3"/>
              </a:rPr>
              <a:t>https://www.injectionqueen.nl</a:t>
            </a:r>
            <a:r>
              <a:rPr lang="en-IN" b="1" dirty="0" smtClean="0">
                <a:hlinkClick r:id="rId3"/>
              </a:rPr>
              <a:t>/</a:t>
            </a:r>
            <a:r>
              <a:rPr lang="en-IN" b="1" dirty="0" smtClean="0"/>
              <a:t>  </a:t>
            </a:r>
            <a:r>
              <a:rPr lang="en-US" dirty="0" smtClean="0"/>
              <a:t>, already has a solid SEO foundation. This Action Plan is specifically focused on further enhancing and unlocking the next level in regards to your website’s organic growth journey.</a:t>
            </a:r>
          </a:p>
          <a:p>
            <a:endParaRPr lang="en-US" dirty="0"/>
          </a:p>
          <a:p>
            <a:r>
              <a:rPr lang="en-US" dirty="0" smtClean="0"/>
              <a:t>Here is a small summary to help you navigate this document.</a:t>
            </a:r>
          </a:p>
          <a:p>
            <a:endParaRPr lang="en-US" dirty="0"/>
          </a:p>
          <a:p>
            <a:r>
              <a:rPr lang="en-US" dirty="0" smtClean="0"/>
              <a:t>Part 1: Keywords and Content Planning</a:t>
            </a:r>
          </a:p>
          <a:p>
            <a:r>
              <a:rPr lang="en-US" dirty="0"/>
              <a:t>Part</a:t>
            </a:r>
            <a:r>
              <a:rPr lang="en-US" dirty="0" smtClean="0"/>
              <a:t> 2: Basic SEO Checks and Advanced Technical And On Page Implementations</a:t>
            </a:r>
          </a:p>
          <a:p>
            <a:r>
              <a:rPr lang="en-US" dirty="0" smtClean="0"/>
              <a:t>Part 3: Backlinks Drive (Basic and Advanced Tactics)</a:t>
            </a:r>
          </a:p>
          <a:p>
            <a:r>
              <a:rPr lang="en-US" dirty="0"/>
              <a:t>Part</a:t>
            </a:r>
            <a:r>
              <a:rPr lang="en-US" dirty="0" smtClean="0"/>
              <a:t> 4: Some more Unique and Advanced SEO implementation to enhance clicks</a:t>
            </a:r>
          </a:p>
          <a:p>
            <a:r>
              <a:rPr lang="en-US" dirty="0" smtClean="0"/>
              <a:t>Part 5: Data Driven SEO Analysis and Content Optimization</a:t>
            </a:r>
          </a:p>
          <a:p>
            <a:r>
              <a:rPr lang="en-US" dirty="0" smtClean="0"/>
              <a:t>Part 6: Month on Month Deliverables (6 Months)</a:t>
            </a:r>
          </a:p>
        </p:txBody>
      </p:sp>
    </p:spTree>
    <p:extLst>
      <p:ext uri="{BB962C8B-B14F-4D97-AF65-F5344CB8AC3E}">
        <p14:creationId xmlns:p14="http://schemas.microsoft.com/office/powerpoint/2010/main" val="1811468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2407602" y="2077781"/>
            <a:ext cx="737679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4000" dirty="0" smtClean="0">
                <a:latin typeface="Palatino Linotype" panose="02040502050505030304" pitchFamily="18" charset="0"/>
                <a:cs typeface="Calibri" pitchFamily="34" charset="0"/>
              </a:rPr>
              <a:t>Part 1: </a:t>
            </a:r>
            <a:r>
              <a:rPr lang="en-US" sz="4000" dirty="0">
                <a:solidFill>
                  <a:srgbClr val="C00000"/>
                </a:solidFill>
                <a:latin typeface="Palatino Linotype" panose="02040502050505030304" pitchFamily="18" charset="0"/>
              </a:rPr>
              <a:t>Keywords</a:t>
            </a:r>
            <a:r>
              <a:rPr lang="en-US" sz="4000" dirty="0">
                <a:latin typeface="Palatino Linotype" panose="02040502050505030304" pitchFamily="18" charset="0"/>
              </a:rPr>
              <a:t> and Content </a:t>
            </a:r>
            <a:r>
              <a:rPr lang="en-US" sz="4000" dirty="0" smtClean="0">
                <a:latin typeface="Palatino Linotype" panose="02040502050505030304" pitchFamily="18" charset="0"/>
              </a:rPr>
              <a:t>Planning</a:t>
            </a:r>
            <a:endParaRPr lang="en-US" sz="4000" dirty="0">
              <a:latin typeface="Palatino Linotype" panose="02040502050505030304" pitchFamily="18" charset="0"/>
            </a:endParaRPr>
          </a:p>
        </p:txBody>
      </p:sp>
    </p:spTree>
    <p:extLst>
      <p:ext uri="{BB962C8B-B14F-4D97-AF65-F5344CB8AC3E}">
        <p14:creationId xmlns:p14="http://schemas.microsoft.com/office/powerpoint/2010/main" val="14983876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188402" y="625391"/>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Keyword Research </a:t>
            </a:r>
            <a:r>
              <a:rPr lang="en-US" sz="3200" dirty="0" smtClean="0">
                <a:latin typeface="Palatino Linotype" panose="02040502050505030304" pitchFamily="18" charset="0"/>
                <a:cs typeface="Calibri" pitchFamily="34" charset="0"/>
              </a:rPr>
              <a:t>with KOB Analysis</a:t>
            </a:r>
            <a:endParaRPr lang="en-US" sz="3200" dirty="0">
              <a:latin typeface="Palatino Linotype" panose="02040502050505030304" pitchFamily="18" charset="0"/>
              <a:cs typeface="Calibri" pitchFamily="34" charset="0"/>
            </a:endParaRPr>
          </a:p>
        </p:txBody>
      </p:sp>
      <p:sp>
        <p:nvSpPr>
          <p:cNvPr id="5" name="TextBox 4"/>
          <p:cNvSpPr txBox="1"/>
          <p:nvPr/>
        </p:nvSpPr>
        <p:spPr>
          <a:xfrm>
            <a:off x="1188402" y="1383972"/>
            <a:ext cx="8428382" cy="646331"/>
          </a:xfrm>
          <a:prstGeom prst="rect">
            <a:avLst/>
          </a:prstGeom>
          <a:noFill/>
        </p:spPr>
        <p:txBody>
          <a:bodyPr wrap="square" rtlCol="0">
            <a:spAutoFit/>
          </a:bodyPr>
          <a:lstStyle/>
          <a:p>
            <a:r>
              <a:rPr lang="en-US" dirty="0" smtClean="0"/>
              <a:t>KOB stands for Keywords opposition. It is a step by step approach which can help in choosing keywords based on their feasibility to rank and business potential.</a:t>
            </a:r>
          </a:p>
        </p:txBody>
      </p:sp>
      <p:pic>
        <p:nvPicPr>
          <p:cNvPr id="6" name="Picture 5"/>
          <p:cNvPicPr>
            <a:picLocks noChangeAspect="1"/>
          </p:cNvPicPr>
          <p:nvPr/>
        </p:nvPicPr>
        <p:blipFill>
          <a:blip r:embed="rId3"/>
          <a:stretch>
            <a:fillRect/>
          </a:stretch>
        </p:blipFill>
        <p:spPr>
          <a:xfrm>
            <a:off x="1523999" y="2422828"/>
            <a:ext cx="6347791" cy="1347549"/>
          </a:xfrm>
          <a:prstGeom prst="rect">
            <a:avLst/>
          </a:prstGeom>
        </p:spPr>
      </p:pic>
      <p:sp>
        <p:nvSpPr>
          <p:cNvPr id="8" name="TextBox 7"/>
          <p:cNvSpPr txBox="1"/>
          <p:nvPr/>
        </p:nvSpPr>
        <p:spPr>
          <a:xfrm>
            <a:off x="5565914" y="4101605"/>
            <a:ext cx="4320208" cy="369332"/>
          </a:xfrm>
          <a:prstGeom prst="rect">
            <a:avLst/>
          </a:prstGeom>
          <a:noFill/>
        </p:spPr>
        <p:txBody>
          <a:bodyPr wrap="square" rtlCol="0">
            <a:spAutoFit/>
          </a:bodyPr>
          <a:lstStyle/>
          <a:p>
            <a:r>
              <a:rPr lang="en-US" b="1" dirty="0" smtClean="0"/>
              <a:t>Relevance Score is determined manually.</a:t>
            </a:r>
            <a:endParaRPr lang="en-IN" b="1" dirty="0"/>
          </a:p>
        </p:txBody>
      </p:sp>
      <p:sp>
        <p:nvSpPr>
          <p:cNvPr id="9" name="TextBox 8"/>
          <p:cNvSpPr txBox="1"/>
          <p:nvPr/>
        </p:nvSpPr>
        <p:spPr>
          <a:xfrm>
            <a:off x="1046922" y="4784035"/>
            <a:ext cx="8415130" cy="1200329"/>
          </a:xfrm>
          <a:prstGeom prst="rect">
            <a:avLst/>
          </a:prstGeom>
          <a:noFill/>
        </p:spPr>
        <p:txBody>
          <a:bodyPr wrap="square" rtlCol="0">
            <a:spAutoFit/>
          </a:bodyPr>
          <a:lstStyle/>
          <a:p>
            <a:r>
              <a:rPr lang="en-US" b="1" dirty="0" smtClean="0"/>
              <a:t>Benefits</a:t>
            </a:r>
            <a:r>
              <a:rPr lang="en-US" dirty="0" smtClean="0"/>
              <a:t>:</a:t>
            </a:r>
          </a:p>
          <a:p>
            <a:endParaRPr lang="en-US" dirty="0"/>
          </a:p>
          <a:p>
            <a:pPr marL="285750" indent="-285750">
              <a:buFont typeface="Arial" panose="020B0604020202020204" pitchFamily="34" charset="0"/>
              <a:buChar char="•"/>
            </a:pPr>
            <a:r>
              <a:rPr lang="en-US" dirty="0" smtClean="0"/>
              <a:t>Understanding the KOB Score of each keyword helps to prioritize our content marketing as per the feasibility of ranking.</a:t>
            </a:r>
          </a:p>
        </p:txBody>
      </p:sp>
      <p:sp>
        <p:nvSpPr>
          <p:cNvPr id="10" name="TextBox 9"/>
          <p:cNvSpPr txBox="1"/>
          <p:nvPr/>
        </p:nvSpPr>
        <p:spPr>
          <a:xfrm>
            <a:off x="881269" y="6162540"/>
            <a:ext cx="7083288" cy="646331"/>
          </a:xfrm>
          <a:prstGeom prst="rect">
            <a:avLst/>
          </a:prstGeom>
          <a:noFill/>
        </p:spPr>
        <p:txBody>
          <a:bodyPr wrap="square" rtlCol="0">
            <a:spAutoFit/>
          </a:bodyPr>
          <a:lstStyle/>
          <a:p>
            <a:r>
              <a:rPr lang="en-US" dirty="0" smtClean="0">
                <a:solidFill>
                  <a:srgbClr val="C00000"/>
                </a:solidFill>
              </a:rPr>
              <a:t>Learn More about KOB Analysis </a:t>
            </a:r>
            <a:r>
              <a:rPr lang="en-US" dirty="0" smtClean="0"/>
              <a:t>&gt; </a:t>
            </a:r>
            <a:r>
              <a:rPr lang="en-US" dirty="0" smtClean="0">
                <a:hlinkClick r:id="rId4"/>
              </a:rPr>
              <a:t>https://thatware.co/kob-analysis/</a:t>
            </a:r>
            <a:endParaRPr lang="en-US" dirty="0" smtClean="0"/>
          </a:p>
          <a:p>
            <a:endParaRPr lang="en-IN" dirty="0"/>
          </a:p>
        </p:txBody>
      </p:sp>
    </p:spTree>
    <p:extLst>
      <p:ext uri="{BB962C8B-B14F-4D97-AF65-F5344CB8AC3E}">
        <p14:creationId xmlns:p14="http://schemas.microsoft.com/office/powerpoint/2010/main" val="41005451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object 4"/>
          <p:cNvSpPr txBox="1"/>
          <p:nvPr/>
        </p:nvSpPr>
        <p:spPr>
          <a:xfrm>
            <a:off x="1340300" y="913288"/>
            <a:ext cx="3727784" cy="320857"/>
          </a:xfrm>
          <a:prstGeom prst="rect">
            <a:avLst/>
          </a:prstGeom>
        </p:spPr>
        <p:txBody>
          <a:bodyPr vert="horz" wrap="square" lIns="0" tIns="0" rIns="0" bIns="0" rtlCol="0">
            <a:spAutoFit/>
          </a:bodyPr>
          <a:lstStyle/>
          <a:p>
            <a:pPr marL="0" marR="0">
              <a:lnSpc>
                <a:spcPts val="2197"/>
              </a:lnSpc>
              <a:spcBef>
                <a:spcPts val="0"/>
              </a:spcBef>
              <a:spcAft>
                <a:spcPts val="0"/>
              </a:spcAft>
            </a:pPr>
            <a:r>
              <a:rPr lang="en-US" sz="3200" dirty="0" smtClean="0">
                <a:solidFill>
                  <a:srgbClr val="000000"/>
                </a:solidFill>
                <a:latin typeface="Palatino Linotype" panose="02040502050505030304" pitchFamily="18" charset="0"/>
                <a:cs typeface="TDCDLM+Calibri Bold"/>
              </a:rPr>
              <a:t>Content Planning</a:t>
            </a:r>
            <a:endParaRPr sz="3200" dirty="0">
              <a:solidFill>
                <a:srgbClr val="000000"/>
              </a:solidFill>
              <a:latin typeface="Palatino Linotype" panose="02040502050505030304" pitchFamily="18" charset="0"/>
              <a:cs typeface="TDCDLM+Calibri Bold"/>
            </a:endParaRPr>
          </a:p>
        </p:txBody>
      </p:sp>
      <p:sp>
        <p:nvSpPr>
          <p:cNvPr id="5" name="object 5"/>
          <p:cNvSpPr txBox="1"/>
          <p:nvPr/>
        </p:nvSpPr>
        <p:spPr>
          <a:xfrm>
            <a:off x="777955" y="1637227"/>
            <a:ext cx="5039749" cy="1974900"/>
          </a:xfrm>
          <a:prstGeom prst="rect">
            <a:avLst/>
          </a:prstGeom>
        </p:spPr>
        <p:txBody>
          <a:bodyPr vert="horz" wrap="square" lIns="0" tIns="0" rIns="0" bIns="0" rtlCol="0">
            <a:spAutoFit/>
          </a:bodyPr>
          <a:lstStyle/>
          <a:p>
            <a:pPr marL="0" marR="0">
              <a:lnSpc>
                <a:spcPts val="2197"/>
              </a:lnSpc>
              <a:spcBef>
                <a:spcPts val="0"/>
              </a:spcBef>
              <a:spcAft>
                <a:spcPts val="0"/>
              </a:spcAft>
            </a:pPr>
            <a:r>
              <a:rPr lang="en-US" sz="1800" dirty="0" smtClean="0">
                <a:solidFill>
                  <a:srgbClr val="1A232D"/>
                </a:solidFill>
                <a:latin typeface="OEDHIM+Calibri"/>
                <a:cs typeface="OEDHIM+Calibri"/>
              </a:rPr>
              <a:t>Currently the website </a:t>
            </a:r>
            <a:r>
              <a:rPr lang="en-US" sz="1800" dirty="0" err="1" smtClean="0">
                <a:solidFill>
                  <a:srgbClr val="1A232D"/>
                </a:solidFill>
                <a:latin typeface="OEDHIM+Calibri"/>
                <a:cs typeface="OEDHIM+Calibri"/>
              </a:rPr>
              <a:t>doesnot</a:t>
            </a:r>
            <a:r>
              <a:rPr lang="en-US" sz="1800" dirty="0" smtClean="0">
                <a:solidFill>
                  <a:srgbClr val="1A232D"/>
                </a:solidFill>
                <a:latin typeface="OEDHIM+Calibri"/>
                <a:cs typeface="OEDHIM+Calibri"/>
              </a:rPr>
              <a:t> seem to have an active content marketing strategy. </a:t>
            </a:r>
          </a:p>
          <a:p>
            <a:pPr marL="0" marR="0">
              <a:lnSpc>
                <a:spcPts val="2197"/>
              </a:lnSpc>
              <a:spcBef>
                <a:spcPts val="0"/>
              </a:spcBef>
              <a:spcAft>
                <a:spcPts val="0"/>
              </a:spcAft>
            </a:pPr>
            <a:endParaRPr lang="en-US" dirty="0">
              <a:solidFill>
                <a:srgbClr val="1A232D"/>
              </a:solidFill>
              <a:latin typeface="OEDHIM+Calibri"/>
              <a:cs typeface="OEDHIM+Calibri"/>
            </a:endParaRPr>
          </a:p>
          <a:p>
            <a:pPr marL="0" marR="0">
              <a:lnSpc>
                <a:spcPts val="2197"/>
              </a:lnSpc>
              <a:spcBef>
                <a:spcPts val="0"/>
              </a:spcBef>
              <a:spcAft>
                <a:spcPts val="0"/>
              </a:spcAft>
            </a:pPr>
            <a:r>
              <a:rPr sz="1800" dirty="0" smtClean="0">
                <a:solidFill>
                  <a:srgbClr val="1A232D"/>
                </a:solidFill>
                <a:latin typeface="OEDHIM+Calibri"/>
                <a:cs typeface="OEDHIM+Calibri"/>
              </a:rPr>
              <a:t>After</a:t>
            </a:r>
            <a:r>
              <a:rPr sz="1800" spc="-18" dirty="0" smtClean="0">
                <a:solidFill>
                  <a:srgbClr val="1A232D"/>
                </a:solidFill>
                <a:latin typeface="OEDHIM+Calibri"/>
                <a:cs typeface="OEDHIM+Calibri"/>
              </a:rPr>
              <a:t> </a:t>
            </a:r>
            <a:r>
              <a:rPr sz="1800" dirty="0">
                <a:solidFill>
                  <a:srgbClr val="1A232D"/>
                </a:solidFill>
                <a:latin typeface="OEDHIM+Calibri"/>
                <a:cs typeface="OEDHIM+Calibri"/>
              </a:rPr>
              <a:t>the</a:t>
            </a:r>
            <a:r>
              <a:rPr sz="1800" spc="-19" dirty="0">
                <a:solidFill>
                  <a:srgbClr val="1A232D"/>
                </a:solidFill>
                <a:latin typeface="OEDHIM+Calibri"/>
                <a:cs typeface="OEDHIM+Calibri"/>
              </a:rPr>
              <a:t> </a:t>
            </a:r>
            <a:r>
              <a:rPr sz="1800" spc="-12" dirty="0">
                <a:solidFill>
                  <a:srgbClr val="1A232D"/>
                </a:solidFill>
                <a:latin typeface="OEDHIM+Calibri"/>
                <a:cs typeface="OEDHIM+Calibri"/>
              </a:rPr>
              <a:t>Keyword</a:t>
            </a:r>
            <a:r>
              <a:rPr sz="1800" dirty="0">
                <a:solidFill>
                  <a:srgbClr val="1A232D"/>
                </a:solidFill>
                <a:latin typeface="OEDHIM+Calibri"/>
                <a:cs typeface="OEDHIM+Calibri"/>
              </a:rPr>
              <a:t> research</a:t>
            </a:r>
            <a:r>
              <a:rPr sz="1800" spc="-25" dirty="0">
                <a:solidFill>
                  <a:srgbClr val="1A232D"/>
                </a:solidFill>
                <a:latin typeface="OEDHIM+Calibri"/>
                <a:cs typeface="OEDHIM+Calibri"/>
              </a:rPr>
              <a:t> </a:t>
            </a:r>
            <a:r>
              <a:rPr sz="1800" dirty="0">
                <a:solidFill>
                  <a:srgbClr val="1A232D"/>
                </a:solidFill>
                <a:latin typeface="OEDHIM+Calibri"/>
                <a:cs typeface="OEDHIM+Calibri"/>
              </a:rPr>
              <a:t>as</a:t>
            </a:r>
            <a:r>
              <a:rPr sz="1800" spc="-20" dirty="0">
                <a:solidFill>
                  <a:srgbClr val="1A232D"/>
                </a:solidFill>
                <a:latin typeface="OEDHIM+Calibri"/>
                <a:cs typeface="OEDHIM+Calibri"/>
              </a:rPr>
              <a:t> </a:t>
            </a:r>
            <a:r>
              <a:rPr sz="1800" dirty="0">
                <a:solidFill>
                  <a:srgbClr val="1A232D"/>
                </a:solidFill>
                <a:latin typeface="OEDHIM+Calibri"/>
                <a:cs typeface="OEDHIM+Calibri"/>
              </a:rPr>
              <a:t>per</a:t>
            </a:r>
            <a:r>
              <a:rPr sz="1800" spc="-17" dirty="0">
                <a:solidFill>
                  <a:srgbClr val="1A232D"/>
                </a:solidFill>
                <a:latin typeface="OEDHIM+Calibri"/>
                <a:cs typeface="OEDHIM+Calibri"/>
              </a:rPr>
              <a:t> </a:t>
            </a:r>
            <a:r>
              <a:rPr sz="1800" dirty="0">
                <a:solidFill>
                  <a:srgbClr val="1A232D"/>
                </a:solidFill>
                <a:latin typeface="OEDHIM+Calibri"/>
                <a:cs typeface="OEDHIM+Calibri"/>
              </a:rPr>
              <a:t>the </a:t>
            </a:r>
            <a:r>
              <a:rPr sz="1800" b="1" dirty="0">
                <a:solidFill>
                  <a:srgbClr val="1A232D"/>
                </a:solidFill>
                <a:latin typeface="TDCDLM+Calibri Bold"/>
                <a:cs typeface="TDCDLM+Calibri Bold"/>
              </a:rPr>
              <a:t>topic</a:t>
            </a:r>
            <a:r>
              <a:rPr sz="1800" b="1" spc="-37" dirty="0">
                <a:solidFill>
                  <a:srgbClr val="1A232D"/>
                </a:solidFill>
                <a:latin typeface="TDCDLM+Calibri Bold"/>
                <a:cs typeface="TDCDLM+Calibri Bold"/>
              </a:rPr>
              <a:t> </a:t>
            </a:r>
            <a:r>
              <a:rPr sz="1800" b="1" dirty="0">
                <a:solidFill>
                  <a:srgbClr val="1A232D"/>
                </a:solidFill>
                <a:latin typeface="LQQMHD+Calibri Bold"/>
                <a:cs typeface="LQQMHD+Calibri Bold"/>
              </a:rPr>
              <a:t>–</a:t>
            </a:r>
            <a:r>
              <a:rPr sz="1800" b="1" spc="16" dirty="0">
                <a:solidFill>
                  <a:srgbClr val="1A232D"/>
                </a:solidFill>
                <a:latin typeface="Caladea"/>
                <a:cs typeface="Caladea"/>
              </a:rPr>
              <a:t> </a:t>
            </a:r>
            <a:r>
              <a:rPr sz="1800" b="1" spc="-11" dirty="0">
                <a:solidFill>
                  <a:srgbClr val="1A232D"/>
                </a:solidFill>
                <a:latin typeface="TDCDLM+Calibri Bold"/>
                <a:cs typeface="TDCDLM+Calibri Bold"/>
              </a:rPr>
              <a:t>cluster</a:t>
            </a:r>
            <a:r>
              <a:rPr sz="1800" b="1" spc="-28" dirty="0">
                <a:solidFill>
                  <a:srgbClr val="1A232D"/>
                </a:solidFill>
                <a:latin typeface="TDCDLM+Calibri Bold"/>
                <a:cs typeface="TDCDLM+Calibri Bold"/>
              </a:rPr>
              <a:t> </a:t>
            </a:r>
            <a:r>
              <a:rPr sz="1800" b="1" dirty="0" smtClean="0">
                <a:solidFill>
                  <a:srgbClr val="1A232D"/>
                </a:solidFill>
                <a:latin typeface="TDCDLM+Calibri Bold"/>
                <a:cs typeface="TDCDLM+Calibri Bold"/>
              </a:rPr>
              <a:t>model</a:t>
            </a:r>
            <a:r>
              <a:rPr lang="en-US" sz="1800" b="1" dirty="0" smtClean="0">
                <a:solidFill>
                  <a:srgbClr val="1A232D"/>
                </a:solidFill>
                <a:latin typeface="TDCDLM+Calibri Bold"/>
                <a:cs typeface="TDCDLM+Calibri Bold"/>
              </a:rPr>
              <a:t> </a:t>
            </a:r>
            <a:r>
              <a:rPr sz="1800" dirty="0" smtClean="0">
                <a:solidFill>
                  <a:srgbClr val="1A232D"/>
                </a:solidFill>
                <a:latin typeface="OEDHIM+Calibri"/>
                <a:cs typeface="OEDHIM+Calibri"/>
              </a:rPr>
              <a:t>described</a:t>
            </a:r>
            <a:r>
              <a:rPr sz="1800" spc="-31" dirty="0" smtClean="0">
                <a:solidFill>
                  <a:srgbClr val="1A232D"/>
                </a:solidFill>
                <a:latin typeface="OEDHIM+Calibri"/>
                <a:cs typeface="OEDHIM+Calibri"/>
              </a:rPr>
              <a:t> </a:t>
            </a:r>
            <a:r>
              <a:rPr sz="1800" dirty="0">
                <a:solidFill>
                  <a:srgbClr val="1A232D"/>
                </a:solidFill>
                <a:latin typeface="OEDHIM+Calibri"/>
                <a:cs typeface="OEDHIM+Calibri"/>
              </a:rPr>
              <a:t>in slide</a:t>
            </a:r>
            <a:r>
              <a:rPr sz="1800" spc="-16" dirty="0">
                <a:solidFill>
                  <a:srgbClr val="1A232D"/>
                </a:solidFill>
                <a:latin typeface="OEDHIM+Calibri"/>
                <a:cs typeface="OEDHIM+Calibri"/>
              </a:rPr>
              <a:t> </a:t>
            </a:r>
            <a:r>
              <a:rPr sz="1800" dirty="0">
                <a:solidFill>
                  <a:srgbClr val="1A232D"/>
                </a:solidFill>
                <a:latin typeface="OEDHIM+Calibri"/>
                <a:cs typeface="OEDHIM+Calibri"/>
              </a:rPr>
              <a:t>1</a:t>
            </a:r>
            <a:r>
              <a:rPr sz="1800" spc="-11" dirty="0">
                <a:solidFill>
                  <a:srgbClr val="1A232D"/>
                </a:solidFill>
                <a:latin typeface="OEDHIM+Calibri"/>
                <a:cs typeface="OEDHIM+Calibri"/>
              </a:rPr>
              <a:t> </a:t>
            </a:r>
            <a:r>
              <a:rPr sz="1800" spc="-14" dirty="0">
                <a:solidFill>
                  <a:srgbClr val="1A232D"/>
                </a:solidFill>
                <a:latin typeface="OEDHIM+Calibri"/>
                <a:cs typeface="OEDHIM+Calibri"/>
              </a:rPr>
              <a:t>we</a:t>
            </a:r>
            <a:r>
              <a:rPr sz="1800" spc="17" dirty="0">
                <a:solidFill>
                  <a:srgbClr val="1A232D"/>
                </a:solidFill>
                <a:latin typeface="OEDHIM+Calibri"/>
                <a:cs typeface="OEDHIM+Calibri"/>
              </a:rPr>
              <a:t> </a:t>
            </a:r>
            <a:r>
              <a:rPr sz="1800" dirty="0">
                <a:solidFill>
                  <a:srgbClr val="1A232D"/>
                </a:solidFill>
                <a:latin typeface="OEDHIM+Calibri"/>
                <a:cs typeface="OEDHIM+Calibri"/>
              </a:rPr>
              <a:t>will</a:t>
            </a:r>
            <a:r>
              <a:rPr sz="1800" spc="-12" dirty="0">
                <a:solidFill>
                  <a:srgbClr val="1A232D"/>
                </a:solidFill>
                <a:latin typeface="OEDHIM+Calibri"/>
                <a:cs typeface="OEDHIM+Calibri"/>
              </a:rPr>
              <a:t> </a:t>
            </a:r>
            <a:r>
              <a:rPr sz="1800" dirty="0">
                <a:solidFill>
                  <a:srgbClr val="1A232D"/>
                </a:solidFill>
                <a:latin typeface="OEDHIM+Calibri"/>
                <a:cs typeface="OEDHIM+Calibri"/>
              </a:rPr>
              <a:t>move</a:t>
            </a:r>
            <a:r>
              <a:rPr sz="1800" spc="-12" dirty="0">
                <a:solidFill>
                  <a:srgbClr val="1A232D"/>
                </a:solidFill>
                <a:latin typeface="OEDHIM+Calibri"/>
                <a:cs typeface="OEDHIM+Calibri"/>
              </a:rPr>
              <a:t> </a:t>
            </a:r>
            <a:r>
              <a:rPr sz="1800" spc="-15" dirty="0">
                <a:solidFill>
                  <a:srgbClr val="1A232D"/>
                </a:solidFill>
                <a:latin typeface="OEDHIM+Calibri"/>
                <a:cs typeface="OEDHIM+Calibri"/>
              </a:rPr>
              <a:t>to</a:t>
            </a:r>
            <a:r>
              <a:rPr sz="1800" dirty="0">
                <a:solidFill>
                  <a:srgbClr val="1A232D"/>
                </a:solidFill>
                <a:latin typeface="OEDHIM+Calibri"/>
                <a:cs typeface="OEDHIM+Calibri"/>
              </a:rPr>
              <a:t> map</a:t>
            </a:r>
            <a:r>
              <a:rPr sz="1800" spc="-22" dirty="0">
                <a:solidFill>
                  <a:srgbClr val="1A232D"/>
                </a:solidFill>
                <a:latin typeface="OEDHIM+Calibri"/>
                <a:cs typeface="OEDHIM+Calibri"/>
              </a:rPr>
              <a:t> </a:t>
            </a:r>
            <a:r>
              <a:rPr sz="1800" dirty="0">
                <a:solidFill>
                  <a:srgbClr val="1A232D"/>
                </a:solidFill>
                <a:latin typeface="OEDHIM+Calibri"/>
                <a:cs typeface="OEDHIM+Calibri"/>
              </a:rPr>
              <a:t>each</a:t>
            </a:r>
            <a:r>
              <a:rPr sz="1800" spc="-13" dirty="0">
                <a:solidFill>
                  <a:srgbClr val="1A232D"/>
                </a:solidFill>
                <a:latin typeface="OEDHIM+Calibri"/>
                <a:cs typeface="OEDHIM+Calibri"/>
              </a:rPr>
              <a:t> </a:t>
            </a:r>
            <a:r>
              <a:rPr sz="1800" dirty="0">
                <a:solidFill>
                  <a:srgbClr val="1A232D"/>
                </a:solidFill>
                <a:latin typeface="OEDHIM+Calibri"/>
                <a:cs typeface="OEDHIM+Calibri"/>
              </a:rPr>
              <a:t>individual</a:t>
            </a:r>
            <a:r>
              <a:rPr sz="1800" spc="-23" dirty="0">
                <a:solidFill>
                  <a:srgbClr val="1A232D"/>
                </a:solidFill>
                <a:latin typeface="OEDHIM+Calibri"/>
                <a:cs typeface="OEDHIM+Calibri"/>
              </a:rPr>
              <a:t> </a:t>
            </a:r>
            <a:r>
              <a:rPr sz="1800" dirty="0">
                <a:solidFill>
                  <a:srgbClr val="1A232D"/>
                </a:solidFill>
                <a:latin typeface="OEDHIM+Calibri"/>
                <a:cs typeface="OEDHIM+Calibri"/>
              </a:rPr>
              <a:t>topic</a:t>
            </a:r>
            <a:r>
              <a:rPr sz="1800" spc="-11" dirty="0">
                <a:solidFill>
                  <a:srgbClr val="1A232D"/>
                </a:solidFill>
                <a:latin typeface="OEDHIM+Calibri"/>
                <a:cs typeface="OEDHIM+Calibri"/>
              </a:rPr>
              <a:t> </a:t>
            </a:r>
            <a:r>
              <a:rPr sz="1800" spc="-15" dirty="0" smtClean="0">
                <a:solidFill>
                  <a:srgbClr val="1A232D"/>
                </a:solidFill>
                <a:latin typeface="OEDHIM+Calibri"/>
                <a:cs typeface="OEDHIM+Calibri"/>
              </a:rPr>
              <a:t>to</a:t>
            </a:r>
            <a:r>
              <a:rPr lang="en-US" sz="1800" spc="-15" dirty="0" smtClean="0">
                <a:solidFill>
                  <a:srgbClr val="1A232D"/>
                </a:solidFill>
                <a:latin typeface="OEDHIM+Calibri"/>
                <a:cs typeface="OEDHIM+Calibri"/>
              </a:rPr>
              <a:t> </a:t>
            </a:r>
            <a:r>
              <a:rPr sz="1800" dirty="0" smtClean="0">
                <a:solidFill>
                  <a:srgbClr val="1A232D"/>
                </a:solidFill>
                <a:latin typeface="OEDHIM+Calibri"/>
                <a:cs typeface="OEDHIM+Calibri"/>
              </a:rPr>
              <a:t>each </a:t>
            </a:r>
            <a:r>
              <a:rPr sz="1800" dirty="0">
                <a:solidFill>
                  <a:srgbClr val="1A232D"/>
                </a:solidFill>
                <a:latin typeface="OEDHIM+Calibri"/>
                <a:cs typeface="OEDHIM+Calibri"/>
              </a:rPr>
              <a:t>landing</a:t>
            </a:r>
            <a:r>
              <a:rPr sz="1800" spc="-17" dirty="0">
                <a:solidFill>
                  <a:srgbClr val="1A232D"/>
                </a:solidFill>
                <a:latin typeface="OEDHIM+Calibri"/>
                <a:cs typeface="OEDHIM+Calibri"/>
              </a:rPr>
              <a:t> </a:t>
            </a:r>
            <a:r>
              <a:rPr sz="1800" dirty="0" smtClean="0">
                <a:solidFill>
                  <a:srgbClr val="1A232D"/>
                </a:solidFill>
                <a:latin typeface="OEDHIM+Calibri"/>
                <a:cs typeface="OEDHIM+Calibri"/>
              </a:rPr>
              <a:t>page</a:t>
            </a:r>
            <a:r>
              <a:rPr lang="en-US" sz="1800" dirty="0" smtClean="0">
                <a:solidFill>
                  <a:srgbClr val="1A232D"/>
                </a:solidFill>
                <a:latin typeface="OEDHIM+Calibri"/>
                <a:cs typeface="OEDHIM+Calibri"/>
              </a:rPr>
              <a:t> that represents that topic.</a:t>
            </a:r>
            <a:endParaRPr sz="1800" dirty="0">
              <a:solidFill>
                <a:srgbClr val="1A232D"/>
              </a:solidFill>
              <a:latin typeface="OEDHIM+Calibri"/>
              <a:cs typeface="OEDHIM+Calibri"/>
            </a:endParaRPr>
          </a:p>
        </p:txBody>
      </p:sp>
      <p:sp>
        <p:nvSpPr>
          <p:cNvPr id="7" name="object 7"/>
          <p:cNvSpPr txBox="1"/>
          <p:nvPr/>
        </p:nvSpPr>
        <p:spPr>
          <a:xfrm>
            <a:off x="777955" y="4290128"/>
            <a:ext cx="5700612" cy="82843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1A232D"/>
                </a:solidFill>
                <a:latin typeface="OEDHIM+Calibri"/>
                <a:cs typeface="OEDHIM+Calibri"/>
              </a:rPr>
              <a:t>Following</a:t>
            </a:r>
            <a:r>
              <a:rPr sz="1800" spc="-11" dirty="0">
                <a:solidFill>
                  <a:srgbClr val="1A232D"/>
                </a:solidFill>
                <a:latin typeface="OEDHIM+Calibri"/>
                <a:cs typeface="OEDHIM+Calibri"/>
              </a:rPr>
              <a:t> </a:t>
            </a:r>
            <a:r>
              <a:rPr sz="1800" dirty="0">
                <a:solidFill>
                  <a:srgbClr val="1A232D"/>
                </a:solidFill>
                <a:latin typeface="OEDHIM+Calibri"/>
                <a:cs typeface="OEDHIM+Calibri"/>
              </a:rPr>
              <a:t>which a Content</a:t>
            </a:r>
            <a:r>
              <a:rPr sz="1800" spc="-31" dirty="0">
                <a:solidFill>
                  <a:srgbClr val="1A232D"/>
                </a:solidFill>
                <a:latin typeface="OEDHIM+Calibri"/>
                <a:cs typeface="OEDHIM+Calibri"/>
              </a:rPr>
              <a:t> </a:t>
            </a:r>
            <a:r>
              <a:rPr sz="1800" dirty="0">
                <a:solidFill>
                  <a:srgbClr val="1A232D"/>
                </a:solidFill>
                <a:latin typeface="OEDHIM+Calibri"/>
                <a:cs typeface="OEDHIM+Calibri"/>
              </a:rPr>
              <a:t>Calendar</a:t>
            </a:r>
            <a:r>
              <a:rPr sz="1800" spc="-25" dirty="0">
                <a:solidFill>
                  <a:srgbClr val="1A232D"/>
                </a:solidFill>
                <a:latin typeface="OEDHIM+Calibri"/>
                <a:cs typeface="OEDHIM+Calibri"/>
              </a:rPr>
              <a:t> </a:t>
            </a:r>
            <a:r>
              <a:rPr sz="1800" dirty="0">
                <a:solidFill>
                  <a:srgbClr val="1A232D"/>
                </a:solidFill>
                <a:latin typeface="OEDHIM+Calibri"/>
                <a:cs typeface="OEDHIM+Calibri"/>
              </a:rPr>
              <a:t>will</a:t>
            </a:r>
            <a:r>
              <a:rPr sz="1800" spc="-11" dirty="0">
                <a:solidFill>
                  <a:srgbClr val="1A232D"/>
                </a:solidFill>
                <a:latin typeface="OEDHIM+Calibri"/>
                <a:cs typeface="OEDHIM+Calibri"/>
              </a:rPr>
              <a:t> </a:t>
            </a:r>
            <a:r>
              <a:rPr sz="1800" dirty="0">
                <a:solidFill>
                  <a:srgbClr val="1A232D"/>
                </a:solidFill>
                <a:latin typeface="OEDHIM+Calibri"/>
                <a:cs typeface="OEDHIM+Calibri"/>
              </a:rPr>
              <a:t>be </a:t>
            </a:r>
            <a:r>
              <a:rPr sz="1800" spc="-11" dirty="0">
                <a:solidFill>
                  <a:srgbClr val="1A232D"/>
                </a:solidFill>
                <a:latin typeface="OEDHIM+Calibri"/>
                <a:cs typeface="OEDHIM+Calibri"/>
              </a:rPr>
              <a:t>created</a:t>
            </a:r>
            <a:r>
              <a:rPr sz="1800" spc="-19" dirty="0">
                <a:solidFill>
                  <a:srgbClr val="1A232D"/>
                </a:solidFill>
                <a:latin typeface="OEDHIM+Calibri"/>
                <a:cs typeface="OEDHIM+Calibri"/>
              </a:rPr>
              <a:t> </a:t>
            </a:r>
            <a:r>
              <a:rPr sz="1800" dirty="0">
                <a:solidFill>
                  <a:srgbClr val="1A232D"/>
                </a:solidFill>
                <a:latin typeface="OEDHIM+Calibri"/>
                <a:cs typeface="OEDHIM+Calibri"/>
              </a:rPr>
              <a:t>in </a:t>
            </a:r>
            <a:r>
              <a:rPr sz="1800" dirty="0" smtClean="0">
                <a:solidFill>
                  <a:srgbClr val="1A232D"/>
                </a:solidFill>
                <a:latin typeface="OEDHIM+Calibri"/>
                <a:cs typeface="OEDHIM+Calibri"/>
              </a:rPr>
              <a:t>which</a:t>
            </a:r>
            <a:r>
              <a:rPr lang="en-US" sz="1800" dirty="0" smtClean="0">
                <a:solidFill>
                  <a:srgbClr val="1A232D"/>
                </a:solidFill>
                <a:latin typeface="OEDHIM+Calibri"/>
                <a:cs typeface="OEDHIM+Calibri"/>
              </a:rPr>
              <a:t> </a:t>
            </a:r>
            <a:r>
              <a:rPr sz="1800" dirty="0" smtClean="0">
                <a:solidFill>
                  <a:srgbClr val="1A232D"/>
                </a:solidFill>
                <a:latin typeface="OEDHIM+Calibri"/>
                <a:cs typeface="OEDHIM+Calibri"/>
              </a:rPr>
              <a:t>monthly</a:t>
            </a:r>
            <a:r>
              <a:rPr sz="1800" spc="-31" dirty="0" smtClean="0">
                <a:solidFill>
                  <a:srgbClr val="1A232D"/>
                </a:solidFill>
                <a:latin typeface="OEDHIM+Calibri"/>
                <a:cs typeface="OEDHIM+Calibri"/>
              </a:rPr>
              <a:t> </a:t>
            </a:r>
            <a:r>
              <a:rPr sz="1800" dirty="0">
                <a:solidFill>
                  <a:srgbClr val="1A232D"/>
                </a:solidFill>
                <a:latin typeface="OEDHIM+Calibri"/>
                <a:cs typeface="OEDHIM+Calibri"/>
              </a:rPr>
              <a:t>on Content</a:t>
            </a:r>
            <a:r>
              <a:rPr sz="1800" spc="-18" dirty="0">
                <a:solidFill>
                  <a:srgbClr val="1A232D"/>
                </a:solidFill>
                <a:latin typeface="OEDHIM+Calibri"/>
                <a:cs typeface="OEDHIM+Calibri"/>
              </a:rPr>
              <a:t> </a:t>
            </a:r>
            <a:r>
              <a:rPr sz="1800" dirty="0">
                <a:solidFill>
                  <a:srgbClr val="1A232D"/>
                </a:solidFill>
                <a:latin typeface="OEDHIM+Calibri"/>
                <a:cs typeface="OEDHIM+Calibri"/>
              </a:rPr>
              <a:t>ideas</a:t>
            </a:r>
            <a:r>
              <a:rPr sz="1800" spc="-20" dirty="0">
                <a:solidFill>
                  <a:srgbClr val="1A232D"/>
                </a:solidFill>
                <a:latin typeface="OEDHIM+Calibri"/>
                <a:cs typeface="OEDHIM+Calibri"/>
              </a:rPr>
              <a:t> </a:t>
            </a:r>
            <a:r>
              <a:rPr sz="1800" dirty="0">
                <a:solidFill>
                  <a:srgbClr val="1A232D"/>
                </a:solidFill>
                <a:latin typeface="OEDHIM+Calibri"/>
                <a:cs typeface="OEDHIM+Calibri"/>
              </a:rPr>
              <a:t>and</a:t>
            </a:r>
            <a:r>
              <a:rPr sz="1800" spc="-18" dirty="0">
                <a:solidFill>
                  <a:srgbClr val="1A232D"/>
                </a:solidFill>
                <a:latin typeface="OEDHIM+Calibri"/>
                <a:cs typeface="OEDHIM+Calibri"/>
              </a:rPr>
              <a:t> </a:t>
            </a:r>
            <a:r>
              <a:rPr sz="1800" dirty="0">
                <a:solidFill>
                  <a:srgbClr val="1A232D"/>
                </a:solidFill>
                <a:latin typeface="OEDHIM+Calibri"/>
                <a:cs typeface="OEDHIM+Calibri"/>
              </a:rPr>
              <a:t>samples</a:t>
            </a:r>
            <a:r>
              <a:rPr sz="1800" spc="-41" dirty="0">
                <a:solidFill>
                  <a:srgbClr val="1A232D"/>
                </a:solidFill>
                <a:latin typeface="OEDHIM+Calibri"/>
                <a:cs typeface="OEDHIM+Calibri"/>
              </a:rPr>
              <a:t> </a:t>
            </a:r>
            <a:r>
              <a:rPr sz="1800" dirty="0">
                <a:solidFill>
                  <a:srgbClr val="1A232D"/>
                </a:solidFill>
                <a:latin typeface="OEDHIM+Calibri"/>
                <a:cs typeface="OEDHIM+Calibri"/>
              </a:rPr>
              <a:t>will be sent</a:t>
            </a:r>
            <a:r>
              <a:rPr sz="1800" spc="-24" dirty="0">
                <a:solidFill>
                  <a:srgbClr val="1A232D"/>
                </a:solidFill>
                <a:latin typeface="OEDHIM+Calibri"/>
                <a:cs typeface="OEDHIM+Calibri"/>
              </a:rPr>
              <a:t> </a:t>
            </a:r>
            <a:r>
              <a:rPr sz="1800" spc="-14" dirty="0">
                <a:solidFill>
                  <a:srgbClr val="1A232D"/>
                </a:solidFill>
                <a:latin typeface="OEDHIM+Calibri"/>
                <a:cs typeface="OEDHIM+Calibri"/>
              </a:rPr>
              <a:t>to</a:t>
            </a:r>
            <a:r>
              <a:rPr sz="1800" dirty="0">
                <a:solidFill>
                  <a:srgbClr val="1A232D"/>
                </a:solidFill>
                <a:latin typeface="OEDHIM+Calibri"/>
                <a:cs typeface="OEDHIM+Calibri"/>
              </a:rPr>
              <a:t> </a:t>
            </a:r>
            <a:r>
              <a:rPr sz="1800" spc="-12" dirty="0" smtClean="0">
                <a:solidFill>
                  <a:srgbClr val="1A232D"/>
                </a:solidFill>
                <a:latin typeface="OEDHIM+Calibri"/>
                <a:cs typeface="OEDHIM+Calibri"/>
              </a:rPr>
              <a:t>you</a:t>
            </a:r>
            <a:r>
              <a:rPr lang="en-US" sz="1800" spc="-12" dirty="0" smtClean="0">
                <a:solidFill>
                  <a:srgbClr val="1A232D"/>
                </a:solidFill>
                <a:latin typeface="OEDHIM+Calibri"/>
                <a:cs typeface="OEDHIM+Calibri"/>
              </a:rPr>
              <a:t> </a:t>
            </a:r>
            <a:r>
              <a:rPr sz="1800" dirty="0" smtClean="0">
                <a:solidFill>
                  <a:srgbClr val="1A232D"/>
                </a:solidFill>
                <a:latin typeface="OEDHIM+Calibri"/>
                <a:cs typeface="OEDHIM+Calibri"/>
              </a:rPr>
              <a:t>targeting</a:t>
            </a:r>
            <a:r>
              <a:rPr sz="1800" spc="-32" dirty="0" smtClean="0">
                <a:solidFill>
                  <a:srgbClr val="1A232D"/>
                </a:solidFill>
                <a:latin typeface="OEDHIM+Calibri"/>
                <a:cs typeface="OEDHIM+Calibri"/>
              </a:rPr>
              <a:t> </a:t>
            </a:r>
            <a:r>
              <a:rPr sz="1800" dirty="0">
                <a:solidFill>
                  <a:srgbClr val="1A232D"/>
                </a:solidFill>
                <a:latin typeface="OEDHIM+Calibri"/>
                <a:cs typeface="OEDHIM+Calibri"/>
              </a:rPr>
              <a:t>specific</a:t>
            </a:r>
            <a:r>
              <a:rPr sz="1800" spc="-32" dirty="0">
                <a:solidFill>
                  <a:srgbClr val="1A232D"/>
                </a:solidFill>
                <a:latin typeface="OEDHIM+Calibri"/>
                <a:cs typeface="OEDHIM+Calibri"/>
              </a:rPr>
              <a:t> </a:t>
            </a:r>
            <a:r>
              <a:rPr sz="1800" spc="-14" dirty="0">
                <a:solidFill>
                  <a:srgbClr val="1A232D"/>
                </a:solidFill>
                <a:latin typeface="OEDHIM+Calibri"/>
                <a:cs typeface="OEDHIM+Calibri"/>
              </a:rPr>
              <a:t>keywords</a:t>
            </a:r>
            <a:r>
              <a:rPr sz="1800" spc="-28" dirty="0">
                <a:solidFill>
                  <a:srgbClr val="1A232D"/>
                </a:solidFill>
                <a:latin typeface="OEDHIM+Calibri"/>
                <a:cs typeface="OEDHIM+Calibri"/>
              </a:rPr>
              <a:t> </a:t>
            </a:r>
            <a:r>
              <a:rPr sz="1800" spc="-33" dirty="0">
                <a:solidFill>
                  <a:srgbClr val="1A232D"/>
                </a:solidFill>
                <a:latin typeface="OEDHIM+Calibri"/>
                <a:cs typeface="OEDHIM+Calibri"/>
              </a:rPr>
              <a:t>Topic</a:t>
            </a:r>
            <a:r>
              <a:rPr sz="1800" dirty="0">
                <a:solidFill>
                  <a:srgbClr val="1A232D"/>
                </a:solidFill>
                <a:latin typeface="OEDHIM+Calibri"/>
                <a:cs typeface="OEDHIM+Calibri"/>
              </a:rPr>
              <a:t> wise.</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379350"/>
            <a:ext cx="5333042" cy="3751647"/>
          </a:xfrm>
          <a:prstGeom prst="rect">
            <a:avLst/>
          </a:prstGeom>
          <a:ln>
            <a:solidFill>
              <a:schemeClr val="tx1"/>
            </a:solidFill>
          </a:ln>
        </p:spPr>
      </p:pic>
      <p:sp>
        <p:nvSpPr>
          <p:cNvPr id="6" name="TextBox 5"/>
          <p:cNvSpPr txBox="1"/>
          <p:nvPr/>
        </p:nvSpPr>
        <p:spPr>
          <a:xfrm>
            <a:off x="7158004" y="4290128"/>
            <a:ext cx="3032918" cy="369332"/>
          </a:xfrm>
          <a:prstGeom prst="rect">
            <a:avLst/>
          </a:prstGeom>
          <a:noFill/>
        </p:spPr>
        <p:txBody>
          <a:bodyPr wrap="square" rtlCol="0">
            <a:spAutoFit/>
          </a:bodyPr>
          <a:lstStyle/>
          <a:p>
            <a:r>
              <a:rPr lang="en-US" b="1" dirty="0" smtClean="0">
                <a:solidFill>
                  <a:schemeClr val="tx1">
                    <a:lumMod val="65000"/>
                    <a:lumOff val="35000"/>
                  </a:schemeClr>
                </a:solidFill>
              </a:rPr>
              <a:t>Sample Content </a:t>
            </a:r>
            <a:r>
              <a:rPr lang="en-US" b="1" dirty="0" err="1" smtClean="0">
                <a:solidFill>
                  <a:schemeClr val="tx1">
                    <a:lumMod val="65000"/>
                    <a:lumOff val="35000"/>
                  </a:schemeClr>
                </a:solidFill>
              </a:rPr>
              <a:t>Calender</a:t>
            </a:r>
            <a:endParaRPr lang="en-IN" b="1" dirty="0">
              <a:solidFill>
                <a:schemeClr val="tx1">
                  <a:lumMod val="65000"/>
                  <a:lumOff val="35000"/>
                </a:schemeClr>
              </a:solidFill>
            </a:endParaRPr>
          </a:p>
        </p:txBody>
      </p:sp>
    </p:spTree>
    <p:extLst>
      <p:ext uri="{BB962C8B-B14F-4D97-AF65-F5344CB8AC3E}">
        <p14:creationId xmlns:p14="http://schemas.microsoft.com/office/powerpoint/2010/main" val="39454929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1239316" y="633529"/>
            <a:ext cx="5766530" cy="522835"/>
          </a:xfrm>
          <a:prstGeom prst="rect">
            <a:avLst/>
          </a:prstGeom>
        </p:spPr>
        <p:txBody>
          <a:bodyPr vert="horz" wrap="square" lIns="0" tIns="0" rIns="0" bIns="0" rtlCol="0">
            <a:spAutoFit/>
          </a:bodyPr>
          <a:lstStyle/>
          <a:p>
            <a:pPr marL="0" marR="0">
              <a:lnSpc>
                <a:spcPts val="4322"/>
              </a:lnSpc>
              <a:spcBef>
                <a:spcPts val="0"/>
              </a:spcBef>
              <a:spcAft>
                <a:spcPts val="0"/>
              </a:spcAft>
            </a:pPr>
            <a:r>
              <a:rPr lang="en-US" sz="3200" dirty="0" smtClean="0">
                <a:solidFill>
                  <a:srgbClr val="C00000"/>
                </a:solidFill>
                <a:latin typeface="Palatino Linotype" panose="02040502050505030304" pitchFamily="18" charset="0"/>
                <a:cs typeface="KATJHV+Palatino Linotype"/>
              </a:rPr>
              <a:t>Customer </a:t>
            </a:r>
            <a:r>
              <a:rPr lang="en-US" sz="3200" dirty="0" smtClean="0">
                <a:latin typeface="Palatino Linotype" panose="02040502050505030304" pitchFamily="18" charset="0"/>
                <a:cs typeface="KATJHV+Palatino Linotype"/>
              </a:rPr>
              <a:t>Journey Mapping</a:t>
            </a:r>
            <a:endParaRPr sz="3200" dirty="0">
              <a:latin typeface="Palatino Linotype" panose="02040502050505030304" pitchFamily="18" charset="0"/>
              <a:cs typeface="KATJHV+Palatino Linotype"/>
            </a:endParaRPr>
          </a:p>
        </p:txBody>
      </p:sp>
      <p:sp>
        <p:nvSpPr>
          <p:cNvPr id="5" name="object 5"/>
          <p:cNvSpPr txBox="1"/>
          <p:nvPr/>
        </p:nvSpPr>
        <p:spPr>
          <a:xfrm>
            <a:off x="714451" y="1748934"/>
            <a:ext cx="6291395" cy="564257"/>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1A232D"/>
                </a:solidFill>
                <a:latin typeface="OEDHIM+Calibri"/>
                <a:cs typeface="OEDHIM+Calibri"/>
              </a:rPr>
              <a:t>Customer</a:t>
            </a:r>
            <a:r>
              <a:rPr sz="1800" spc="-40" dirty="0">
                <a:solidFill>
                  <a:srgbClr val="1A232D"/>
                </a:solidFill>
                <a:latin typeface="OEDHIM+Calibri"/>
                <a:cs typeface="OEDHIM+Calibri"/>
              </a:rPr>
              <a:t> </a:t>
            </a:r>
            <a:r>
              <a:rPr sz="1800" dirty="0">
                <a:solidFill>
                  <a:srgbClr val="1A232D"/>
                </a:solidFill>
                <a:latin typeface="OEDHIM+Calibri"/>
                <a:cs typeface="OEDHIM+Calibri"/>
              </a:rPr>
              <a:t>Buyer</a:t>
            </a:r>
            <a:r>
              <a:rPr sz="1800" spc="-31" dirty="0">
                <a:solidFill>
                  <a:srgbClr val="1A232D"/>
                </a:solidFill>
                <a:latin typeface="OEDHIM+Calibri"/>
                <a:cs typeface="OEDHIM+Calibri"/>
              </a:rPr>
              <a:t> </a:t>
            </a:r>
            <a:r>
              <a:rPr sz="1800" dirty="0">
                <a:solidFill>
                  <a:srgbClr val="1A232D"/>
                </a:solidFill>
                <a:latin typeface="OEDHIM+Calibri"/>
                <a:cs typeface="OEDHIM+Calibri"/>
              </a:rPr>
              <a:t>Journey</a:t>
            </a:r>
            <a:r>
              <a:rPr sz="1800" spc="-20" dirty="0">
                <a:solidFill>
                  <a:srgbClr val="1A232D"/>
                </a:solidFill>
                <a:latin typeface="OEDHIM+Calibri"/>
                <a:cs typeface="OEDHIM+Calibri"/>
              </a:rPr>
              <a:t> </a:t>
            </a:r>
            <a:r>
              <a:rPr sz="1800" dirty="0">
                <a:solidFill>
                  <a:srgbClr val="1A232D"/>
                </a:solidFill>
                <a:latin typeface="OEDHIM+Calibri"/>
                <a:cs typeface="OEDHIM+Calibri"/>
              </a:rPr>
              <a:t>is </a:t>
            </a:r>
            <a:r>
              <a:rPr sz="1800" spc="-10" dirty="0">
                <a:solidFill>
                  <a:srgbClr val="1A232D"/>
                </a:solidFill>
                <a:latin typeface="OEDHIM+Calibri"/>
                <a:cs typeface="OEDHIM+Calibri"/>
              </a:rPr>
              <a:t>literally</a:t>
            </a:r>
            <a:r>
              <a:rPr sz="1800" spc="-24" dirty="0">
                <a:solidFill>
                  <a:srgbClr val="1A232D"/>
                </a:solidFill>
                <a:latin typeface="OEDHIM+Calibri"/>
                <a:cs typeface="OEDHIM+Calibri"/>
              </a:rPr>
              <a:t> </a:t>
            </a:r>
            <a:r>
              <a:rPr sz="1800" dirty="0">
                <a:solidFill>
                  <a:srgbClr val="1A232D"/>
                </a:solidFill>
                <a:latin typeface="OEDHIM+Calibri"/>
                <a:cs typeface="OEDHIM+Calibri"/>
              </a:rPr>
              <a:t>the BedRock</a:t>
            </a:r>
            <a:r>
              <a:rPr sz="1800" spc="-29" dirty="0">
                <a:solidFill>
                  <a:srgbClr val="1A232D"/>
                </a:solidFill>
                <a:latin typeface="OEDHIM+Calibri"/>
                <a:cs typeface="OEDHIM+Calibri"/>
              </a:rPr>
              <a:t> </a:t>
            </a:r>
            <a:r>
              <a:rPr sz="1800" dirty="0">
                <a:solidFill>
                  <a:srgbClr val="1A232D"/>
                </a:solidFill>
                <a:latin typeface="OEDHIM+Calibri"/>
                <a:cs typeface="OEDHIM+Calibri"/>
              </a:rPr>
              <a:t>of an </a:t>
            </a:r>
            <a:r>
              <a:rPr sz="1800" spc="-13" dirty="0">
                <a:solidFill>
                  <a:srgbClr val="1A232D"/>
                </a:solidFill>
                <a:latin typeface="OEDHIM+Calibri"/>
                <a:cs typeface="OEDHIM+Calibri"/>
              </a:rPr>
              <a:t>SEO</a:t>
            </a:r>
            <a:r>
              <a:rPr sz="1800" spc="-14" dirty="0">
                <a:solidFill>
                  <a:srgbClr val="1A232D"/>
                </a:solidFill>
                <a:latin typeface="OEDHIM+Calibri"/>
                <a:cs typeface="OEDHIM+Calibri"/>
              </a:rPr>
              <a:t> </a:t>
            </a:r>
            <a:r>
              <a:rPr sz="1800" spc="-11" dirty="0" smtClean="0">
                <a:solidFill>
                  <a:srgbClr val="1A232D"/>
                </a:solidFill>
                <a:latin typeface="OEDHIM+Calibri"/>
                <a:cs typeface="OEDHIM+Calibri"/>
              </a:rPr>
              <a:t>Strategy</a:t>
            </a:r>
            <a:r>
              <a:rPr sz="1800" dirty="0" smtClean="0">
                <a:solidFill>
                  <a:srgbClr val="1A232D"/>
                </a:solidFill>
                <a:latin typeface="OEDHIM+Calibri"/>
                <a:cs typeface="OEDHIM+Calibri"/>
              </a:rPr>
              <a:t>.</a:t>
            </a:r>
            <a:endParaRPr sz="1800" dirty="0">
              <a:solidFill>
                <a:srgbClr val="1A232D"/>
              </a:solidFill>
              <a:latin typeface="OEDHIM+Calibri"/>
              <a:cs typeface="OEDHIM+Calibri"/>
            </a:endParaRPr>
          </a:p>
        </p:txBody>
      </p:sp>
      <p:sp>
        <p:nvSpPr>
          <p:cNvPr id="6" name="object 6"/>
          <p:cNvSpPr txBox="1"/>
          <p:nvPr/>
        </p:nvSpPr>
        <p:spPr>
          <a:xfrm>
            <a:off x="714451" y="2572148"/>
            <a:ext cx="6090707" cy="546303"/>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1A232D"/>
                </a:solidFill>
                <a:latin typeface="OEDHIM+Calibri"/>
                <a:cs typeface="OEDHIM+Calibri"/>
              </a:rPr>
              <a:t>After</a:t>
            </a:r>
            <a:r>
              <a:rPr sz="1800" spc="-18" dirty="0">
                <a:solidFill>
                  <a:srgbClr val="1A232D"/>
                </a:solidFill>
                <a:latin typeface="OEDHIM+Calibri"/>
                <a:cs typeface="OEDHIM+Calibri"/>
              </a:rPr>
              <a:t> </a:t>
            </a:r>
            <a:r>
              <a:rPr sz="1800" dirty="0">
                <a:solidFill>
                  <a:srgbClr val="1A232D"/>
                </a:solidFill>
                <a:latin typeface="OEDHIM+Calibri"/>
                <a:cs typeface="OEDHIM+Calibri"/>
              </a:rPr>
              <a:t>a Content</a:t>
            </a:r>
            <a:r>
              <a:rPr sz="1800" spc="-31" dirty="0">
                <a:solidFill>
                  <a:srgbClr val="1A232D"/>
                </a:solidFill>
                <a:latin typeface="OEDHIM+Calibri"/>
                <a:cs typeface="OEDHIM+Calibri"/>
              </a:rPr>
              <a:t> </a:t>
            </a:r>
            <a:r>
              <a:rPr sz="1800" dirty="0">
                <a:solidFill>
                  <a:srgbClr val="1A232D"/>
                </a:solidFill>
                <a:latin typeface="OEDHIM+Calibri"/>
                <a:cs typeface="OEDHIM+Calibri"/>
              </a:rPr>
              <a:t>Plan and Schedule</a:t>
            </a:r>
            <a:r>
              <a:rPr sz="1800" spc="-21" dirty="0">
                <a:solidFill>
                  <a:srgbClr val="1A232D"/>
                </a:solidFill>
                <a:latin typeface="OEDHIM+Calibri"/>
                <a:cs typeface="OEDHIM+Calibri"/>
              </a:rPr>
              <a:t> </a:t>
            </a:r>
            <a:r>
              <a:rPr sz="1800" dirty="0">
                <a:solidFill>
                  <a:srgbClr val="1A232D"/>
                </a:solidFill>
                <a:latin typeface="OEDHIM+Calibri"/>
                <a:cs typeface="OEDHIM+Calibri"/>
              </a:rPr>
              <a:t>has</a:t>
            </a:r>
            <a:r>
              <a:rPr sz="1800" spc="-16" dirty="0">
                <a:solidFill>
                  <a:srgbClr val="1A232D"/>
                </a:solidFill>
                <a:latin typeface="OEDHIM+Calibri"/>
                <a:cs typeface="OEDHIM+Calibri"/>
              </a:rPr>
              <a:t> </a:t>
            </a:r>
            <a:r>
              <a:rPr sz="1800" dirty="0">
                <a:solidFill>
                  <a:srgbClr val="1A232D"/>
                </a:solidFill>
                <a:latin typeface="OEDHIM+Calibri"/>
                <a:cs typeface="OEDHIM+Calibri"/>
              </a:rPr>
              <a:t>been made,</a:t>
            </a:r>
            <a:r>
              <a:rPr sz="1800" spc="-26" dirty="0">
                <a:solidFill>
                  <a:srgbClr val="1A232D"/>
                </a:solidFill>
                <a:latin typeface="OEDHIM+Calibri"/>
                <a:cs typeface="OEDHIM+Calibri"/>
              </a:rPr>
              <a:t> </a:t>
            </a:r>
            <a:r>
              <a:rPr sz="1800" dirty="0">
                <a:solidFill>
                  <a:srgbClr val="1A232D"/>
                </a:solidFill>
                <a:latin typeface="OEDHIM+Calibri"/>
                <a:cs typeface="OEDHIM+Calibri"/>
              </a:rPr>
              <a:t>each </a:t>
            </a:r>
            <a:r>
              <a:rPr sz="1800" spc="-10" dirty="0" smtClean="0">
                <a:solidFill>
                  <a:srgbClr val="1A232D"/>
                </a:solidFill>
                <a:latin typeface="OEDHIM+Calibri"/>
                <a:cs typeface="OEDHIM+Calibri"/>
              </a:rPr>
              <a:t>content</a:t>
            </a:r>
            <a:r>
              <a:rPr lang="en-US" sz="1800" spc="-10" dirty="0" smtClean="0">
                <a:solidFill>
                  <a:srgbClr val="1A232D"/>
                </a:solidFill>
                <a:latin typeface="OEDHIM+Calibri"/>
                <a:cs typeface="OEDHIM+Calibri"/>
              </a:rPr>
              <a:t> </a:t>
            </a:r>
            <a:r>
              <a:rPr sz="1800" dirty="0" smtClean="0">
                <a:solidFill>
                  <a:srgbClr val="1A232D"/>
                </a:solidFill>
                <a:latin typeface="OEDHIM+Calibri"/>
                <a:cs typeface="OEDHIM+Calibri"/>
              </a:rPr>
              <a:t>topic</a:t>
            </a:r>
            <a:r>
              <a:rPr sz="1800" spc="-16" dirty="0" smtClean="0">
                <a:solidFill>
                  <a:srgbClr val="1A232D"/>
                </a:solidFill>
                <a:latin typeface="OEDHIM+Calibri"/>
                <a:cs typeface="OEDHIM+Calibri"/>
              </a:rPr>
              <a:t> </a:t>
            </a:r>
            <a:r>
              <a:rPr sz="1800" dirty="0">
                <a:solidFill>
                  <a:srgbClr val="1A232D"/>
                </a:solidFill>
                <a:latin typeface="OEDHIM+Calibri"/>
                <a:cs typeface="OEDHIM+Calibri"/>
              </a:rPr>
              <a:t>will</a:t>
            </a:r>
            <a:r>
              <a:rPr sz="1800" spc="-11" dirty="0">
                <a:solidFill>
                  <a:srgbClr val="1A232D"/>
                </a:solidFill>
                <a:latin typeface="OEDHIM+Calibri"/>
                <a:cs typeface="OEDHIM+Calibri"/>
              </a:rPr>
              <a:t> </a:t>
            </a:r>
            <a:r>
              <a:rPr sz="1800" dirty="0">
                <a:solidFill>
                  <a:srgbClr val="1A232D"/>
                </a:solidFill>
                <a:latin typeface="OEDHIM+Calibri"/>
                <a:cs typeface="OEDHIM+Calibri"/>
              </a:rPr>
              <a:t>be classified</a:t>
            </a:r>
            <a:r>
              <a:rPr sz="1800" spc="-27" dirty="0">
                <a:solidFill>
                  <a:srgbClr val="1A232D"/>
                </a:solidFill>
                <a:latin typeface="OEDHIM+Calibri"/>
                <a:cs typeface="OEDHIM+Calibri"/>
              </a:rPr>
              <a:t> </a:t>
            </a:r>
            <a:r>
              <a:rPr sz="1800" spc="-10" dirty="0">
                <a:solidFill>
                  <a:srgbClr val="1A232D"/>
                </a:solidFill>
                <a:latin typeface="OEDHIM+Calibri"/>
                <a:cs typeface="OEDHIM+Calibri"/>
              </a:rPr>
              <a:t>into</a:t>
            </a:r>
            <a:r>
              <a:rPr sz="1800" spc="-15" dirty="0">
                <a:solidFill>
                  <a:srgbClr val="1A232D"/>
                </a:solidFill>
                <a:latin typeface="OEDHIM+Calibri"/>
                <a:cs typeface="OEDHIM+Calibri"/>
              </a:rPr>
              <a:t> </a:t>
            </a:r>
            <a:r>
              <a:rPr sz="1800" dirty="0">
                <a:solidFill>
                  <a:srgbClr val="1A232D"/>
                </a:solidFill>
                <a:latin typeface="OEDHIM+Calibri"/>
                <a:cs typeface="OEDHIM+Calibri"/>
              </a:rPr>
              <a:t>groups</a:t>
            </a:r>
          </a:p>
        </p:txBody>
      </p:sp>
      <p:sp>
        <p:nvSpPr>
          <p:cNvPr id="7" name="object 7"/>
          <p:cNvSpPr txBox="1"/>
          <p:nvPr/>
        </p:nvSpPr>
        <p:spPr>
          <a:xfrm>
            <a:off x="714451" y="3395108"/>
            <a:ext cx="5632349" cy="866173"/>
          </a:xfrm>
          <a:prstGeom prst="rect">
            <a:avLst/>
          </a:prstGeom>
        </p:spPr>
        <p:txBody>
          <a:bodyPr vert="horz" wrap="square" lIns="0" tIns="0" rIns="0" bIns="0" rtlCol="0">
            <a:spAutoFit/>
          </a:bodyPr>
          <a:lstStyle/>
          <a:p>
            <a:pPr marL="0" marR="0">
              <a:lnSpc>
                <a:spcPts val="2197"/>
              </a:lnSpc>
              <a:spcBef>
                <a:spcPts val="0"/>
              </a:spcBef>
              <a:spcAft>
                <a:spcPts val="0"/>
              </a:spcAft>
            </a:pPr>
            <a:r>
              <a:rPr sz="1800" b="1" dirty="0">
                <a:solidFill>
                  <a:srgbClr val="1A232D"/>
                </a:solidFill>
                <a:latin typeface="TDCDLM+Calibri Bold"/>
                <a:cs typeface="TDCDLM+Calibri Bold"/>
              </a:rPr>
              <a:t>Informational</a:t>
            </a:r>
            <a:r>
              <a:rPr sz="1800" b="1" spc="-35" dirty="0">
                <a:solidFill>
                  <a:srgbClr val="1A232D"/>
                </a:solidFill>
                <a:latin typeface="TDCDLM+Calibri Bold"/>
                <a:cs typeface="TDCDLM+Calibri Bold"/>
              </a:rPr>
              <a:t> </a:t>
            </a:r>
            <a:r>
              <a:rPr sz="1800" b="1" spc="-11" dirty="0">
                <a:solidFill>
                  <a:srgbClr val="1A232D"/>
                </a:solidFill>
                <a:latin typeface="TDCDLM+Calibri Bold"/>
                <a:cs typeface="TDCDLM+Calibri Bold"/>
              </a:rPr>
              <a:t>Content</a:t>
            </a:r>
            <a:r>
              <a:rPr sz="1800" b="1" spc="-21" dirty="0">
                <a:solidFill>
                  <a:srgbClr val="1A232D"/>
                </a:solidFill>
                <a:latin typeface="TDCDLM+Calibri Bold"/>
                <a:cs typeface="TDCDLM+Calibri Bold"/>
              </a:rPr>
              <a:t> </a:t>
            </a:r>
            <a:r>
              <a:rPr sz="1800" dirty="0">
                <a:solidFill>
                  <a:srgbClr val="1A232D"/>
                </a:solidFill>
                <a:latin typeface="RABASO+Calibri"/>
                <a:cs typeface="RABASO+Calibri"/>
              </a:rPr>
              <a:t>– </a:t>
            </a:r>
            <a:r>
              <a:rPr sz="1800" dirty="0">
                <a:solidFill>
                  <a:srgbClr val="1A232D"/>
                </a:solidFill>
                <a:latin typeface="OEDHIM+Calibri"/>
                <a:cs typeface="OEDHIM+Calibri"/>
              </a:rPr>
              <a:t>How</a:t>
            </a:r>
            <a:r>
              <a:rPr sz="1800" spc="18" dirty="0">
                <a:solidFill>
                  <a:srgbClr val="1A232D"/>
                </a:solidFill>
                <a:latin typeface="OEDHIM+Calibri"/>
                <a:cs typeface="OEDHIM+Calibri"/>
              </a:rPr>
              <a:t> </a:t>
            </a:r>
            <a:r>
              <a:rPr sz="1800" spc="-65" dirty="0">
                <a:solidFill>
                  <a:srgbClr val="1A232D"/>
                </a:solidFill>
                <a:latin typeface="OEDHIM+Calibri"/>
                <a:cs typeface="OEDHIM+Calibri"/>
              </a:rPr>
              <a:t>To,</a:t>
            </a:r>
            <a:r>
              <a:rPr sz="1800" spc="49" dirty="0">
                <a:solidFill>
                  <a:srgbClr val="1A232D"/>
                </a:solidFill>
                <a:latin typeface="OEDHIM+Calibri"/>
                <a:cs typeface="OEDHIM+Calibri"/>
              </a:rPr>
              <a:t> </a:t>
            </a:r>
            <a:r>
              <a:rPr sz="1800" dirty="0">
                <a:solidFill>
                  <a:srgbClr val="1A232D"/>
                </a:solidFill>
                <a:latin typeface="OEDHIM+Calibri"/>
                <a:cs typeface="OEDHIM+Calibri"/>
              </a:rPr>
              <a:t>Blogs,</a:t>
            </a:r>
            <a:r>
              <a:rPr sz="1800" spc="-40" dirty="0">
                <a:solidFill>
                  <a:srgbClr val="1A232D"/>
                </a:solidFill>
                <a:latin typeface="OEDHIM+Calibri"/>
                <a:cs typeface="OEDHIM+Calibri"/>
              </a:rPr>
              <a:t> </a:t>
            </a:r>
            <a:r>
              <a:rPr sz="1800" dirty="0">
                <a:solidFill>
                  <a:srgbClr val="1A232D"/>
                </a:solidFill>
                <a:latin typeface="OEDHIM+Calibri"/>
                <a:cs typeface="OEDHIM+Calibri"/>
              </a:rPr>
              <a:t>General</a:t>
            </a:r>
            <a:r>
              <a:rPr sz="1800" spc="-34" dirty="0">
                <a:solidFill>
                  <a:srgbClr val="1A232D"/>
                </a:solidFill>
                <a:latin typeface="OEDHIM+Calibri"/>
                <a:cs typeface="OEDHIM+Calibri"/>
              </a:rPr>
              <a:t> </a:t>
            </a:r>
            <a:r>
              <a:rPr sz="1800" dirty="0">
                <a:solidFill>
                  <a:srgbClr val="1A232D"/>
                </a:solidFill>
                <a:latin typeface="OEDHIM+Calibri"/>
                <a:cs typeface="OEDHIM+Calibri"/>
              </a:rPr>
              <a:t>Awareness</a:t>
            </a:r>
          </a:p>
          <a:p>
            <a:pPr marL="0" marR="0">
              <a:lnSpc>
                <a:spcPts val="2160"/>
              </a:lnSpc>
              <a:spcBef>
                <a:spcPts val="0"/>
              </a:spcBef>
              <a:spcAft>
                <a:spcPts val="0"/>
              </a:spcAft>
            </a:pPr>
            <a:r>
              <a:rPr sz="1800" b="1" dirty="0">
                <a:solidFill>
                  <a:srgbClr val="1A232D"/>
                </a:solidFill>
                <a:latin typeface="TDCDLM+Calibri Bold"/>
                <a:cs typeface="TDCDLM+Calibri Bold"/>
              </a:rPr>
              <a:t>Commercial</a:t>
            </a:r>
            <a:r>
              <a:rPr sz="1800" b="1" spc="-39" dirty="0">
                <a:solidFill>
                  <a:srgbClr val="1A232D"/>
                </a:solidFill>
                <a:latin typeface="TDCDLM+Calibri Bold"/>
                <a:cs typeface="TDCDLM+Calibri Bold"/>
              </a:rPr>
              <a:t> </a:t>
            </a:r>
            <a:r>
              <a:rPr sz="1800" dirty="0">
                <a:solidFill>
                  <a:srgbClr val="1A232D"/>
                </a:solidFill>
                <a:latin typeface="RABASO+Calibri"/>
                <a:cs typeface="RABASO+Calibri"/>
              </a:rPr>
              <a:t>– </a:t>
            </a:r>
            <a:r>
              <a:rPr sz="1800" dirty="0">
                <a:solidFill>
                  <a:srgbClr val="1A232D"/>
                </a:solidFill>
                <a:latin typeface="OEDHIM+Calibri"/>
                <a:cs typeface="OEDHIM+Calibri"/>
              </a:rPr>
              <a:t>Guides</a:t>
            </a:r>
          </a:p>
          <a:p>
            <a:pPr marL="0" marR="0">
              <a:lnSpc>
                <a:spcPts val="2163"/>
              </a:lnSpc>
              <a:spcBef>
                <a:spcPts val="0"/>
              </a:spcBef>
              <a:spcAft>
                <a:spcPts val="0"/>
              </a:spcAft>
            </a:pPr>
            <a:r>
              <a:rPr sz="1800" b="1" spc="-16" dirty="0">
                <a:solidFill>
                  <a:srgbClr val="1A232D"/>
                </a:solidFill>
                <a:latin typeface="TDCDLM+Calibri Bold"/>
                <a:cs typeface="TDCDLM+Calibri Bold"/>
              </a:rPr>
              <a:t>Transactional</a:t>
            </a:r>
            <a:r>
              <a:rPr sz="1800" b="1" spc="-30" dirty="0">
                <a:solidFill>
                  <a:srgbClr val="1A232D"/>
                </a:solidFill>
                <a:latin typeface="TDCDLM+Calibri Bold"/>
                <a:cs typeface="TDCDLM+Calibri Bold"/>
              </a:rPr>
              <a:t> </a:t>
            </a:r>
            <a:r>
              <a:rPr sz="1800" b="1" spc="-11" dirty="0">
                <a:solidFill>
                  <a:srgbClr val="1A232D"/>
                </a:solidFill>
                <a:latin typeface="TDCDLM+Calibri Bold"/>
                <a:cs typeface="TDCDLM+Calibri Bold"/>
              </a:rPr>
              <a:t>Content</a:t>
            </a:r>
            <a:r>
              <a:rPr sz="1800" b="1" spc="-32" dirty="0">
                <a:solidFill>
                  <a:srgbClr val="1A232D"/>
                </a:solidFill>
                <a:latin typeface="TDCDLM+Calibri Bold"/>
                <a:cs typeface="TDCDLM+Calibri Bold"/>
              </a:rPr>
              <a:t> </a:t>
            </a:r>
            <a:r>
              <a:rPr sz="1800" dirty="0">
                <a:solidFill>
                  <a:srgbClr val="1A232D"/>
                </a:solidFill>
                <a:latin typeface="RABASO+Calibri"/>
                <a:cs typeface="RABASO+Calibri"/>
              </a:rPr>
              <a:t>– </a:t>
            </a:r>
            <a:r>
              <a:rPr sz="1800" dirty="0">
                <a:solidFill>
                  <a:srgbClr val="1A232D"/>
                </a:solidFill>
                <a:latin typeface="OEDHIM+Calibri"/>
                <a:cs typeface="OEDHIM+Calibri"/>
              </a:rPr>
              <a:t>Eg:</a:t>
            </a:r>
            <a:r>
              <a:rPr sz="1800" spc="-13" dirty="0">
                <a:solidFill>
                  <a:srgbClr val="1A232D"/>
                </a:solidFill>
                <a:latin typeface="OEDHIM+Calibri"/>
                <a:cs typeface="OEDHIM+Calibri"/>
              </a:rPr>
              <a:t> </a:t>
            </a:r>
            <a:r>
              <a:rPr sz="1800" dirty="0">
                <a:solidFill>
                  <a:srgbClr val="1A232D"/>
                </a:solidFill>
                <a:latin typeface="OEDHIM+Calibri"/>
                <a:cs typeface="OEDHIM+Calibri"/>
              </a:rPr>
              <a:t>Credit</a:t>
            </a:r>
            <a:r>
              <a:rPr sz="1800" spc="-20" dirty="0">
                <a:solidFill>
                  <a:srgbClr val="1A232D"/>
                </a:solidFill>
                <a:latin typeface="OEDHIM+Calibri"/>
                <a:cs typeface="OEDHIM+Calibri"/>
              </a:rPr>
              <a:t> </a:t>
            </a:r>
            <a:r>
              <a:rPr sz="1800" dirty="0">
                <a:solidFill>
                  <a:srgbClr val="1A232D"/>
                </a:solidFill>
                <a:latin typeface="OEDHIM+Calibri"/>
                <a:cs typeface="OEDHIM+Calibri"/>
              </a:rPr>
              <a:t>Card </a:t>
            </a:r>
            <a:r>
              <a:rPr sz="1800" spc="-12" dirty="0">
                <a:solidFill>
                  <a:srgbClr val="1A232D"/>
                </a:solidFill>
                <a:latin typeface="OEDHIM+Calibri"/>
                <a:cs typeface="OEDHIM+Calibri"/>
              </a:rPr>
              <a:t>Pages</a:t>
            </a:r>
          </a:p>
        </p:txBody>
      </p:sp>
      <p:sp>
        <p:nvSpPr>
          <p:cNvPr id="8" name="object 8"/>
          <p:cNvSpPr txBox="1"/>
          <p:nvPr/>
        </p:nvSpPr>
        <p:spPr>
          <a:xfrm>
            <a:off x="714451" y="4877082"/>
            <a:ext cx="6113501" cy="86579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1A232D"/>
                </a:solidFill>
                <a:latin typeface="OEDHIM+Calibri"/>
                <a:cs typeface="OEDHIM+Calibri"/>
              </a:rPr>
              <a:t>Accordingly</a:t>
            </a:r>
            <a:r>
              <a:rPr sz="1800" spc="-43" dirty="0">
                <a:solidFill>
                  <a:srgbClr val="1A232D"/>
                </a:solidFill>
                <a:latin typeface="OEDHIM+Calibri"/>
                <a:cs typeface="OEDHIM+Calibri"/>
              </a:rPr>
              <a:t> </a:t>
            </a:r>
            <a:r>
              <a:rPr sz="1800" dirty="0">
                <a:solidFill>
                  <a:srgbClr val="1A232D"/>
                </a:solidFill>
                <a:latin typeface="OEDHIM+Calibri"/>
                <a:cs typeface="OEDHIM+Calibri"/>
              </a:rPr>
              <a:t>the </a:t>
            </a:r>
            <a:r>
              <a:rPr sz="1800" spc="-10" dirty="0">
                <a:solidFill>
                  <a:srgbClr val="1A232D"/>
                </a:solidFill>
                <a:latin typeface="OEDHIM+Calibri"/>
                <a:cs typeface="OEDHIM+Calibri"/>
              </a:rPr>
              <a:t>content</a:t>
            </a:r>
            <a:r>
              <a:rPr sz="1800" spc="-15" dirty="0">
                <a:solidFill>
                  <a:srgbClr val="1A232D"/>
                </a:solidFill>
                <a:latin typeface="OEDHIM+Calibri"/>
                <a:cs typeface="OEDHIM+Calibri"/>
              </a:rPr>
              <a:t> </a:t>
            </a:r>
            <a:r>
              <a:rPr sz="1800" dirty="0">
                <a:solidFill>
                  <a:srgbClr val="1A232D"/>
                </a:solidFill>
                <a:latin typeface="OEDHIM+Calibri"/>
                <a:cs typeface="OEDHIM+Calibri"/>
              </a:rPr>
              <a:t>will be </a:t>
            </a:r>
            <a:r>
              <a:rPr sz="1800" spc="-11" dirty="0">
                <a:solidFill>
                  <a:srgbClr val="1A232D"/>
                </a:solidFill>
                <a:latin typeface="OEDHIM+Calibri"/>
                <a:cs typeface="OEDHIM+Calibri"/>
              </a:rPr>
              <a:t>interlinked</a:t>
            </a:r>
            <a:r>
              <a:rPr sz="1800" spc="-19" dirty="0">
                <a:solidFill>
                  <a:srgbClr val="1A232D"/>
                </a:solidFill>
                <a:latin typeface="OEDHIM+Calibri"/>
                <a:cs typeface="OEDHIM+Calibri"/>
              </a:rPr>
              <a:t> </a:t>
            </a:r>
            <a:r>
              <a:rPr sz="1800" dirty="0">
                <a:solidFill>
                  <a:srgbClr val="1A232D"/>
                </a:solidFill>
                <a:latin typeface="OEDHIM+Calibri"/>
                <a:cs typeface="OEDHIM+Calibri"/>
              </a:rPr>
              <a:t>in such a </a:t>
            </a:r>
            <a:r>
              <a:rPr sz="1800" spc="-30" dirty="0">
                <a:solidFill>
                  <a:srgbClr val="1A232D"/>
                </a:solidFill>
                <a:latin typeface="OEDHIM+Calibri"/>
                <a:cs typeface="OEDHIM+Calibri"/>
              </a:rPr>
              <a:t>way</a:t>
            </a:r>
            <a:r>
              <a:rPr sz="1800" spc="31" dirty="0">
                <a:solidFill>
                  <a:srgbClr val="1A232D"/>
                </a:solidFill>
                <a:latin typeface="OEDHIM+Calibri"/>
                <a:cs typeface="OEDHIM+Calibri"/>
              </a:rPr>
              <a:t> </a:t>
            </a:r>
            <a:r>
              <a:rPr sz="1800" dirty="0">
                <a:solidFill>
                  <a:srgbClr val="1A232D"/>
                </a:solidFill>
                <a:latin typeface="OEDHIM+Calibri"/>
                <a:cs typeface="OEDHIM+Calibri"/>
              </a:rPr>
              <a:t>that</a:t>
            </a:r>
            <a:r>
              <a:rPr sz="1800" spc="-35" dirty="0">
                <a:solidFill>
                  <a:srgbClr val="1A232D"/>
                </a:solidFill>
                <a:latin typeface="OEDHIM+Calibri"/>
                <a:cs typeface="OEDHIM+Calibri"/>
              </a:rPr>
              <a:t> </a:t>
            </a:r>
            <a:r>
              <a:rPr sz="1800" dirty="0">
                <a:solidFill>
                  <a:srgbClr val="1A232D"/>
                </a:solidFill>
                <a:latin typeface="OEDHIM+Calibri"/>
                <a:cs typeface="OEDHIM+Calibri"/>
              </a:rPr>
              <a:t>the</a:t>
            </a:r>
          </a:p>
          <a:p>
            <a:pPr marL="0" marR="0">
              <a:lnSpc>
                <a:spcPts val="2160"/>
              </a:lnSpc>
              <a:spcBef>
                <a:spcPts val="0"/>
              </a:spcBef>
              <a:spcAft>
                <a:spcPts val="0"/>
              </a:spcAft>
            </a:pPr>
            <a:r>
              <a:rPr sz="1800" dirty="0">
                <a:solidFill>
                  <a:srgbClr val="1A232D"/>
                </a:solidFill>
                <a:latin typeface="OEDHIM+Calibri"/>
                <a:cs typeface="OEDHIM+Calibri"/>
              </a:rPr>
              <a:t>Customers</a:t>
            </a:r>
            <a:r>
              <a:rPr sz="1800" spc="-33" dirty="0">
                <a:solidFill>
                  <a:srgbClr val="1A232D"/>
                </a:solidFill>
                <a:latin typeface="OEDHIM+Calibri"/>
                <a:cs typeface="OEDHIM+Calibri"/>
              </a:rPr>
              <a:t> </a:t>
            </a:r>
            <a:r>
              <a:rPr sz="1800" dirty="0">
                <a:solidFill>
                  <a:srgbClr val="1A232D"/>
                </a:solidFill>
                <a:latin typeface="OEDHIM+Calibri"/>
                <a:cs typeface="OEDHIM+Calibri"/>
              </a:rPr>
              <a:t>smoothly</a:t>
            </a:r>
            <a:r>
              <a:rPr sz="1800" spc="-44" dirty="0">
                <a:solidFill>
                  <a:srgbClr val="1A232D"/>
                </a:solidFill>
                <a:latin typeface="OEDHIM+Calibri"/>
                <a:cs typeface="OEDHIM+Calibri"/>
              </a:rPr>
              <a:t> </a:t>
            </a:r>
            <a:r>
              <a:rPr sz="1800" dirty="0">
                <a:solidFill>
                  <a:srgbClr val="1A232D"/>
                </a:solidFill>
                <a:latin typeface="OEDHIM+Calibri"/>
                <a:cs typeface="OEDHIM+Calibri"/>
              </a:rPr>
              <a:t>flow from</a:t>
            </a:r>
            <a:r>
              <a:rPr sz="1800" spc="-13" dirty="0">
                <a:solidFill>
                  <a:srgbClr val="1A232D"/>
                </a:solidFill>
                <a:latin typeface="OEDHIM+Calibri"/>
                <a:cs typeface="OEDHIM+Calibri"/>
              </a:rPr>
              <a:t> </a:t>
            </a:r>
            <a:r>
              <a:rPr sz="1800" dirty="0">
                <a:solidFill>
                  <a:srgbClr val="1A232D"/>
                </a:solidFill>
                <a:latin typeface="OEDHIM+Calibri"/>
                <a:cs typeface="OEDHIM+Calibri"/>
              </a:rPr>
              <a:t>the entry</a:t>
            </a:r>
            <a:r>
              <a:rPr sz="1800" spc="-27" dirty="0">
                <a:solidFill>
                  <a:srgbClr val="1A232D"/>
                </a:solidFill>
                <a:latin typeface="OEDHIM+Calibri"/>
                <a:cs typeface="OEDHIM+Calibri"/>
              </a:rPr>
              <a:t> </a:t>
            </a:r>
            <a:r>
              <a:rPr sz="1800" dirty="0">
                <a:solidFill>
                  <a:srgbClr val="1A232D"/>
                </a:solidFill>
                <a:latin typeface="OEDHIM+Calibri"/>
                <a:cs typeface="OEDHIM+Calibri"/>
              </a:rPr>
              <a:t>pages</a:t>
            </a:r>
            <a:r>
              <a:rPr sz="1800" spc="-31" dirty="0">
                <a:solidFill>
                  <a:srgbClr val="1A232D"/>
                </a:solidFill>
                <a:latin typeface="OEDHIM+Calibri"/>
                <a:cs typeface="OEDHIM+Calibri"/>
              </a:rPr>
              <a:t> </a:t>
            </a:r>
            <a:r>
              <a:rPr sz="1800" dirty="0">
                <a:solidFill>
                  <a:srgbClr val="1A232D"/>
                </a:solidFill>
                <a:latin typeface="OEDHIM+Calibri"/>
                <a:cs typeface="OEDHIM+Calibri"/>
              </a:rPr>
              <a:t>(Informational</a:t>
            </a:r>
          </a:p>
          <a:p>
            <a:pPr marL="0" marR="0">
              <a:lnSpc>
                <a:spcPts val="2160"/>
              </a:lnSpc>
              <a:spcBef>
                <a:spcPts val="0"/>
              </a:spcBef>
              <a:spcAft>
                <a:spcPts val="0"/>
              </a:spcAft>
            </a:pPr>
            <a:r>
              <a:rPr sz="1800" dirty="0">
                <a:solidFill>
                  <a:srgbClr val="1A232D"/>
                </a:solidFill>
                <a:latin typeface="OEDHIM+Calibri"/>
                <a:cs typeface="OEDHIM+Calibri"/>
              </a:rPr>
              <a:t>Content)</a:t>
            </a:r>
            <a:r>
              <a:rPr sz="1800" spc="-27" dirty="0">
                <a:solidFill>
                  <a:srgbClr val="1A232D"/>
                </a:solidFill>
                <a:latin typeface="OEDHIM+Calibri"/>
                <a:cs typeface="OEDHIM+Calibri"/>
              </a:rPr>
              <a:t> </a:t>
            </a:r>
            <a:r>
              <a:rPr sz="1800" spc="-14" dirty="0">
                <a:solidFill>
                  <a:srgbClr val="1A232D"/>
                </a:solidFill>
                <a:latin typeface="OEDHIM+Calibri"/>
                <a:cs typeface="OEDHIM+Calibri"/>
              </a:rPr>
              <a:t>to</a:t>
            </a:r>
            <a:r>
              <a:rPr sz="1800" dirty="0">
                <a:solidFill>
                  <a:srgbClr val="1A232D"/>
                </a:solidFill>
                <a:latin typeface="OEDHIM+Calibri"/>
                <a:cs typeface="OEDHIM+Calibri"/>
              </a:rPr>
              <a:t> the</a:t>
            </a:r>
            <a:r>
              <a:rPr sz="1800" spc="-19" dirty="0">
                <a:solidFill>
                  <a:srgbClr val="1A232D"/>
                </a:solidFill>
                <a:latin typeface="OEDHIM+Calibri"/>
                <a:cs typeface="OEDHIM+Calibri"/>
              </a:rPr>
              <a:t> </a:t>
            </a:r>
            <a:r>
              <a:rPr sz="1800" dirty="0">
                <a:solidFill>
                  <a:srgbClr val="1A232D"/>
                </a:solidFill>
                <a:latin typeface="OEDHIM+Calibri"/>
                <a:cs typeface="OEDHIM+Calibri"/>
              </a:rPr>
              <a:t>Exit</a:t>
            </a:r>
            <a:r>
              <a:rPr sz="1800" spc="-12" dirty="0">
                <a:solidFill>
                  <a:srgbClr val="1A232D"/>
                </a:solidFill>
                <a:latin typeface="OEDHIM+Calibri"/>
                <a:cs typeface="OEDHIM+Calibri"/>
              </a:rPr>
              <a:t> Pages</a:t>
            </a:r>
            <a:r>
              <a:rPr sz="1800" spc="-28" dirty="0">
                <a:solidFill>
                  <a:srgbClr val="1A232D"/>
                </a:solidFill>
                <a:latin typeface="OEDHIM+Calibri"/>
                <a:cs typeface="OEDHIM+Calibri"/>
              </a:rPr>
              <a:t> </a:t>
            </a:r>
            <a:r>
              <a:rPr sz="1800" spc="-13" dirty="0">
                <a:solidFill>
                  <a:srgbClr val="1A232D"/>
                </a:solidFill>
                <a:latin typeface="OEDHIM+Calibri"/>
                <a:cs typeface="OEDHIM+Calibri"/>
              </a:rPr>
              <a:t>(Transactional</a:t>
            </a:r>
            <a:r>
              <a:rPr sz="1800" spc="-22" dirty="0">
                <a:solidFill>
                  <a:srgbClr val="1A232D"/>
                </a:solidFill>
                <a:latin typeface="OEDHIM+Calibri"/>
                <a:cs typeface="OEDHIM+Calibri"/>
              </a:rPr>
              <a:t> </a:t>
            </a:r>
            <a:r>
              <a:rPr sz="1800" dirty="0">
                <a:solidFill>
                  <a:srgbClr val="1A232D"/>
                </a:solidFill>
                <a:latin typeface="OEDHIM+Calibri"/>
                <a:cs typeface="OEDHIM+Calibri"/>
              </a:rPr>
              <a:t>Content).</a:t>
            </a:r>
          </a:p>
        </p:txBody>
      </p:sp>
    </p:spTree>
    <p:extLst>
      <p:ext uri="{BB962C8B-B14F-4D97-AF65-F5344CB8AC3E}">
        <p14:creationId xmlns:p14="http://schemas.microsoft.com/office/powerpoint/2010/main" val="14807439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Google Shape;1339;p46"/>
          <p:cNvSpPr txBox="1">
            <a:spLocks noChangeArrowheads="1"/>
          </p:cNvSpPr>
          <p:nvPr/>
        </p:nvSpPr>
        <p:spPr bwMode="auto">
          <a:xfrm>
            <a:off x="1043180" y="1270000"/>
            <a:ext cx="684609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buClr>
                <a:srgbClr val="000000"/>
              </a:buClr>
              <a:buSzPts val="3300"/>
              <a:buFont typeface="Montserrat"/>
              <a:buNone/>
            </a:pPr>
            <a:endParaRPr lang="en-US" altLang="en-US" dirty="0">
              <a:solidFill>
                <a:srgbClr val="000000"/>
              </a:solidFill>
              <a:latin typeface="Calibri" pitchFamily="34" charset="0"/>
              <a:cs typeface="Calibri" pitchFamily="34" charset="0"/>
              <a:sym typeface="Arial" pitchFamily="34" charset="0"/>
            </a:endParaRPr>
          </a:p>
        </p:txBody>
      </p:sp>
      <p:sp>
        <p:nvSpPr>
          <p:cNvPr id="4" name="Google Shape;1339;p46"/>
          <p:cNvSpPr txBox="1">
            <a:spLocks noChangeArrowheads="1"/>
          </p:cNvSpPr>
          <p:nvPr/>
        </p:nvSpPr>
        <p:spPr bwMode="auto">
          <a:xfrm>
            <a:off x="1270000" y="635000"/>
            <a:ext cx="684609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buClr>
                <a:srgbClr val="000000"/>
              </a:buClr>
              <a:buSzPts val="3300"/>
              <a:buFont typeface="Montserrat"/>
              <a:buNone/>
            </a:pPr>
            <a:r>
              <a:rPr lang="en-US" altLang="en-US" sz="3200" dirty="0" smtClean="0">
                <a:solidFill>
                  <a:srgbClr val="C00000"/>
                </a:solidFill>
                <a:latin typeface="Palatino Linotype" panose="02040502050505030304" pitchFamily="18" charset="0"/>
                <a:cs typeface="Calibri" pitchFamily="34" charset="0"/>
                <a:sym typeface="Montserrat"/>
              </a:rPr>
              <a:t>Search</a:t>
            </a:r>
            <a:r>
              <a:rPr lang="en-US" altLang="en-US" sz="3200" dirty="0" smtClean="0">
                <a:latin typeface="Palatino Linotype" panose="02040502050505030304" pitchFamily="18" charset="0"/>
                <a:cs typeface="Calibri" pitchFamily="34" charset="0"/>
                <a:sym typeface="Montserrat"/>
              </a:rPr>
              <a:t> Intent Mapping</a:t>
            </a:r>
            <a:endParaRPr lang="en-US" altLang="en-US" sz="3200" dirty="0">
              <a:latin typeface="Palatino Linotype" panose="02040502050505030304" pitchFamily="18" charset="0"/>
              <a:cs typeface="Calibri" pitchFamily="34" charset="0"/>
              <a:sym typeface="Arial" pitchFamily="34" charset="0"/>
            </a:endParaRPr>
          </a:p>
        </p:txBody>
      </p:sp>
      <p:sp>
        <p:nvSpPr>
          <p:cNvPr id="2" name="TextBox 1">
            <a:extLst>
              <a:ext uri="{FF2B5EF4-FFF2-40B4-BE49-F238E27FC236}">
                <a16:creationId xmlns:a16="http://schemas.microsoft.com/office/drawing/2014/main" xmlns="" id="{B1540ED7-64CD-F328-327B-146F97C917BC}"/>
              </a:ext>
            </a:extLst>
          </p:cNvPr>
          <p:cNvSpPr txBox="1"/>
          <p:nvPr/>
        </p:nvSpPr>
        <p:spPr>
          <a:xfrm>
            <a:off x="1043180" y="1415278"/>
            <a:ext cx="7504472" cy="2900794"/>
          </a:xfrm>
          <a:prstGeom prst="rect">
            <a:avLst/>
          </a:prstGeom>
          <a:noFill/>
        </p:spPr>
        <p:txBody>
          <a:bodyPr wrap="square" rtlCol="0">
            <a:spAutoFit/>
          </a:bodyPr>
          <a:lstStyle/>
          <a:p>
            <a:pPr marL="59055">
              <a:lnSpc>
                <a:spcPct val="100000"/>
              </a:lnSpc>
              <a:spcBef>
                <a:spcPts val="55"/>
              </a:spcBef>
            </a:pPr>
            <a:r>
              <a:rPr lang="en-US" dirty="0" smtClean="0">
                <a:latin typeface="Calibri" panose="020F0502020204030204" pitchFamily="34" charset="0"/>
                <a:cs typeface="Calibri" panose="020F0502020204030204" pitchFamily="34" charset="0"/>
              </a:rPr>
              <a:t>One of the main secrets of a successful content that ranks is to identify the Buyer’s Journey and the Intent behind a search query.</a:t>
            </a:r>
          </a:p>
          <a:p>
            <a:pPr marL="59055">
              <a:lnSpc>
                <a:spcPct val="100000"/>
              </a:lnSpc>
              <a:spcBef>
                <a:spcPts val="55"/>
              </a:spcBef>
            </a:pPr>
            <a:endParaRPr lang="en-US" dirty="0">
              <a:latin typeface="Calibri" panose="020F0502020204030204" pitchFamily="34" charset="0"/>
              <a:cs typeface="Calibri" panose="020F0502020204030204" pitchFamily="34" charset="0"/>
            </a:endParaRPr>
          </a:p>
          <a:p>
            <a:pPr marL="59055">
              <a:lnSpc>
                <a:spcPct val="100000"/>
              </a:lnSpc>
              <a:spcBef>
                <a:spcPts val="55"/>
              </a:spcBef>
            </a:pPr>
            <a:r>
              <a:rPr lang="en-US" dirty="0"/>
              <a:t>The Different types of Keyword Intents include: </a:t>
            </a:r>
            <a:endParaRPr lang="en-US" dirty="0" smtClean="0"/>
          </a:p>
          <a:p>
            <a:pPr marL="285750" indent="-285750">
              <a:buFont typeface="Arial" panose="020B0604020202020204" pitchFamily="34" charset="0"/>
              <a:buChar char="•"/>
            </a:pPr>
            <a:r>
              <a:rPr lang="en-IN" dirty="0"/>
              <a:t>Informational</a:t>
            </a:r>
            <a:endParaRPr lang="en-IN" dirty="0" smtClean="0"/>
          </a:p>
          <a:p>
            <a:pPr marL="285750" indent="-285750">
              <a:buFont typeface="Arial" panose="020B0604020202020204" pitchFamily="34" charset="0"/>
              <a:buChar char="•"/>
            </a:pPr>
            <a:r>
              <a:rPr lang="en-IN" dirty="0"/>
              <a:t>Commercial/Investigative</a:t>
            </a:r>
            <a:endParaRPr lang="en-IN" dirty="0" smtClean="0"/>
          </a:p>
          <a:p>
            <a:pPr marL="285750" indent="-285750">
              <a:buFont typeface="Arial" panose="020B0604020202020204" pitchFamily="34" charset="0"/>
              <a:buChar char="•"/>
            </a:pPr>
            <a:r>
              <a:rPr lang="en-IN" dirty="0" smtClean="0"/>
              <a:t>Transactional</a:t>
            </a:r>
          </a:p>
          <a:p>
            <a:endParaRPr lang="en-US" dirty="0"/>
          </a:p>
          <a:p>
            <a:endParaRPr lang="en-IN" dirty="0" smtClean="0"/>
          </a:p>
          <a:p>
            <a:pPr marL="59055">
              <a:lnSpc>
                <a:spcPct val="100000"/>
              </a:lnSpc>
              <a:spcBef>
                <a:spcPts val="55"/>
              </a:spcBef>
            </a:pPr>
            <a:endParaRPr lang="en-US"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xmlns="" id="{C9DD9F16-090A-0D77-3265-8B404927E5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6700" y="955352"/>
            <a:ext cx="2144601" cy="2144601"/>
          </a:xfrm>
          <a:prstGeom prst="rect">
            <a:avLst/>
          </a:prstGeom>
        </p:spPr>
      </p:pic>
      <p:sp>
        <p:nvSpPr>
          <p:cNvPr id="5" name="TextBox 4"/>
          <p:cNvSpPr txBox="1"/>
          <p:nvPr/>
        </p:nvSpPr>
        <p:spPr>
          <a:xfrm>
            <a:off x="1787940" y="3696958"/>
            <a:ext cx="1698487" cy="369332"/>
          </a:xfrm>
          <a:prstGeom prst="rect">
            <a:avLst/>
          </a:prstGeom>
          <a:noFill/>
        </p:spPr>
        <p:txBody>
          <a:bodyPr wrap="square" rtlCol="0">
            <a:spAutoFit/>
          </a:bodyPr>
          <a:lstStyle/>
          <a:p>
            <a:r>
              <a:rPr lang="en-IN" b="1" dirty="0"/>
              <a:t>Keyword Intent</a:t>
            </a:r>
          </a:p>
        </p:txBody>
      </p:sp>
      <p:cxnSp>
        <p:nvCxnSpPr>
          <p:cNvPr id="10" name="Straight Connector 9"/>
          <p:cNvCxnSpPr/>
          <p:nvPr/>
        </p:nvCxnSpPr>
        <p:spPr>
          <a:xfrm>
            <a:off x="5283352" y="3786345"/>
            <a:ext cx="50497" cy="2620009"/>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468528" y="3695565"/>
            <a:ext cx="1498172" cy="369332"/>
          </a:xfrm>
          <a:prstGeom prst="rect">
            <a:avLst/>
          </a:prstGeom>
          <a:noFill/>
        </p:spPr>
        <p:txBody>
          <a:bodyPr wrap="square" rtlCol="0">
            <a:spAutoFit/>
          </a:bodyPr>
          <a:lstStyle/>
          <a:p>
            <a:r>
              <a:rPr lang="en-US" b="1" dirty="0" smtClean="0"/>
              <a:t>Content Type</a:t>
            </a:r>
            <a:endParaRPr lang="en-IN" b="1" dirty="0"/>
          </a:p>
        </p:txBody>
      </p:sp>
      <p:sp>
        <p:nvSpPr>
          <p:cNvPr id="14" name="TextBox 13"/>
          <p:cNvSpPr txBox="1"/>
          <p:nvPr/>
        </p:nvSpPr>
        <p:spPr>
          <a:xfrm>
            <a:off x="1356318" y="4272677"/>
            <a:ext cx="2611784" cy="2031325"/>
          </a:xfrm>
          <a:prstGeom prst="rect">
            <a:avLst/>
          </a:prstGeom>
          <a:noFill/>
        </p:spPr>
        <p:txBody>
          <a:bodyPr wrap="square" rtlCol="0">
            <a:spAutoFit/>
          </a:bodyPr>
          <a:lstStyle/>
          <a:p>
            <a:pPr>
              <a:lnSpc>
                <a:spcPct val="200000"/>
              </a:lnSpc>
            </a:pPr>
            <a:r>
              <a:rPr lang="en-IN" dirty="0"/>
              <a:t>Informational</a:t>
            </a:r>
          </a:p>
          <a:p>
            <a:pPr>
              <a:lnSpc>
                <a:spcPct val="200000"/>
              </a:lnSpc>
            </a:pPr>
            <a:r>
              <a:rPr lang="en-IN" dirty="0"/>
              <a:t>Commercial/Investigative</a:t>
            </a:r>
          </a:p>
          <a:p>
            <a:pPr>
              <a:lnSpc>
                <a:spcPct val="200000"/>
              </a:lnSpc>
            </a:pPr>
            <a:r>
              <a:rPr lang="en-IN" dirty="0"/>
              <a:t>Transactional</a:t>
            </a:r>
          </a:p>
          <a:p>
            <a:endParaRPr lang="en-IN" dirty="0"/>
          </a:p>
        </p:txBody>
      </p:sp>
      <p:sp>
        <p:nvSpPr>
          <p:cNvPr id="16" name="TextBox 15"/>
          <p:cNvSpPr txBox="1"/>
          <p:nvPr/>
        </p:nvSpPr>
        <p:spPr>
          <a:xfrm>
            <a:off x="6450456" y="4260805"/>
            <a:ext cx="4501210" cy="2031325"/>
          </a:xfrm>
          <a:prstGeom prst="rect">
            <a:avLst/>
          </a:prstGeom>
          <a:noFill/>
        </p:spPr>
        <p:txBody>
          <a:bodyPr wrap="square" rtlCol="0">
            <a:spAutoFit/>
          </a:bodyPr>
          <a:lstStyle/>
          <a:p>
            <a:pPr>
              <a:lnSpc>
                <a:spcPct val="200000"/>
              </a:lnSpc>
            </a:pPr>
            <a:r>
              <a:rPr lang="en-IN" dirty="0"/>
              <a:t>Blogs, Guides</a:t>
            </a:r>
          </a:p>
          <a:p>
            <a:pPr>
              <a:lnSpc>
                <a:spcPct val="200000"/>
              </a:lnSpc>
            </a:pPr>
            <a:r>
              <a:rPr lang="en-IN" dirty="0"/>
              <a:t>Reviews, Category Pages</a:t>
            </a:r>
          </a:p>
          <a:p>
            <a:pPr>
              <a:lnSpc>
                <a:spcPct val="200000"/>
              </a:lnSpc>
            </a:pPr>
            <a:r>
              <a:rPr lang="en-IN" dirty="0"/>
              <a:t>Product, Service /Landing Pages</a:t>
            </a:r>
          </a:p>
          <a:p>
            <a:endParaRPr lang="en-IN" dirty="0"/>
          </a:p>
        </p:txBody>
      </p:sp>
      <p:cxnSp>
        <p:nvCxnSpPr>
          <p:cNvPr id="18" name="Straight Arrow Connector 17"/>
          <p:cNvCxnSpPr/>
          <p:nvPr/>
        </p:nvCxnSpPr>
        <p:spPr>
          <a:xfrm flipV="1">
            <a:off x="3074505" y="4638261"/>
            <a:ext cx="3273286" cy="1474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915094" y="5204703"/>
            <a:ext cx="2432697" cy="1699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3048000" y="5727030"/>
            <a:ext cx="3299791" cy="543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5527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41"/>
            <a:ext cx="12192000" cy="6858000"/>
          </a:xfrm>
          <a:prstGeom prst="rect">
            <a:avLst/>
          </a:prstGeom>
        </p:spPr>
      </p:pic>
      <p:sp>
        <p:nvSpPr>
          <p:cNvPr id="3" name="object 3"/>
          <p:cNvSpPr txBox="1"/>
          <p:nvPr/>
        </p:nvSpPr>
        <p:spPr>
          <a:xfrm>
            <a:off x="1239315" y="633529"/>
            <a:ext cx="5545797" cy="551433"/>
          </a:xfrm>
          <a:prstGeom prst="rect">
            <a:avLst/>
          </a:prstGeom>
        </p:spPr>
        <p:txBody>
          <a:bodyPr vert="horz" wrap="square" lIns="0" tIns="0" rIns="0" bIns="0" rtlCol="0">
            <a:spAutoFit/>
          </a:bodyPr>
          <a:lstStyle/>
          <a:p>
            <a:pPr marL="0" marR="0">
              <a:lnSpc>
                <a:spcPts val="4322"/>
              </a:lnSpc>
              <a:spcBef>
                <a:spcPts val="0"/>
              </a:spcBef>
              <a:spcAft>
                <a:spcPts val="0"/>
              </a:spcAft>
            </a:pPr>
            <a:r>
              <a:rPr lang="en-US" sz="3200" dirty="0" smtClean="0">
                <a:solidFill>
                  <a:srgbClr val="C00000"/>
                </a:solidFill>
                <a:latin typeface="Palatino Linotype" panose="02040502050505030304" pitchFamily="18" charset="0"/>
                <a:cs typeface="KATJHV+Palatino Linotype"/>
              </a:rPr>
              <a:t>Search</a:t>
            </a:r>
            <a:r>
              <a:rPr lang="en-US" sz="3200" dirty="0" smtClean="0">
                <a:solidFill>
                  <a:srgbClr val="000000"/>
                </a:solidFill>
                <a:latin typeface="Palatino Linotype" panose="02040502050505030304" pitchFamily="18" charset="0"/>
                <a:cs typeface="KATJHV+Palatino Linotype"/>
              </a:rPr>
              <a:t> Intent Mapping</a:t>
            </a:r>
            <a:endParaRPr sz="3200" dirty="0">
              <a:solidFill>
                <a:srgbClr val="000000"/>
              </a:solidFill>
              <a:latin typeface="Palatino Linotype" panose="02040502050505030304" pitchFamily="18" charset="0"/>
              <a:cs typeface="KATJHV+Palatino Linotype"/>
            </a:endParaRPr>
          </a:p>
        </p:txBody>
      </p:sp>
      <p:sp>
        <p:nvSpPr>
          <p:cNvPr id="7" name="object 7"/>
          <p:cNvSpPr txBox="1"/>
          <p:nvPr/>
        </p:nvSpPr>
        <p:spPr>
          <a:xfrm>
            <a:off x="989990" y="1354523"/>
            <a:ext cx="10434602" cy="282129"/>
          </a:xfrm>
          <a:prstGeom prst="rect">
            <a:avLst/>
          </a:prstGeom>
        </p:spPr>
        <p:txBody>
          <a:bodyPr vert="horz" wrap="square" lIns="0" tIns="0" rIns="0" bIns="0" rtlCol="0">
            <a:spAutoFit/>
          </a:bodyPr>
          <a:lstStyle/>
          <a:p>
            <a:pPr marL="0" marR="0">
              <a:lnSpc>
                <a:spcPts val="2197"/>
              </a:lnSpc>
              <a:spcBef>
                <a:spcPts val="0"/>
              </a:spcBef>
              <a:spcAft>
                <a:spcPts val="0"/>
              </a:spcAft>
            </a:pPr>
            <a:r>
              <a:rPr lang="en-US" sz="1600" dirty="0" smtClean="0">
                <a:solidFill>
                  <a:srgbClr val="1A232D"/>
                </a:solidFill>
                <a:latin typeface="OEDHIM+Calibri"/>
                <a:cs typeface="OEDHIM+Calibri"/>
              </a:rPr>
              <a:t>Here is a sample on how we perform Search Intent Mapping.</a:t>
            </a:r>
          </a:p>
        </p:txBody>
      </p:sp>
      <p:pic>
        <p:nvPicPr>
          <p:cNvPr id="8" name="Picture 7"/>
          <p:cNvPicPr>
            <a:picLocks noChangeAspect="1"/>
          </p:cNvPicPr>
          <p:nvPr/>
        </p:nvPicPr>
        <p:blipFill>
          <a:blip r:embed="rId3"/>
          <a:stretch>
            <a:fillRect/>
          </a:stretch>
        </p:blipFill>
        <p:spPr>
          <a:xfrm>
            <a:off x="764702" y="1834811"/>
            <a:ext cx="9736597" cy="3929090"/>
          </a:xfrm>
          <a:prstGeom prst="rect">
            <a:avLst/>
          </a:prstGeom>
          <a:ln>
            <a:solidFill>
              <a:schemeClr val="tx1"/>
            </a:solidFill>
          </a:ln>
        </p:spPr>
      </p:pic>
      <p:sp>
        <p:nvSpPr>
          <p:cNvPr id="2" name="TextBox 1"/>
          <p:cNvSpPr txBox="1"/>
          <p:nvPr/>
        </p:nvSpPr>
        <p:spPr>
          <a:xfrm>
            <a:off x="4162009" y="5938998"/>
            <a:ext cx="2941982" cy="369332"/>
          </a:xfrm>
          <a:prstGeom prst="rect">
            <a:avLst/>
          </a:prstGeom>
          <a:noFill/>
        </p:spPr>
        <p:txBody>
          <a:bodyPr wrap="square" rtlCol="0">
            <a:spAutoFit/>
          </a:bodyPr>
          <a:lstStyle/>
          <a:p>
            <a:r>
              <a:rPr lang="en-US" b="1" dirty="0" smtClean="0">
                <a:solidFill>
                  <a:schemeClr val="tx1">
                    <a:lumMod val="85000"/>
                    <a:lumOff val="15000"/>
                  </a:schemeClr>
                </a:solidFill>
              </a:rPr>
              <a:t>All Data is given as sample</a:t>
            </a:r>
            <a:endParaRPr lang="en-IN" b="1" dirty="0">
              <a:solidFill>
                <a:schemeClr val="tx1">
                  <a:lumMod val="85000"/>
                  <a:lumOff val="15000"/>
                </a:schemeClr>
              </a:solidFill>
            </a:endParaRPr>
          </a:p>
        </p:txBody>
      </p:sp>
    </p:spTree>
    <p:extLst>
      <p:ext uri="{BB962C8B-B14F-4D97-AF65-F5344CB8AC3E}">
        <p14:creationId xmlns:p14="http://schemas.microsoft.com/office/powerpoint/2010/main" val="39303744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2407602" y="2077781"/>
            <a:ext cx="737679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4000" dirty="0" smtClean="0">
                <a:latin typeface="Palatino Linotype" panose="02040502050505030304" pitchFamily="18" charset="0"/>
                <a:cs typeface="Calibri" pitchFamily="34" charset="0"/>
              </a:rPr>
              <a:t>Part </a:t>
            </a:r>
            <a:r>
              <a:rPr lang="en-US" sz="4000" dirty="0">
                <a:latin typeface="Palatino Linotype" panose="02040502050505030304" pitchFamily="18" charset="0"/>
                <a:cs typeface="Calibri" pitchFamily="34" charset="0"/>
              </a:rPr>
              <a:t>2</a:t>
            </a:r>
            <a:r>
              <a:rPr lang="en-US" sz="4000" dirty="0" smtClean="0">
                <a:latin typeface="Palatino Linotype" panose="02040502050505030304" pitchFamily="18" charset="0"/>
                <a:cs typeface="Calibri" pitchFamily="34" charset="0"/>
              </a:rPr>
              <a:t>: </a:t>
            </a:r>
            <a:r>
              <a:rPr lang="en-US" sz="4000" dirty="0">
                <a:solidFill>
                  <a:srgbClr val="C00000"/>
                </a:solidFill>
                <a:latin typeface="Palatino Linotype" panose="02040502050505030304" pitchFamily="18" charset="0"/>
              </a:rPr>
              <a:t>Basic SEO Checks</a:t>
            </a:r>
            <a:r>
              <a:rPr lang="en-US" sz="4000" dirty="0">
                <a:latin typeface="Palatino Linotype" panose="02040502050505030304" pitchFamily="18" charset="0"/>
              </a:rPr>
              <a:t> and </a:t>
            </a:r>
            <a:r>
              <a:rPr lang="en-US" sz="4000" dirty="0">
                <a:solidFill>
                  <a:srgbClr val="C00000"/>
                </a:solidFill>
                <a:latin typeface="Palatino Linotype" panose="02040502050505030304" pitchFamily="18" charset="0"/>
              </a:rPr>
              <a:t>Advanced Technical </a:t>
            </a:r>
            <a:r>
              <a:rPr lang="en-US" sz="4000" dirty="0">
                <a:latin typeface="Palatino Linotype" panose="02040502050505030304" pitchFamily="18" charset="0"/>
              </a:rPr>
              <a:t>And On Page Implementations</a:t>
            </a:r>
            <a:endParaRPr lang="en-US" sz="4000" dirty="0">
              <a:latin typeface="Palatino Linotype" panose="02040502050505030304" pitchFamily="18" charset="0"/>
              <a:cs typeface="Calibri" pitchFamily="34" charset="0"/>
            </a:endParaRPr>
          </a:p>
        </p:txBody>
      </p:sp>
    </p:spTree>
    <p:extLst>
      <p:ext uri="{BB962C8B-B14F-4D97-AF65-F5344CB8AC3E}">
        <p14:creationId xmlns:p14="http://schemas.microsoft.com/office/powerpoint/2010/main" val="11641800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Advanced On Page SEO </a:t>
            </a:r>
            <a:r>
              <a:rPr lang="en-US" sz="3200" dirty="0" smtClean="0">
                <a:latin typeface="Palatino Linotype" panose="02040502050505030304" pitchFamily="18" charset="0"/>
                <a:cs typeface="Calibri" pitchFamily="34" charset="0"/>
              </a:rPr>
              <a:t>Workflow</a:t>
            </a:r>
            <a:endParaRPr lang="en-US" sz="3200" dirty="0">
              <a:latin typeface="Palatino Linotype" panose="02040502050505030304" pitchFamily="18" charset="0"/>
              <a:cs typeface="Calibri" pitchFamily="34" charset="0"/>
            </a:endParaRPr>
          </a:p>
        </p:txBody>
      </p:sp>
      <p:graphicFrame>
        <p:nvGraphicFramePr>
          <p:cNvPr id="9" name="object 22"/>
          <p:cNvGraphicFramePr>
            <a:graphicFrameLocks noGrp="1"/>
          </p:cNvGraphicFramePr>
          <p:nvPr>
            <p:extLst/>
          </p:nvPr>
        </p:nvGraphicFramePr>
        <p:xfrm>
          <a:off x="784796" y="1384892"/>
          <a:ext cx="8968804" cy="3916447"/>
        </p:xfrm>
        <a:graphic>
          <a:graphicData uri="http://schemas.openxmlformats.org/drawingml/2006/table">
            <a:tbl>
              <a:tblPr firstRow="1" bandRow="1">
                <a:tableStyleId>{2D5ABB26-0587-4C30-8999-92F81FD0307C}</a:tableStyleId>
              </a:tblPr>
              <a:tblGrid>
                <a:gridCol w="382759"/>
                <a:gridCol w="2525873"/>
                <a:gridCol w="3166826"/>
                <a:gridCol w="2893346"/>
              </a:tblGrid>
              <a:tr h="245531">
                <a:tc>
                  <a:txBody>
                    <a:bodyPr/>
                    <a:lstStyle/>
                    <a:p>
                      <a:pPr algn="ctr">
                        <a:lnSpc>
                          <a:spcPct val="100000"/>
                        </a:lnSpc>
                        <a:spcBef>
                          <a:spcPts val="705"/>
                        </a:spcBef>
                      </a:pPr>
                      <a:r>
                        <a:rPr sz="900" b="1" spc="-10" dirty="0">
                          <a:solidFill>
                            <a:srgbClr val="1A232D"/>
                          </a:solidFill>
                          <a:latin typeface="Arial"/>
                          <a:cs typeface="Arial"/>
                        </a:rPr>
                        <a:t>SL</a:t>
                      </a:r>
                      <a:endParaRPr sz="900" dirty="0">
                        <a:latin typeface="Arial"/>
                        <a:cs typeface="Arial"/>
                      </a:endParaRPr>
                    </a:p>
                  </a:txBody>
                  <a:tcPr marL="0" marR="0" marT="8953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algn="ctr">
                        <a:lnSpc>
                          <a:spcPct val="100000"/>
                        </a:lnSpc>
                        <a:spcBef>
                          <a:spcPts val="705"/>
                        </a:spcBef>
                      </a:pPr>
                      <a:r>
                        <a:rPr sz="900" b="1" spc="-5" dirty="0">
                          <a:solidFill>
                            <a:srgbClr val="1A232D"/>
                          </a:solidFill>
                          <a:latin typeface="Arial"/>
                          <a:cs typeface="Arial"/>
                        </a:rPr>
                        <a:t>Works</a:t>
                      </a:r>
                      <a:endParaRPr sz="900" dirty="0">
                        <a:latin typeface="Arial"/>
                        <a:cs typeface="Arial"/>
                      </a:endParaRPr>
                    </a:p>
                  </a:txBody>
                  <a:tcPr marL="0" marR="0" marT="8953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algn="ctr">
                        <a:lnSpc>
                          <a:spcPct val="100000"/>
                        </a:lnSpc>
                        <a:spcBef>
                          <a:spcPts val="705"/>
                        </a:spcBef>
                      </a:pPr>
                      <a:r>
                        <a:rPr sz="900" b="1" spc="-5" dirty="0">
                          <a:solidFill>
                            <a:srgbClr val="1A232D"/>
                          </a:solidFill>
                          <a:latin typeface="Arial"/>
                          <a:cs typeface="Arial"/>
                        </a:rPr>
                        <a:t>Description</a:t>
                      </a:r>
                      <a:endParaRPr sz="900" dirty="0">
                        <a:latin typeface="Arial"/>
                        <a:cs typeface="Arial"/>
                      </a:endParaRPr>
                    </a:p>
                  </a:txBody>
                  <a:tcPr marL="0" marR="0" marT="8953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1270" algn="ctr">
                        <a:lnSpc>
                          <a:spcPct val="100000"/>
                        </a:lnSpc>
                        <a:spcBef>
                          <a:spcPts val="705"/>
                        </a:spcBef>
                      </a:pPr>
                      <a:r>
                        <a:rPr sz="900" b="1" spc="-5" dirty="0">
                          <a:solidFill>
                            <a:srgbClr val="1A232D"/>
                          </a:solidFill>
                          <a:latin typeface="Arial"/>
                          <a:cs typeface="Arial"/>
                        </a:rPr>
                        <a:t>Result</a:t>
                      </a:r>
                      <a:endParaRPr sz="900" dirty="0">
                        <a:latin typeface="Arial"/>
                        <a:cs typeface="Arial"/>
                      </a:endParaRPr>
                    </a:p>
                  </a:txBody>
                  <a:tcPr marL="0" marR="0" marT="8953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648951">
                <a:tc>
                  <a:txBody>
                    <a:bodyPr/>
                    <a:lstStyle/>
                    <a:p>
                      <a:pPr>
                        <a:lnSpc>
                          <a:spcPct val="100000"/>
                        </a:lnSpc>
                      </a:pPr>
                      <a:endParaRPr sz="900" dirty="0">
                        <a:latin typeface="Times New Roman"/>
                        <a:cs typeface="Times New Roman"/>
                      </a:endParaRPr>
                    </a:p>
                    <a:p>
                      <a:pPr>
                        <a:lnSpc>
                          <a:spcPct val="100000"/>
                        </a:lnSpc>
                        <a:spcBef>
                          <a:spcPts val="15"/>
                        </a:spcBef>
                      </a:pPr>
                      <a:endParaRPr sz="900" dirty="0">
                        <a:latin typeface="Times New Roman"/>
                        <a:cs typeface="Times New Roman"/>
                      </a:endParaRPr>
                    </a:p>
                    <a:p>
                      <a:pPr algn="ctr">
                        <a:lnSpc>
                          <a:spcPct val="100000"/>
                        </a:lnSpc>
                      </a:pPr>
                      <a:r>
                        <a:rPr sz="800" b="1" dirty="0">
                          <a:solidFill>
                            <a:srgbClr val="1A232D"/>
                          </a:solidFill>
                          <a:latin typeface="Arial"/>
                          <a:cs typeface="Arial"/>
                        </a:rPr>
                        <a:t>1</a:t>
                      </a:r>
                      <a:endParaRPr sz="8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58419">
                        <a:lnSpc>
                          <a:spcPct val="100000"/>
                        </a:lnSpc>
                        <a:spcBef>
                          <a:spcPts val="50"/>
                        </a:spcBef>
                      </a:pPr>
                      <a:r>
                        <a:rPr sz="1200" dirty="0">
                          <a:solidFill>
                            <a:srgbClr val="1A232D"/>
                          </a:solidFill>
                          <a:latin typeface="Arial"/>
                          <a:cs typeface="Arial"/>
                        </a:rPr>
                        <a:t>Optimize all the pages of</a:t>
                      </a:r>
                      <a:r>
                        <a:rPr sz="1200" spc="-130" dirty="0">
                          <a:solidFill>
                            <a:srgbClr val="1A232D"/>
                          </a:solidFill>
                          <a:latin typeface="Arial"/>
                          <a:cs typeface="Arial"/>
                        </a:rPr>
                        <a:t> </a:t>
                      </a:r>
                      <a:r>
                        <a:rPr sz="1200" dirty="0">
                          <a:solidFill>
                            <a:srgbClr val="1A232D"/>
                          </a:solidFill>
                          <a:latin typeface="Arial"/>
                          <a:cs typeface="Arial"/>
                        </a:rPr>
                        <a:t>the</a:t>
                      </a:r>
                      <a:endParaRPr sz="1200" dirty="0">
                        <a:latin typeface="Arial"/>
                        <a:cs typeface="Arial"/>
                      </a:endParaRPr>
                    </a:p>
                    <a:p>
                      <a:pPr marL="58419">
                        <a:lnSpc>
                          <a:spcPct val="100000"/>
                        </a:lnSpc>
                        <a:spcBef>
                          <a:spcPts val="254"/>
                        </a:spcBef>
                      </a:pPr>
                      <a:r>
                        <a:rPr sz="1200" spc="-5" dirty="0">
                          <a:solidFill>
                            <a:srgbClr val="1A232D"/>
                          </a:solidFill>
                          <a:latin typeface="Arial"/>
                          <a:cs typeface="Arial"/>
                        </a:rPr>
                        <a:t>Website</a:t>
                      </a:r>
                      <a:endParaRPr sz="1200" dirty="0">
                        <a:latin typeface="Arial"/>
                        <a:cs typeface="Arial"/>
                      </a:endParaRPr>
                    </a:p>
                  </a:txBody>
                  <a:tcPr marL="0" marR="0" marT="635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59055">
                        <a:lnSpc>
                          <a:spcPct val="100000"/>
                        </a:lnSpc>
                        <a:spcBef>
                          <a:spcPts val="50"/>
                        </a:spcBef>
                      </a:pPr>
                      <a:r>
                        <a:rPr sz="1200" dirty="0">
                          <a:solidFill>
                            <a:srgbClr val="1A232D"/>
                          </a:solidFill>
                          <a:latin typeface="Arial"/>
                          <a:cs typeface="Arial"/>
                        </a:rPr>
                        <a:t>All the activities of SEO, Social Media</a:t>
                      </a:r>
                      <a:r>
                        <a:rPr sz="1200" spc="-150" dirty="0">
                          <a:solidFill>
                            <a:srgbClr val="1A232D"/>
                          </a:solidFill>
                          <a:latin typeface="Arial"/>
                          <a:cs typeface="Arial"/>
                        </a:rPr>
                        <a:t> </a:t>
                      </a:r>
                      <a:r>
                        <a:rPr sz="1200" dirty="0">
                          <a:solidFill>
                            <a:srgbClr val="1A232D"/>
                          </a:solidFill>
                          <a:latin typeface="Arial"/>
                          <a:cs typeface="Arial"/>
                        </a:rPr>
                        <a:t>and</a:t>
                      </a:r>
                      <a:endParaRPr sz="1200" dirty="0">
                        <a:latin typeface="Arial"/>
                        <a:cs typeface="Arial"/>
                      </a:endParaRPr>
                    </a:p>
                    <a:p>
                      <a:pPr marL="59055" marR="271145">
                        <a:lnSpc>
                          <a:spcPct val="114999"/>
                        </a:lnSpc>
                        <a:spcBef>
                          <a:spcPts val="5"/>
                        </a:spcBef>
                      </a:pPr>
                      <a:r>
                        <a:rPr sz="1200" dirty="0">
                          <a:solidFill>
                            <a:srgbClr val="1A232D"/>
                          </a:solidFill>
                          <a:latin typeface="Arial"/>
                          <a:cs typeface="Arial"/>
                        </a:rPr>
                        <a:t>Content </a:t>
                      </a:r>
                      <a:r>
                        <a:rPr sz="1200" spc="-5" dirty="0">
                          <a:solidFill>
                            <a:srgbClr val="1A232D"/>
                          </a:solidFill>
                          <a:latin typeface="Arial"/>
                          <a:cs typeface="Arial"/>
                        </a:rPr>
                        <a:t>Marketing will </a:t>
                      </a:r>
                      <a:r>
                        <a:rPr sz="1200" dirty="0">
                          <a:solidFill>
                            <a:srgbClr val="1A232D"/>
                          </a:solidFill>
                          <a:latin typeface="Arial"/>
                          <a:cs typeface="Arial"/>
                        </a:rPr>
                        <a:t>be done for all</a:t>
                      </a:r>
                      <a:r>
                        <a:rPr sz="1200" spc="-150" dirty="0">
                          <a:solidFill>
                            <a:srgbClr val="1A232D"/>
                          </a:solidFill>
                          <a:latin typeface="Arial"/>
                          <a:cs typeface="Arial"/>
                        </a:rPr>
                        <a:t> </a:t>
                      </a:r>
                      <a:r>
                        <a:rPr sz="1200" dirty="0">
                          <a:solidFill>
                            <a:srgbClr val="1A232D"/>
                          </a:solidFill>
                          <a:latin typeface="Arial"/>
                          <a:cs typeface="Arial"/>
                        </a:rPr>
                        <a:t>the  pages of the</a:t>
                      </a:r>
                      <a:r>
                        <a:rPr sz="1200" spc="-70" dirty="0">
                          <a:solidFill>
                            <a:srgbClr val="1A232D"/>
                          </a:solidFill>
                          <a:latin typeface="Arial"/>
                          <a:cs typeface="Arial"/>
                        </a:rPr>
                        <a:t> </a:t>
                      </a:r>
                      <a:r>
                        <a:rPr sz="1200" spc="-5" dirty="0">
                          <a:solidFill>
                            <a:srgbClr val="1A232D"/>
                          </a:solidFill>
                          <a:latin typeface="Arial"/>
                          <a:cs typeface="Arial"/>
                        </a:rPr>
                        <a:t>website.</a:t>
                      </a:r>
                      <a:endParaRPr sz="1200" dirty="0">
                        <a:latin typeface="Arial"/>
                        <a:cs typeface="Arial"/>
                      </a:endParaRPr>
                    </a:p>
                  </a:txBody>
                  <a:tcPr marL="0" marR="0" marT="635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35" marR="259079" algn="ctr">
                        <a:lnSpc>
                          <a:spcPct val="114999"/>
                        </a:lnSpc>
                        <a:spcBef>
                          <a:spcPts val="770"/>
                        </a:spcBef>
                      </a:pPr>
                      <a:r>
                        <a:rPr sz="1200" dirty="0" smtClean="0">
                          <a:solidFill>
                            <a:srgbClr val="1A232D"/>
                          </a:solidFill>
                          <a:latin typeface="Arial"/>
                          <a:cs typeface="Arial"/>
                        </a:rPr>
                        <a:t>Better </a:t>
                      </a:r>
                      <a:r>
                        <a:rPr sz="1200" dirty="0">
                          <a:solidFill>
                            <a:srgbClr val="1A232D"/>
                          </a:solidFill>
                          <a:latin typeface="Arial"/>
                          <a:cs typeface="Arial"/>
                        </a:rPr>
                        <a:t>search </a:t>
                      </a:r>
                      <a:r>
                        <a:rPr sz="1200" spc="-5" dirty="0">
                          <a:solidFill>
                            <a:srgbClr val="1A232D"/>
                          </a:solidFill>
                          <a:latin typeface="Arial"/>
                          <a:cs typeface="Arial"/>
                        </a:rPr>
                        <a:t>indexing, </a:t>
                      </a:r>
                      <a:r>
                        <a:rPr sz="1200" dirty="0">
                          <a:solidFill>
                            <a:srgbClr val="1A232D"/>
                          </a:solidFill>
                          <a:latin typeface="Arial"/>
                          <a:cs typeface="Arial"/>
                        </a:rPr>
                        <a:t>search</a:t>
                      </a:r>
                      <a:r>
                        <a:rPr sz="1200" spc="-150" dirty="0">
                          <a:solidFill>
                            <a:srgbClr val="1A232D"/>
                          </a:solidFill>
                          <a:latin typeface="Arial"/>
                          <a:cs typeface="Arial"/>
                        </a:rPr>
                        <a:t> </a:t>
                      </a:r>
                      <a:r>
                        <a:rPr sz="1200" dirty="0">
                          <a:solidFill>
                            <a:srgbClr val="1A232D"/>
                          </a:solidFill>
                          <a:latin typeface="Arial"/>
                          <a:cs typeface="Arial"/>
                        </a:rPr>
                        <a:t>engine  </a:t>
                      </a:r>
                      <a:r>
                        <a:rPr sz="1200" spc="-5" dirty="0">
                          <a:solidFill>
                            <a:srgbClr val="1A232D"/>
                          </a:solidFill>
                          <a:latin typeface="Arial"/>
                          <a:cs typeface="Arial"/>
                        </a:rPr>
                        <a:t>crawling </a:t>
                      </a:r>
                      <a:r>
                        <a:rPr sz="1200" dirty="0">
                          <a:solidFill>
                            <a:srgbClr val="1A232D"/>
                          </a:solidFill>
                          <a:latin typeface="Arial"/>
                          <a:cs typeface="Arial"/>
                        </a:rPr>
                        <a:t>and user</a:t>
                      </a:r>
                      <a:r>
                        <a:rPr sz="1200" spc="-65" dirty="0">
                          <a:solidFill>
                            <a:srgbClr val="1A232D"/>
                          </a:solidFill>
                          <a:latin typeface="Arial"/>
                          <a:cs typeface="Arial"/>
                        </a:rPr>
                        <a:t> </a:t>
                      </a:r>
                      <a:r>
                        <a:rPr sz="1200" dirty="0">
                          <a:solidFill>
                            <a:srgbClr val="1A232D"/>
                          </a:solidFill>
                          <a:latin typeface="Arial"/>
                          <a:cs typeface="Arial"/>
                        </a:rPr>
                        <a:t>access.</a:t>
                      </a:r>
                      <a:endParaRPr sz="1200" dirty="0">
                        <a:latin typeface="Arial"/>
                        <a:cs typeface="Arial"/>
                      </a:endParaRPr>
                    </a:p>
                  </a:txBody>
                  <a:tcPr marL="0" marR="0" marT="9779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r h="1187808">
                <a:tc>
                  <a:txBody>
                    <a:bodyPr/>
                    <a:lstStyle/>
                    <a:p>
                      <a:pPr>
                        <a:lnSpc>
                          <a:spcPct val="100000"/>
                        </a:lnSpc>
                      </a:pPr>
                      <a:endParaRPr sz="900" dirty="0" smtClean="0">
                        <a:latin typeface="Times New Roman"/>
                        <a:cs typeface="Times New Roman"/>
                      </a:endParaRPr>
                    </a:p>
                    <a:p>
                      <a:pPr>
                        <a:lnSpc>
                          <a:spcPct val="100000"/>
                        </a:lnSpc>
                      </a:pPr>
                      <a:endParaRPr sz="900" dirty="0" smtClean="0">
                        <a:latin typeface="Times New Roman"/>
                        <a:cs typeface="Times New Roman"/>
                      </a:endParaRPr>
                    </a:p>
                    <a:p>
                      <a:pPr>
                        <a:lnSpc>
                          <a:spcPct val="100000"/>
                        </a:lnSpc>
                      </a:pPr>
                      <a:endParaRPr sz="900" dirty="0" smtClean="0">
                        <a:latin typeface="Times New Roman"/>
                        <a:cs typeface="Times New Roman"/>
                      </a:endParaRPr>
                    </a:p>
                    <a:p>
                      <a:pPr>
                        <a:lnSpc>
                          <a:spcPct val="100000"/>
                        </a:lnSpc>
                      </a:pPr>
                      <a:endParaRPr sz="900" dirty="0" smtClean="0">
                        <a:latin typeface="Times New Roman"/>
                        <a:cs typeface="Times New Roman"/>
                      </a:endParaRPr>
                    </a:p>
                    <a:p>
                      <a:pPr algn="ctr">
                        <a:lnSpc>
                          <a:spcPct val="100000"/>
                        </a:lnSpc>
                        <a:spcBef>
                          <a:spcPts val="615"/>
                        </a:spcBef>
                      </a:pPr>
                      <a:r>
                        <a:rPr lang="en-US" sz="800" b="1" dirty="0" smtClean="0">
                          <a:solidFill>
                            <a:srgbClr val="1A232D"/>
                          </a:solidFill>
                          <a:latin typeface="Arial"/>
                          <a:cs typeface="Arial"/>
                        </a:rPr>
                        <a:t>2</a:t>
                      </a:r>
                      <a:endParaRPr sz="800" dirty="0">
                        <a:latin typeface="Arial"/>
                        <a:cs typeface="Arial"/>
                      </a:endParaRPr>
                    </a:p>
                  </a:txBody>
                  <a:tcPr marL="0" marR="0" marT="0" marB="0">
                    <a:lnL w="12700">
                      <a:solidFill>
                        <a:srgbClr val="CF4817"/>
                      </a:solidFill>
                      <a:prstDash val="solid"/>
                    </a:lnL>
                    <a:lnR w="12700" cap="flat" cmpd="sng" algn="ctr">
                      <a:solidFill>
                        <a:srgbClr val="CF4817"/>
                      </a:solidFill>
                      <a:prstDash val="solid"/>
                      <a:round/>
                      <a:headEnd type="none" w="med" len="med"/>
                      <a:tailEnd type="none" w="med" len="med"/>
                    </a:lnR>
                    <a:lnT w="12700" cap="flat" cmpd="sng" algn="ctr">
                      <a:solidFill>
                        <a:srgbClr val="CF4817"/>
                      </a:solidFill>
                      <a:prstDash val="solid"/>
                      <a:round/>
                      <a:headEnd type="none" w="med" len="med"/>
                      <a:tailEnd type="none" w="med" len="med"/>
                    </a:lnT>
                    <a:lnB w="12700">
                      <a:solidFill>
                        <a:srgbClr val="CF4817"/>
                      </a:solidFill>
                      <a:prstDash val="solid"/>
                    </a:lnB>
                    <a:solidFill>
                      <a:srgbClr val="ECCFCC"/>
                    </a:solidFill>
                  </a:tcPr>
                </a:tc>
                <a:tc>
                  <a:txBody>
                    <a:bodyPr/>
                    <a:lstStyle/>
                    <a:p>
                      <a:pPr marL="58419">
                        <a:lnSpc>
                          <a:spcPct val="100000"/>
                        </a:lnSpc>
                        <a:spcBef>
                          <a:spcPts val="55"/>
                        </a:spcBef>
                      </a:pPr>
                      <a:r>
                        <a:rPr sz="1200" spc="-5" dirty="0">
                          <a:solidFill>
                            <a:srgbClr val="1A232D"/>
                          </a:solidFill>
                          <a:latin typeface="Arial"/>
                          <a:cs typeface="Arial"/>
                        </a:rPr>
                        <a:t>Meta </a:t>
                      </a:r>
                      <a:r>
                        <a:rPr sz="1200" spc="-55" dirty="0">
                          <a:solidFill>
                            <a:srgbClr val="1A232D"/>
                          </a:solidFill>
                          <a:latin typeface="Arial"/>
                          <a:cs typeface="Arial"/>
                        </a:rPr>
                        <a:t>Tag </a:t>
                      </a:r>
                      <a:r>
                        <a:rPr sz="1200" dirty="0">
                          <a:solidFill>
                            <a:srgbClr val="1A232D"/>
                          </a:solidFill>
                          <a:latin typeface="Arial"/>
                          <a:cs typeface="Arial"/>
                        </a:rPr>
                        <a:t>Creation</a:t>
                      </a:r>
                      <a:r>
                        <a:rPr sz="1200" spc="-45" dirty="0">
                          <a:solidFill>
                            <a:srgbClr val="1A232D"/>
                          </a:solidFill>
                          <a:latin typeface="Arial"/>
                          <a:cs typeface="Arial"/>
                        </a:rPr>
                        <a:t> </a:t>
                      </a:r>
                      <a:r>
                        <a:rPr sz="1200" dirty="0">
                          <a:solidFill>
                            <a:srgbClr val="1A232D"/>
                          </a:solidFill>
                          <a:latin typeface="Arial"/>
                          <a:cs typeface="Arial"/>
                        </a:rPr>
                        <a:t>and</a:t>
                      </a:r>
                      <a:endParaRPr sz="1200" dirty="0">
                        <a:latin typeface="Arial"/>
                        <a:cs typeface="Arial"/>
                      </a:endParaRPr>
                    </a:p>
                    <a:p>
                      <a:pPr marL="58419" marR="662940">
                        <a:lnSpc>
                          <a:spcPts val="1930"/>
                        </a:lnSpc>
                        <a:spcBef>
                          <a:spcPts val="110"/>
                        </a:spcBef>
                      </a:pPr>
                      <a:r>
                        <a:rPr sz="1200" dirty="0">
                          <a:solidFill>
                            <a:srgbClr val="1A232D"/>
                          </a:solidFill>
                          <a:latin typeface="Arial"/>
                          <a:cs typeface="Arial"/>
                        </a:rPr>
                        <a:t>Submission (including</a:t>
                      </a:r>
                      <a:r>
                        <a:rPr sz="1200" spc="-145" dirty="0">
                          <a:solidFill>
                            <a:srgbClr val="1A232D"/>
                          </a:solidFill>
                          <a:latin typeface="Arial"/>
                          <a:cs typeface="Arial"/>
                        </a:rPr>
                        <a:t> </a:t>
                      </a:r>
                      <a:r>
                        <a:rPr sz="1200" dirty="0">
                          <a:solidFill>
                            <a:srgbClr val="1A232D"/>
                          </a:solidFill>
                          <a:latin typeface="Arial"/>
                          <a:cs typeface="Arial"/>
                        </a:rPr>
                        <a:t>title,  description and</a:t>
                      </a:r>
                      <a:r>
                        <a:rPr sz="1200" spc="-110" dirty="0">
                          <a:solidFill>
                            <a:srgbClr val="1A232D"/>
                          </a:solidFill>
                          <a:latin typeface="Arial"/>
                          <a:cs typeface="Arial"/>
                        </a:rPr>
                        <a:t> </a:t>
                      </a:r>
                      <a:r>
                        <a:rPr sz="1200" spc="-5" dirty="0">
                          <a:solidFill>
                            <a:srgbClr val="1A232D"/>
                          </a:solidFill>
                          <a:latin typeface="Arial"/>
                          <a:cs typeface="Arial"/>
                        </a:rPr>
                        <a:t>keywords)</a:t>
                      </a:r>
                      <a:endParaRPr sz="1200" dirty="0">
                        <a:latin typeface="Arial"/>
                        <a:cs typeface="Arial"/>
                      </a:endParaRPr>
                    </a:p>
                  </a:txBody>
                  <a:tcPr marL="0" marR="0" marT="6985" marB="0">
                    <a:lnL w="12700" cap="flat" cmpd="sng" algn="ctr">
                      <a:solidFill>
                        <a:srgbClr val="CF4817"/>
                      </a:solidFill>
                      <a:prstDash val="solid"/>
                      <a:round/>
                      <a:headEnd type="none" w="med" len="med"/>
                      <a:tailEnd type="none" w="med" len="med"/>
                    </a:lnL>
                    <a:lnR w="12700" cap="flat" cmpd="sng" algn="ctr">
                      <a:solidFill>
                        <a:srgbClr val="CF4817"/>
                      </a:solidFill>
                      <a:prstDash val="solid"/>
                      <a:round/>
                      <a:headEnd type="none" w="med" len="med"/>
                      <a:tailEnd type="none" w="med" len="med"/>
                    </a:lnR>
                    <a:lnT w="12700" cap="flat" cmpd="sng" algn="ctr">
                      <a:solidFill>
                        <a:srgbClr val="CF4817"/>
                      </a:solidFill>
                      <a:prstDash val="solid"/>
                      <a:round/>
                      <a:headEnd type="none" w="med" len="med"/>
                      <a:tailEnd type="none" w="med" len="med"/>
                    </a:lnT>
                    <a:lnB w="12700">
                      <a:solidFill>
                        <a:srgbClr val="CF4817"/>
                      </a:solidFill>
                      <a:prstDash val="solid"/>
                    </a:lnB>
                    <a:solidFill>
                      <a:srgbClr val="ECCFCC"/>
                    </a:solidFill>
                  </a:tcPr>
                </a:tc>
                <a:tc>
                  <a:txBody>
                    <a:bodyPr/>
                    <a:lstStyle/>
                    <a:p>
                      <a:pPr marL="59055">
                        <a:lnSpc>
                          <a:spcPct val="100000"/>
                        </a:lnSpc>
                        <a:spcBef>
                          <a:spcPts val="55"/>
                        </a:spcBef>
                      </a:pPr>
                      <a:r>
                        <a:rPr sz="1200" dirty="0">
                          <a:solidFill>
                            <a:srgbClr val="1A232D"/>
                          </a:solidFill>
                          <a:latin typeface="Arial"/>
                          <a:cs typeface="Arial"/>
                        </a:rPr>
                        <a:t>It includes the </a:t>
                      </a:r>
                      <a:r>
                        <a:rPr sz="1200" spc="-5" dirty="0">
                          <a:solidFill>
                            <a:srgbClr val="1A232D"/>
                          </a:solidFill>
                          <a:latin typeface="Arial"/>
                          <a:cs typeface="Arial"/>
                        </a:rPr>
                        <a:t>meta </a:t>
                      </a:r>
                      <a:r>
                        <a:rPr sz="1200" dirty="0">
                          <a:solidFill>
                            <a:srgbClr val="1A232D"/>
                          </a:solidFill>
                          <a:latin typeface="Arial"/>
                          <a:cs typeface="Arial"/>
                        </a:rPr>
                        <a:t>title tag, description</a:t>
                      </a:r>
                      <a:r>
                        <a:rPr sz="1200" spc="-225" dirty="0">
                          <a:solidFill>
                            <a:srgbClr val="1A232D"/>
                          </a:solidFill>
                          <a:latin typeface="Arial"/>
                          <a:cs typeface="Arial"/>
                        </a:rPr>
                        <a:t> </a:t>
                      </a:r>
                      <a:r>
                        <a:rPr sz="1200" dirty="0">
                          <a:solidFill>
                            <a:srgbClr val="1A232D"/>
                          </a:solidFill>
                          <a:latin typeface="Arial"/>
                          <a:cs typeface="Arial"/>
                        </a:rPr>
                        <a:t>tag</a:t>
                      </a:r>
                      <a:endParaRPr sz="1200" dirty="0">
                        <a:latin typeface="Arial"/>
                        <a:cs typeface="Arial"/>
                      </a:endParaRPr>
                    </a:p>
                    <a:p>
                      <a:pPr marL="59055" marR="184150">
                        <a:lnSpc>
                          <a:spcPct val="114999"/>
                        </a:lnSpc>
                      </a:pPr>
                      <a:r>
                        <a:rPr sz="1200" dirty="0">
                          <a:solidFill>
                            <a:srgbClr val="1A232D"/>
                          </a:solidFill>
                          <a:latin typeface="Arial"/>
                          <a:cs typeface="Arial"/>
                        </a:rPr>
                        <a:t>and </a:t>
                      </a:r>
                      <a:r>
                        <a:rPr sz="1200" spc="-5" dirty="0">
                          <a:solidFill>
                            <a:srgbClr val="1A232D"/>
                          </a:solidFill>
                          <a:latin typeface="Arial"/>
                          <a:cs typeface="Arial"/>
                        </a:rPr>
                        <a:t>keywords </a:t>
                      </a:r>
                      <a:r>
                        <a:rPr sz="1200" dirty="0">
                          <a:solidFill>
                            <a:srgbClr val="1A232D"/>
                          </a:solidFill>
                          <a:latin typeface="Arial"/>
                          <a:cs typeface="Arial"/>
                        </a:rPr>
                        <a:t>tag properly presenting the  page content or subject. These </a:t>
                      </a:r>
                      <a:r>
                        <a:rPr sz="1200" spc="-5" dirty="0">
                          <a:solidFill>
                            <a:srgbClr val="1A232D"/>
                          </a:solidFill>
                          <a:latin typeface="Arial"/>
                          <a:cs typeface="Arial"/>
                        </a:rPr>
                        <a:t>will </a:t>
                      </a:r>
                      <a:r>
                        <a:rPr sz="1200" dirty="0">
                          <a:solidFill>
                            <a:srgbClr val="1A232D"/>
                          </a:solidFill>
                          <a:latin typeface="Arial"/>
                          <a:cs typeface="Arial"/>
                        </a:rPr>
                        <a:t>be  reflecting outside the site/page and is</a:t>
                      </a:r>
                      <a:r>
                        <a:rPr sz="1200" spc="-240" dirty="0">
                          <a:solidFill>
                            <a:srgbClr val="1A232D"/>
                          </a:solidFill>
                          <a:latin typeface="Arial"/>
                          <a:cs typeface="Arial"/>
                        </a:rPr>
                        <a:t> </a:t>
                      </a:r>
                      <a:r>
                        <a:rPr sz="1200" dirty="0">
                          <a:solidFill>
                            <a:srgbClr val="1A232D"/>
                          </a:solidFill>
                          <a:latin typeface="Arial"/>
                          <a:cs typeface="Arial"/>
                        </a:rPr>
                        <a:t>only  for SEO </a:t>
                      </a:r>
                      <a:r>
                        <a:rPr sz="1200" spc="-5" dirty="0">
                          <a:solidFill>
                            <a:srgbClr val="1A232D"/>
                          </a:solidFill>
                          <a:latin typeface="Arial"/>
                          <a:cs typeface="Arial"/>
                        </a:rPr>
                        <a:t>perspective. </a:t>
                      </a:r>
                      <a:r>
                        <a:rPr sz="1200" dirty="0">
                          <a:solidFill>
                            <a:srgbClr val="1A232D"/>
                          </a:solidFill>
                          <a:latin typeface="Arial"/>
                          <a:cs typeface="Arial"/>
                        </a:rPr>
                        <a:t>It </a:t>
                      </a:r>
                      <a:r>
                        <a:rPr sz="1200" spc="-5" dirty="0">
                          <a:solidFill>
                            <a:srgbClr val="1A232D"/>
                          </a:solidFill>
                          <a:latin typeface="Arial"/>
                          <a:cs typeface="Arial"/>
                        </a:rPr>
                        <a:t>will </a:t>
                      </a:r>
                      <a:r>
                        <a:rPr sz="1200" dirty="0">
                          <a:solidFill>
                            <a:srgbClr val="1A232D"/>
                          </a:solidFill>
                          <a:latin typeface="Arial"/>
                          <a:cs typeface="Arial"/>
                        </a:rPr>
                        <a:t>be done for all  the important pages in the</a:t>
                      </a:r>
                      <a:r>
                        <a:rPr sz="1200" spc="-145" dirty="0">
                          <a:solidFill>
                            <a:srgbClr val="1A232D"/>
                          </a:solidFill>
                          <a:latin typeface="Arial"/>
                          <a:cs typeface="Arial"/>
                        </a:rPr>
                        <a:t> </a:t>
                      </a:r>
                      <a:r>
                        <a:rPr sz="1200" dirty="0">
                          <a:solidFill>
                            <a:srgbClr val="1A232D"/>
                          </a:solidFill>
                          <a:latin typeface="Arial"/>
                          <a:cs typeface="Arial"/>
                        </a:rPr>
                        <a:t>site.</a:t>
                      </a:r>
                      <a:endParaRPr sz="1200" dirty="0">
                        <a:latin typeface="Arial"/>
                        <a:cs typeface="Arial"/>
                      </a:endParaRPr>
                    </a:p>
                  </a:txBody>
                  <a:tcPr marL="0" marR="0" marT="6985" marB="0">
                    <a:lnL w="12700" cap="flat" cmpd="sng" algn="ctr">
                      <a:solidFill>
                        <a:srgbClr val="CF4817"/>
                      </a:solidFill>
                      <a:prstDash val="solid"/>
                      <a:round/>
                      <a:headEnd type="none" w="med" len="med"/>
                      <a:tailEnd type="none" w="med" len="med"/>
                    </a:lnL>
                    <a:lnR w="12700" cap="flat" cmpd="sng" algn="ctr">
                      <a:solidFill>
                        <a:srgbClr val="CF4817"/>
                      </a:solidFill>
                      <a:prstDash val="solid"/>
                      <a:round/>
                      <a:headEnd type="none" w="med" len="med"/>
                      <a:tailEnd type="none" w="med" len="med"/>
                    </a:lnR>
                    <a:lnT w="12700" cap="flat" cmpd="sng" algn="ctr">
                      <a:solidFill>
                        <a:srgbClr val="CF4817"/>
                      </a:solidFill>
                      <a:prstDash val="solid"/>
                      <a:round/>
                      <a:headEnd type="none" w="med" len="med"/>
                      <a:tailEnd type="none" w="med" len="med"/>
                    </a:lnT>
                    <a:lnB w="12700">
                      <a:solidFill>
                        <a:srgbClr val="CF4817"/>
                      </a:solidFill>
                      <a:prstDash val="solid"/>
                    </a:lnB>
                    <a:solidFill>
                      <a:srgbClr val="ECCFCC"/>
                    </a:solidFill>
                  </a:tcPr>
                </a:tc>
                <a:tc>
                  <a:txBody>
                    <a:bodyPr/>
                    <a:lstStyle/>
                    <a:p>
                      <a:pPr algn="ctr">
                        <a:lnSpc>
                          <a:spcPct val="100000"/>
                        </a:lnSpc>
                        <a:spcBef>
                          <a:spcPts val="10"/>
                        </a:spcBef>
                      </a:pPr>
                      <a:endParaRPr sz="1400" dirty="0">
                        <a:latin typeface="Times New Roman"/>
                        <a:cs typeface="Times New Roman"/>
                      </a:endParaRPr>
                    </a:p>
                    <a:p>
                      <a:pPr marL="635" marR="4445" algn="ctr">
                        <a:lnSpc>
                          <a:spcPct val="114999"/>
                        </a:lnSpc>
                      </a:pPr>
                      <a:r>
                        <a:rPr sz="1200" spc="-5" dirty="0">
                          <a:solidFill>
                            <a:srgbClr val="1A232D"/>
                          </a:solidFill>
                          <a:latin typeface="Arial"/>
                          <a:cs typeface="Arial"/>
                        </a:rPr>
                        <a:t>Important </a:t>
                      </a:r>
                      <a:r>
                        <a:rPr sz="1200" dirty="0">
                          <a:solidFill>
                            <a:srgbClr val="1A232D"/>
                          </a:solidFill>
                          <a:latin typeface="Arial"/>
                          <a:cs typeface="Arial"/>
                        </a:rPr>
                        <a:t>for creating ad-copies and</a:t>
                      </a:r>
                      <a:r>
                        <a:rPr sz="1200" spc="-180" dirty="0">
                          <a:solidFill>
                            <a:srgbClr val="1A232D"/>
                          </a:solidFill>
                          <a:latin typeface="Arial"/>
                          <a:cs typeface="Arial"/>
                        </a:rPr>
                        <a:t> </a:t>
                      </a:r>
                      <a:r>
                        <a:rPr sz="1200" dirty="0">
                          <a:solidFill>
                            <a:srgbClr val="1A232D"/>
                          </a:solidFill>
                          <a:latin typeface="Arial"/>
                          <a:cs typeface="Arial"/>
                        </a:rPr>
                        <a:t>thus  making better Search </a:t>
                      </a:r>
                      <a:r>
                        <a:rPr sz="1200" spc="-5" dirty="0">
                          <a:solidFill>
                            <a:srgbClr val="1A232D"/>
                          </a:solidFill>
                          <a:latin typeface="Arial"/>
                          <a:cs typeface="Arial"/>
                        </a:rPr>
                        <a:t>advertising. </a:t>
                      </a:r>
                      <a:r>
                        <a:rPr sz="1200" dirty="0">
                          <a:solidFill>
                            <a:srgbClr val="1A232D"/>
                          </a:solidFill>
                          <a:latin typeface="Arial"/>
                          <a:cs typeface="Arial"/>
                        </a:rPr>
                        <a:t>It is a  great factor getting search engine  ranking and </a:t>
                      </a:r>
                      <a:r>
                        <a:rPr sz="1200" spc="-5" dirty="0">
                          <a:solidFill>
                            <a:srgbClr val="1A232D"/>
                          </a:solidFill>
                          <a:latin typeface="Arial"/>
                          <a:cs typeface="Arial"/>
                        </a:rPr>
                        <a:t>attracting</a:t>
                      </a:r>
                      <a:r>
                        <a:rPr sz="1200" spc="-95" dirty="0">
                          <a:solidFill>
                            <a:srgbClr val="1A232D"/>
                          </a:solidFill>
                          <a:latin typeface="Arial"/>
                          <a:cs typeface="Arial"/>
                        </a:rPr>
                        <a:t> </a:t>
                      </a:r>
                      <a:r>
                        <a:rPr sz="1200" spc="-5" dirty="0">
                          <a:solidFill>
                            <a:srgbClr val="1A232D"/>
                          </a:solidFill>
                          <a:latin typeface="Arial"/>
                          <a:cs typeface="Arial"/>
                        </a:rPr>
                        <a:t>visitors.</a:t>
                      </a:r>
                      <a:endParaRPr sz="1200" dirty="0">
                        <a:latin typeface="Arial"/>
                        <a:cs typeface="Arial"/>
                      </a:endParaRPr>
                    </a:p>
                  </a:txBody>
                  <a:tcPr marL="0" marR="0" marT="1270" marB="0">
                    <a:lnL w="12700" cap="flat" cmpd="sng" algn="ctr">
                      <a:solidFill>
                        <a:srgbClr val="CF4817"/>
                      </a:solidFill>
                      <a:prstDash val="solid"/>
                      <a:round/>
                      <a:headEnd type="none" w="med" len="med"/>
                      <a:tailEnd type="none" w="med" len="med"/>
                    </a:lnL>
                    <a:lnR w="12700">
                      <a:solidFill>
                        <a:srgbClr val="CF4817"/>
                      </a:solidFill>
                      <a:prstDash val="solid"/>
                    </a:lnR>
                    <a:lnT w="12700" cap="flat" cmpd="sng" algn="ctr">
                      <a:solidFill>
                        <a:srgbClr val="CF4817"/>
                      </a:solidFill>
                      <a:prstDash val="solid"/>
                      <a:round/>
                      <a:headEnd type="none" w="med" len="med"/>
                      <a:tailEnd type="none" w="med" len="med"/>
                    </a:lnT>
                    <a:lnB w="12700">
                      <a:solidFill>
                        <a:srgbClr val="CF4817"/>
                      </a:solidFill>
                      <a:prstDash val="solid"/>
                    </a:lnB>
                    <a:solidFill>
                      <a:srgbClr val="ECCFCC"/>
                    </a:solidFill>
                  </a:tcPr>
                </a:tc>
              </a:tr>
              <a:tr h="785965">
                <a:tc>
                  <a:txBody>
                    <a:bodyPr/>
                    <a:lstStyle/>
                    <a:p>
                      <a:pPr>
                        <a:lnSpc>
                          <a:spcPct val="100000"/>
                        </a:lnSpc>
                      </a:pPr>
                      <a:endParaRPr sz="900" dirty="0">
                        <a:latin typeface="Times New Roman"/>
                        <a:cs typeface="Times New Roman"/>
                      </a:endParaRPr>
                    </a:p>
                    <a:p>
                      <a:pPr>
                        <a:lnSpc>
                          <a:spcPct val="100000"/>
                        </a:lnSpc>
                      </a:pPr>
                      <a:endParaRPr sz="900" dirty="0">
                        <a:latin typeface="Times New Roman"/>
                        <a:cs typeface="Times New Roman"/>
                      </a:endParaRPr>
                    </a:p>
                    <a:p>
                      <a:pPr>
                        <a:lnSpc>
                          <a:spcPct val="100000"/>
                        </a:lnSpc>
                        <a:spcBef>
                          <a:spcPts val="10"/>
                        </a:spcBef>
                      </a:pPr>
                      <a:endParaRPr sz="800" dirty="0">
                        <a:latin typeface="Times New Roman"/>
                        <a:cs typeface="Times New Roman"/>
                      </a:endParaRPr>
                    </a:p>
                    <a:p>
                      <a:pPr algn="ctr">
                        <a:lnSpc>
                          <a:spcPct val="100000"/>
                        </a:lnSpc>
                      </a:pPr>
                      <a:r>
                        <a:rPr lang="en-US" sz="800" dirty="0" smtClean="0">
                          <a:latin typeface="Arial"/>
                          <a:cs typeface="Arial"/>
                        </a:rPr>
                        <a:t>3</a:t>
                      </a:r>
                      <a:endParaRPr sz="8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58419">
                        <a:lnSpc>
                          <a:spcPct val="100000"/>
                        </a:lnSpc>
                        <a:spcBef>
                          <a:spcPts val="60"/>
                        </a:spcBef>
                      </a:pPr>
                      <a:r>
                        <a:rPr sz="1200" dirty="0">
                          <a:solidFill>
                            <a:srgbClr val="1A232D"/>
                          </a:solidFill>
                          <a:latin typeface="Arial"/>
                          <a:cs typeface="Arial"/>
                        </a:rPr>
                        <a:t>Alt Image </a:t>
                      </a:r>
                      <a:r>
                        <a:rPr sz="1200" spc="-55" dirty="0">
                          <a:solidFill>
                            <a:srgbClr val="1A232D"/>
                          </a:solidFill>
                          <a:latin typeface="Arial"/>
                          <a:cs typeface="Arial"/>
                        </a:rPr>
                        <a:t>Tag</a:t>
                      </a:r>
                      <a:r>
                        <a:rPr sz="1200" spc="-95" dirty="0">
                          <a:solidFill>
                            <a:srgbClr val="1A232D"/>
                          </a:solidFill>
                          <a:latin typeface="Arial"/>
                          <a:cs typeface="Arial"/>
                        </a:rPr>
                        <a:t> </a:t>
                      </a:r>
                      <a:r>
                        <a:rPr sz="1200" dirty="0">
                          <a:solidFill>
                            <a:srgbClr val="1A232D"/>
                          </a:solidFill>
                          <a:latin typeface="Arial"/>
                          <a:cs typeface="Arial"/>
                        </a:rPr>
                        <a:t>Optimization</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59055" marR="228600">
                        <a:lnSpc>
                          <a:spcPct val="114999"/>
                        </a:lnSpc>
                        <a:spcBef>
                          <a:spcPts val="775"/>
                        </a:spcBef>
                      </a:pPr>
                      <a:r>
                        <a:rPr sz="1200" dirty="0">
                          <a:solidFill>
                            <a:srgbClr val="1A232D"/>
                          </a:solidFill>
                          <a:latin typeface="Arial"/>
                          <a:cs typeface="Arial"/>
                        </a:rPr>
                        <a:t>It is a </a:t>
                      </a:r>
                      <a:r>
                        <a:rPr sz="1200" spc="-5" dirty="0">
                          <a:solidFill>
                            <a:srgbClr val="1A232D"/>
                          </a:solidFill>
                          <a:latin typeface="Arial"/>
                          <a:cs typeface="Arial"/>
                        </a:rPr>
                        <a:t>Keyword </a:t>
                      </a:r>
                      <a:r>
                        <a:rPr sz="1200" dirty="0">
                          <a:solidFill>
                            <a:srgbClr val="1A232D"/>
                          </a:solidFill>
                          <a:latin typeface="Arial"/>
                          <a:cs typeface="Arial"/>
                        </a:rPr>
                        <a:t>describing the particular  image </a:t>
                      </a:r>
                      <a:r>
                        <a:rPr sz="1200" spc="-15" dirty="0">
                          <a:solidFill>
                            <a:srgbClr val="1A232D"/>
                          </a:solidFill>
                          <a:latin typeface="Arial"/>
                          <a:cs typeface="Arial"/>
                        </a:rPr>
                        <a:t>correctly. </a:t>
                      </a:r>
                      <a:r>
                        <a:rPr sz="1200" spc="-5" dirty="0">
                          <a:solidFill>
                            <a:srgbClr val="1A232D"/>
                          </a:solidFill>
                          <a:latin typeface="Arial"/>
                          <a:cs typeface="Arial"/>
                        </a:rPr>
                        <a:t>The work will </a:t>
                      </a:r>
                      <a:r>
                        <a:rPr sz="1200" dirty="0">
                          <a:solidFill>
                            <a:srgbClr val="1A232D"/>
                          </a:solidFill>
                          <a:latin typeface="Arial"/>
                          <a:cs typeface="Arial"/>
                        </a:rPr>
                        <a:t>be done</a:t>
                      </a:r>
                      <a:r>
                        <a:rPr sz="1200" spc="-114" dirty="0">
                          <a:solidFill>
                            <a:srgbClr val="1A232D"/>
                          </a:solidFill>
                          <a:latin typeface="Arial"/>
                          <a:cs typeface="Arial"/>
                        </a:rPr>
                        <a:t> </a:t>
                      </a:r>
                      <a:r>
                        <a:rPr sz="1200" dirty="0">
                          <a:solidFill>
                            <a:srgbClr val="1A232D"/>
                          </a:solidFill>
                          <a:latin typeface="Arial"/>
                          <a:cs typeface="Arial"/>
                        </a:rPr>
                        <a:t>for  all the important images in the</a:t>
                      </a:r>
                      <a:r>
                        <a:rPr sz="1200" spc="-155" dirty="0">
                          <a:solidFill>
                            <a:srgbClr val="1A232D"/>
                          </a:solidFill>
                          <a:latin typeface="Arial"/>
                          <a:cs typeface="Arial"/>
                        </a:rPr>
                        <a:t> </a:t>
                      </a:r>
                      <a:r>
                        <a:rPr sz="1200" dirty="0">
                          <a:solidFill>
                            <a:srgbClr val="1A232D"/>
                          </a:solidFill>
                          <a:latin typeface="Arial"/>
                          <a:cs typeface="Arial"/>
                        </a:rPr>
                        <a:t>site.</a:t>
                      </a:r>
                      <a:endParaRPr sz="1200" dirty="0">
                        <a:latin typeface="Arial"/>
                        <a:cs typeface="Arial"/>
                      </a:endParaRPr>
                    </a:p>
                  </a:txBody>
                  <a:tcPr marL="0" marR="0" marT="9842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algn="ctr">
                        <a:lnSpc>
                          <a:spcPct val="100000"/>
                        </a:lnSpc>
                        <a:spcBef>
                          <a:spcPts val="60"/>
                        </a:spcBef>
                      </a:pPr>
                      <a:r>
                        <a:rPr sz="1200" spc="-5" dirty="0">
                          <a:solidFill>
                            <a:srgbClr val="1A232D"/>
                          </a:solidFill>
                          <a:latin typeface="Arial"/>
                          <a:cs typeface="Arial"/>
                        </a:rPr>
                        <a:t>This identification </a:t>
                      </a:r>
                      <a:r>
                        <a:rPr sz="1200" dirty="0">
                          <a:solidFill>
                            <a:srgbClr val="1A232D"/>
                          </a:solidFill>
                          <a:latin typeface="Arial"/>
                          <a:cs typeface="Arial"/>
                        </a:rPr>
                        <a:t>of images</a:t>
                      </a:r>
                      <a:r>
                        <a:rPr sz="1200" spc="-85" dirty="0">
                          <a:solidFill>
                            <a:srgbClr val="1A232D"/>
                          </a:solidFill>
                          <a:latin typeface="Arial"/>
                          <a:cs typeface="Arial"/>
                        </a:rPr>
                        <a:t> </a:t>
                      </a:r>
                      <a:r>
                        <a:rPr sz="1200" dirty="0">
                          <a:solidFill>
                            <a:srgbClr val="1A232D"/>
                          </a:solidFill>
                          <a:latin typeface="Arial"/>
                          <a:cs typeface="Arial"/>
                        </a:rPr>
                        <a:t>through</a:t>
                      </a:r>
                      <a:endParaRPr sz="1200" dirty="0">
                        <a:latin typeface="Arial"/>
                        <a:cs typeface="Arial"/>
                      </a:endParaRPr>
                    </a:p>
                    <a:p>
                      <a:pPr marL="635" marR="158750" algn="ctr">
                        <a:lnSpc>
                          <a:spcPts val="1930"/>
                        </a:lnSpc>
                        <a:spcBef>
                          <a:spcPts val="105"/>
                        </a:spcBef>
                      </a:pPr>
                      <a:r>
                        <a:rPr sz="1200" dirty="0">
                          <a:solidFill>
                            <a:srgbClr val="1A232D"/>
                          </a:solidFill>
                          <a:latin typeface="Arial"/>
                          <a:cs typeface="Arial"/>
                        </a:rPr>
                        <a:t>important </a:t>
                      </a:r>
                      <a:r>
                        <a:rPr sz="1200" spc="-5" dirty="0">
                          <a:solidFill>
                            <a:srgbClr val="1A232D"/>
                          </a:solidFill>
                          <a:latin typeface="Arial"/>
                          <a:cs typeface="Arial"/>
                        </a:rPr>
                        <a:t>keywords </a:t>
                      </a:r>
                      <a:r>
                        <a:rPr sz="1200" dirty="0">
                          <a:solidFill>
                            <a:srgbClr val="1A232D"/>
                          </a:solidFill>
                          <a:latin typeface="Arial"/>
                          <a:cs typeface="Arial"/>
                        </a:rPr>
                        <a:t>helps to index the  site quickly as </a:t>
                      </a:r>
                      <a:r>
                        <a:rPr sz="1200" spc="-5" dirty="0">
                          <a:solidFill>
                            <a:srgbClr val="1A232D"/>
                          </a:solidFill>
                          <a:latin typeface="Arial"/>
                          <a:cs typeface="Arial"/>
                        </a:rPr>
                        <a:t>well </a:t>
                      </a:r>
                      <a:r>
                        <a:rPr sz="1200" dirty="0">
                          <a:solidFill>
                            <a:srgbClr val="1A232D"/>
                          </a:solidFill>
                          <a:latin typeface="Arial"/>
                          <a:cs typeface="Arial"/>
                        </a:rPr>
                        <a:t>as increase</a:t>
                      </a:r>
                      <a:r>
                        <a:rPr sz="1200" spc="-130" dirty="0">
                          <a:solidFill>
                            <a:srgbClr val="1A232D"/>
                          </a:solidFill>
                          <a:latin typeface="Arial"/>
                          <a:cs typeface="Arial"/>
                        </a:rPr>
                        <a:t> </a:t>
                      </a:r>
                      <a:r>
                        <a:rPr sz="1200" spc="-5" dirty="0">
                          <a:solidFill>
                            <a:srgbClr val="1A232D"/>
                          </a:solidFill>
                          <a:latin typeface="Arial"/>
                          <a:cs typeface="Arial"/>
                        </a:rPr>
                        <a:t>visibility  </a:t>
                      </a:r>
                      <a:r>
                        <a:rPr sz="1200" dirty="0">
                          <a:solidFill>
                            <a:srgbClr val="1A232D"/>
                          </a:solidFill>
                          <a:latin typeface="Arial"/>
                          <a:cs typeface="Arial"/>
                        </a:rPr>
                        <a:t>and</a:t>
                      </a:r>
                      <a:r>
                        <a:rPr sz="1200" spc="-25" dirty="0">
                          <a:solidFill>
                            <a:srgbClr val="1A232D"/>
                          </a:solidFill>
                          <a:latin typeface="Arial"/>
                          <a:cs typeface="Arial"/>
                        </a:rPr>
                        <a:t> </a:t>
                      </a:r>
                      <a:r>
                        <a:rPr sz="1200" spc="-5" dirty="0">
                          <a:solidFill>
                            <a:srgbClr val="1A232D"/>
                          </a:solidFill>
                          <a:latin typeface="Arial"/>
                          <a:cs typeface="Arial"/>
                        </a:rPr>
                        <a:t>traffic.</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800559">
                <a:tc>
                  <a:txBody>
                    <a:bodyPr/>
                    <a:lstStyle/>
                    <a:p>
                      <a:pPr>
                        <a:lnSpc>
                          <a:spcPct val="100000"/>
                        </a:lnSpc>
                      </a:pPr>
                      <a:endParaRPr sz="900" dirty="0">
                        <a:latin typeface="Times New Roman"/>
                        <a:cs typeface="Times New Roman"/>
                      </a:endParaRPr>
                    </a:p>
                    <a:p>
                      <a:pPr>
                        <a:lnSpc>
                          <a:spcPct val="100000"/>
                        </a:lnSpc>
                      </a:pPr>
                      <a:endParaRPr sz="900" dirty="0">
                        <a:latin typeface="Times New Roman"/>
                        <a:cs typeface="Times New Roman"/>
                      </a:endParaRPr>
                    </a:p>
                    <a:p>
                      <a:pPr>
                        <a:lnSpc>
                          <a:spcPct val="100000"/>
                        </a:lnSpc>
                        <a:spcBef>
                          <a:spcPts val="10"/>
                        </a:spcBef>
                      </a:pPr>
                      <a:endParaRPr sz="800" dirty="0">
                        <a:latin typeface="Times New Roman"/>
                        <a:cs typeface="Times New Roman"/>
                      </a:endParaRPr>
                    </a:p>
                    <a:p>
                      <a:pPr algn="ctr">
                        <a:lnSpc>
                          <a:spcPct val="100000"/>
                        </a:lnSpc>
                      </a:pPr>
                      <a:r>
                        <a:rPr lang="en-US" sz="800" dirty="0" smtClean="0">
                          <a:latin typeface="Arial"/>
                          <a:cs typeface="Arial"/>
                        </a:rPr>
                        <a:t>4</a:t>
                      </a:r>
                      <a:endParaRPr sz="8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58419">
                        <a:lnSpc>
                          <a:spcPct val="100000"/>
                        </a:lnSpc>
                        <a:spcBef>
                          <a:spcPts val="60"/>
                        </a:spcBef>
                      </a:pPr>
                      <a:r>
                        <a:rPr sz="1200" spc="-5" dirty="0">
                          <a:solidFill>
                            <a:srgbClr val="1A232D"/>
                          </a:solidFill>
                          <a:latin typeface="Arial"/>
                          <a:cs typeface="Arial"/>
                        </a:rPr>
                        <a:t>H1 </a:t>
                      </a:r>
                      <a:r>
                        <a:rPr sz="1200" dirty="0">
                          <a:solidFill>
                            <a:srgbClr val="1A232D"/>
                          </a:solidFill>
                          <a:latin typeface="Arial"/>
                          <a:cs typeface="Arial"/>
                        </a:rPr>
                        <a:t>and </a:t>
                      </a:r>
                      <a:r>
                        <a:rPr sz="1200" spc="-5" dirty="0">
                          <a:solidFill>
                            <a:srgbClr val="1A232D"/>
                          </a:solidFill>
                          <a:latin typeface="Arial"/>
                          <a:cs typeface="Arial"/>
                        </a:rPr>
                        <a:t>H2 </a:t>
                      </a:r>
                      <a:r>
                        <a:rPr sz="1200" spc="-55" dirty="0">
                          <a:solidFill>
                            <a:srgbClr val="1A232D"/>
                          </a:solidFill>
                          <a:latin typeface="Arial"/>
                          <a:cs typeface="Arial"/>
                        </a:rPr>
                        <a:t>Tag</a:t>
                      </a:r>
                      <a:r>
                        <a:rPr sz="1200" spc="-80" dirty="0">
                          <a:solidFill>
                            <a:srgbClr val="1A232D"/>
                          </a:solidFill>
                          <a:latin typeface="Arial"/>
                          <a:cs typeface="Arial"/>
                        </a:rPr>
                        <a:t> </a:t>
                      </a:r>
                      <a:r>
                        <a:rPr sz="1200" dirty="0">
                          <a:solidFill>
                            <a:srgbClr val="1A232D"/>
                          </a:solidFill>
                          <a:latin typeface="Arial"/>
                          <a:cs typeface="Arial"/>
                        </a:rPr>
                        <a:t>Optimization</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59055">
                        <a:lnSpc>
                          <a:spcPct val="100000"/>
                        </a:lnSpc>
                        <a:spcBef>
                          <a:spcPts val="60"/>
                        </a:spcBef>
                      </a:pPr>
                      <a:r>
                        <a:rPr sz="1200" spc="-5" dirty="0">
                          <a:solidFill>
                            <a:srgbClr val="1A232D"/>
                          </a:solidFill>
                          <a:latin typeface="Arial"/>
                          <a:cs typeface="Arial"/>
                        </a:rPr>
                        <a:t>The </a:t>
                      </a:r>
                      <a:r>
                        <a:rPr sz="1200" dirty="0">
                          <a:solidFill>
                            <a:srgbClr val="1A232D"/>
                          </a:solidFill>
                          <a:latin typeface="Arial"/>
                          <a:cs typeface="Arial"/>
                        </a:rPr>
                        <a:t>Heading tag or subject line</a:t>
                      </a:r>
                      <a:r>
                        <a:rPr sz="1200" spc="-140" dirty="0">
                          <a:solidFill>
                            <a:srgbClr val="1A232D"/>
                          </a:solidFill>
                          <a:latin typeface="Arial"/>
                          <a:cs typeface="Arial"/>
                        </a:rPr>
                        <a:t> </a:t>
                      </a:r>
                      <a:r>
                        <a:rPr sz="1200" dirty="0">
                          <a:solidFill>
                            <a:srgbClr val="1A232D"/>
                          </a:solidFill>
                          <a:latin typeface="Arial"/>
                          <a:cs typeface="Arial"/>
                        </a:rPr>
                        <a:t>that</a:t>
                      </a:r>
                      <a:endParaRPr sz="1200" dirty="0">
                        <a:latin typeface="Arial"/>
                        <a:cs typeface="Arial"/>
                      </a:endParaRPr>
                    </a:p>
                    <a:p>
                      <a:pPr marL="59055">
                        <a:lnSpc>
                          <a:spcPct val="100000"/>
                        </a:lnSpc>
                        <a:spcBef>
                          <a:spcPts val="254"/>
                        </a:spcBef>
                      </a:pPr>
                      <a:r>
                        <a:rPr sz="1200" dirty="0">
                          <a:solidFill>
                            <a:srgbClr val="1A232D"/>
                          </a:solidFill>
                          <a:latin typeface="Arial"/>
                          <a:cs typeface="Arial"/>
                        </a:rPr>
                        <a:t>describes the page content in-front of</a:t>
                      </a:r>
                      <a:r>
                        <a:rPr sz="1200" spc="-210" dirty="0">
                          <a:solidFill>
                            <a:srgbClr val="1A232D"/>
                          </a:solidFill>
                          <a:latin typeface="Arial"/>
                          <a:cs typeface="Arial"/>
                        </a:rPr>
                        <a:t> </a:t>
                      </a:r>
                      <a:r>
                        <a:rPr sz="1200" dirty="0">
                          <a:solidFill>
                            <a:srgbClr val="1A232D"/>
                          </a:solidFill>
                          <a:latin typeface="Arial"/>
                          <a:cs typeface="Arial"/>
                        </a:rPr>
                        <a:t>the</a:t>
                      </a:r>
                      <a:endParaRPr sz="1200" dirty="0">
                        <a:latin typeface="Arial"/>
                        <a:cs typeface="Arial"/>
                      </a:endParaRPr>
                    </a:p>
                    <a:p>
                      <a:pPr marL="59055">
                        <a:lnSpc>
                          <a:spcPct val="100000"/>
                        </a:lnSpc>
                        <a:spcBef>
                          <a:spcPts val="250"/>
                        </a:spcBef>
                      </a:pPr>
                      <a:r>
                        <a:rPr sz="1200" dirty="0">
                          <a:solidFill>
                            <a:srgbClr val="1A232D"/>
                          </a:solidFill>
                          <a:latin typeface="Arial"/>
                          <a:cs typeface="Arial"/>
                        </a:rPr>
                        <a:t>users and Search engine </a:t>
                      </a:r>
                      <a:r>
                        <a:rPr sz="1200" spc="-10" dirty="0">
                          <a:solidFill>
                            <a:srgbClr val="1A232D"/>
                          </a:solidFill>
                          <a:latin typeface="Arial"/>
                          <a:cs typeface="Arial"/>
                        </a:rPr>
                        <a:t>spider. </a:t>
                      </a:r>
                      <a:r>
                        <a:rPr sz="1200" dirty="0">
                          <a:solidFill>
                            <a:srgbClr val="1A232D"/>
                          </a:solidFill>
                          <a:latin typeface="Arial"/>
                          <a:cs typeface="Arial"/>
                        </a:rPr>
                        <a:t>The</a:t>
                      </a:r>
                      <a:r>
                        <a:rPr sz="1200" spc="-225" dirty="0">
                          <a:solidFill>
                            <a:srgbClr val="1A232D"/>
                          </a:solidFill>
                          <a:latin typeface="Arial"/>
                          <a:cs typeface="Arial"/>
                        </a:rPr>
                        <a:t> </a:t>
                      </a:r>
                      <a:r>
                        <a:rPr sz="1200" spc="-5" dirty="0">
                          <a:solidFill>
                            <a:srgbClr val="1A232D"/>
                          </a:solidFill>
                          <a:latin typeface="Arial"/>
                          <a:cs typeface="Arial"/>
                        </a:rPr>
                        <a:t>work</a:t>
                      </a:r>
                      <a:endParaRPr sz="1200" dirty="0">
                        <a:latin typeface="Arial"/>
                        <a:cs typeface="Arial"/>
                      </a:endParaRPr>
                    </a:p>
                    <a:p>
                      <a:pPr marL="59055">
                        <a:lnSpc>
                          <a:spcPct val="100000"/>
                        </a:lnSpc>
                        <a:spcBef>
                          <a:spcPts val="254"/>
                        </a:spcBef>
                      </a:pPr>
                      <a:r>
                        <a:rPr sz="1200" spc="-5" dirty="0">
                          <a:solidFill>
                            <a:srgbClr val="1A232D"/>
                          </a:solidFill>
                          <a:latin typeface="Arial"/>
                          <a:cs typeface="Arial"/>
                        </a:rPr>
                        <a:t>will </a:t>
                      </a:r>
                      <a:r>
                        <a:rPr sz="1200" dirty="0">
                          <a:solidFill>
                            <a:srgbClr val="1A232D"/>
                          </a:solidFill>
                          <a:latin typeface="Arial"/>
                          <a:cs typeface="Arial"/>
                        </a:rPr>
                        <a:t>be done for </a:t>
                      </a:r>
                      <a:r>
                        <a:rPr sz="1200" spc="-5" dirty="0">
                          <a:solidFill>
                            <a:srgbClr val="1A232D"/>
                          </a:solidFill>
                          <a:latin typeface="Arial"/>
                          <a:cs typeface="Arial"/>
                        </a:rPr>
                        <a:t>every </a:t>
                      </a:r>
                      <a:r>
                        <a:rPr sz="1200" dirty="0">
                          <a:solidFill>
                            <a:srgbClr val="1A232D"/>
                          </a:solidFill>
                          <a:latin typeface="Arial"/>
                          <a:cs typeface="Arial"/>
                        </a:rPr>
                        <a:t>important</a:t>
                      </a:r>
                      <a:r>
                        <a:rPr sz="1200" spc="-110" dirty="0">
                          <a:solidFill>
                            <a:srgbClr val="1A232D"/>
                          </a:solidFill>
                          <a:latin typeface="Arial"/>
                          <a:cs typeface="Arial"/>
                        </a:rPr>
                        <a:t> </a:t>
                      </a:r>
                      <a:r>
                        <a:rPr sz="1200" dirty="0">
                          <a:solidFill>
                            <a:srgbClr val="1A232D"/>
                          </a:solidFill>
                          <a:latin typeface="Arial"/>
                          <a:cs typeface="Arial"/>
                        </a:rPr>
                        <a:t>page.</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35" marR="183515" algn="ctr">
                        <a:lnSpc>
                          <a:spcPct val="114999"/>
                        </a:lnSpc>
                        <a:spcBef>
                          <a:spcPts val="775"/>
                        </a:spcBef>
                      </a:pPr>
                      <a:r>
                        <a:rPr sz="1200" spc="-5" dirty="0">
                          <a:solidFill>
                            <a:srgbClr val="1A232D"/>
                          </a:solidFill>
                          <a:latin typeface="Arial"/>
                          <a:cs typeface="Arial"/>
                        </a:rPr>
                        <a:t>This </a:t>
                      </a:r>
                      <a:r>
                        <a:rPr sz="1200" dirty="0">
                          <a:solidFill>
                            <a:srgbClr val="1A232D"/>
                          </a:solidFill>
                          <a:latin typeface="Arial"/>
                          <a:cs typeface="Arial"/>
                        </a:rPr>
                        <a:t>is an important factor according</a:t>
                      </a:r>
                      <a:r>
                        <a:rPr sz="1200" spc="-220" dirty="0">
                          <a:solidFill>
                            <a:srgbClr val="1A232D"/>
                          </a:solidFill>
                          <a:latin typeface="Arial"/>
                          <a:cs typeface="Arial"/>
                        </a:rPr>
                        <a:t> </a:t>
                      </a:r>
                      <a:r>
                        <a:rPr sz="1200" dirty="0">
                          <a:solidFill>
                            <a:srgbClr val="1A232D"/>
                          </a:solidFill>
                          <a:latin typeface="Arial"/>
                          <a:cs typeface="Arial"/>
                        </a:rPr>
                        <a:t>to  Google and it directly increases the  </a:t>
                      </a:r>
                      <a:r>
                        <a:rPr sz="1200" spc="-5" dirty="0">
                          <a:solidFill>
                            <a:srgbClr val="1A232D"/>
                          </a:solidFill>
                          <a:latin typeface="Arial"/>
                          <a:cs typeface="Arial"/>
                        </a:rPr>
                        <a:t>keyword </a:t>
                      </a:r>
                      <a:r>
                        <a:rPr sz="1200" dirty="0">
                          <a:solidFill>
                            <a:srgbClr val="1A232D"/>
                          </a:solidFill>
                          <a:latin typeface="Arial"/>
                          <a:cs typeface="Arial"/>
                        </a:rPr>
                        <a:t>ranking.</a:t>
                      </a:r>
                      <a:endParaRPr sz="1200" dirty="0">
                        <a:latin typeface="Arial"/>
                        <a:cs typeface="Arial"/>
                      </a:endParaRPr>
                    </a:p>
                  </a:txBody>
                  <a:tcPr marL="0" marR="0" marT="9842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bl>
          </a:graphicData>
        </a:graphic>
      </p:graphicFrame>
    </p:spTree>
    <p:extLst>
      <p:ext uri="{BB962C8B-B14F-4D97-AF65-F5344CB8AC3E}">
        <p14:creationId xmlns:p14="http://schemas.microsoft.com/office/powerpoint/2010/main" val="39355987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Advanced On Page SEO </a:t>
            </a:r>
            <a:r>
              <a:rPr lang="en-US" sz="3200" dirty="0" smtClean="0">
                <a:latin typeface="Palatino Linotype" panose="02040502050505030304" pitchFamily="18" charset="0"/>
                <a:cs typeface="Calibri" pitchFamily="34" charset="0"/>
              </a:rPr>
              <a:t>Tactics</a:t>
            </a:r>
            <a:endParaRPr lang="en-US" sz="3200" dirty="0">
              <a:latin typeface="Palatino Linotype" panose="02040502050505030304" pitchFamily="18" charset="0"/>
              <a:cs typeface="Calibri" pitchFamily="34" charset="0"/>
            </a:endParaRPr>
          </a:p>
        </p:txBody>
      </p:sp>
      <p:sp>
        <p:nvSpPr>
          <p:cNvPr id="11" name="TextBox 10"/>
          <p:cNvSpPr txBox="1"/>
          <p:nvPr/>
        </p:nvSpPr>
        <p:spPr>
          <a:xfrm>
            <a:off x="1152939" y="1378226"/>
            <a:ext cx="8998226" cy="1477328"/>
          </a:xfrm>
          <a:prstGeom prst="rect">
            <a:avLst/>
          </a:prstGeom>
          <a:noFill/>
        </p:spPr>
        <p:txBody>
          <a:bodyPr wrap="square" rtlCol="0">
            <a:spAutoFit/>
          </a:bodyPr>
          <a:lstStyle/>
          <a:p>
            <a:r>
              <a:rPr lang="en-US" dirty="0" smtClean="0"/>
              <a:t>Based On an Initial Audit of your Website we have created the following On Page SEO Workflow to be Implemented to the Website.</a:t>
            </a:r>
          </a:p>
          <a:p>
            <a:endParaRPr lang="en-US" dirty="0"/>
          </a:p>
          <a:p>
            <a:r>
              <a:rPr lang="en-US" dirty="0" smtClean="0"/>
              <a:t>As per the Keyword research each page of the website will be checked and verified with the best SEO Standards. Here is a detailed workflow.</a:t>
            </a:r>
            <a:endParaRPr lang="en-IN" dirty="0"/>
          </a:p>
        </p:txBody>
      </p:sp>
      <p:graphicFrame>
        <p:nvGraphicFramePr>
          <p:cNvPr id="12" name="object 2"/>
          <p:cNvGraphicFramePr>
            <a:graphicFrameLocks noGrp="1"/>
          </p:cNvGraphicFramePr>
          <p:nvPr>
            <p:extLst/>
          </p:nvPr>
        </p:nvGraphicFramePr>
        <p:xfrm>
          <a:off x="1281168" y="3560344"/>
          <a:ext cx="8220642" cy="2726182"/>
        </p:xfrm>
        <a:graphic>
          <a:graphicData uri="http://schemas.openxmlformats.org/drawingml/2006/table">
            <a:tbl>
              <a:tblPr firstRow="1" bandRow="1">
                <a:tableStyleId>{2D5ABB26-0587-4C30-8999-92F81FD0307C}</a:tableStyleId>
              </a:tblPr>
              <a:tblGrid>
                <a:gridCol w="590264"/>
                <a:gridCol w="7630378"/>
              </a:tblGrid>
              <a:tr h="275880">
                <a:tc>
                  <a:txBody>
                    <a:bodyPr/>
                    <a:lstStyle/>
                    <a:p>
                      <a:pPr algn="ctr">
                        <a:lnSpc>
                          <a:spcPct val="100000"/>
                        </a:lnSpc>
                        <a:spcBef>
                          <a:spcPts val="370"/>
                        </a:spcBef>
                      </a:pPr>
                      <a:r>
                        <a:rPr sz="1800" b="1" spc="-5" dirty="0">
                          <a:solidFill>
                            <a:srgbClr val="1A232D"/>
                          </a:solidFill>
                          <a:latin typeface="Arial"/>
                          <a:cs typeface="Arial"/>
                        </a:rPr>
                        <a:t>SL</a:t>
                      </a:r>
                      <a:endParaRPr sz="1800" dirty="0">
                        <a:latin typeface="Arial"/>
                        <a:cs typeface="Arial"/>
                      </a:endParaRPr>
                    </a:p>
                  </a:txBody>
                  <a:tcPr marL="0" marR="0" marT="4699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algn="ctr">
                        <a:lnSpc>
                          <a:spcPct val="100000"/>
                        </a:lnSpc>
                        <a:spcBef>
                          <a:spcPts val="370"/>
                        </a:spcBef>
                      </a:pPr>
                      <a:r>
                        <a:rPr sz="1800" b="1" spc="-10" dirty="0">
                          <a:solidFill>
                            <a:srgbClr val="1A232D"/>
                          </a:solidFill>
                          <a:latin typeface="Arial"/>
                          <a:cs typeface="Arial"/>
                        </a:rPr>
                        <a:t>Activities</a:t>
                      </a:r>
                      <a:endParaRPr sz="1800" dirty="0">
                        <a:latin typeface="Arial"/>
                        <a:cs typeface="Arial"/>
                      </a:endParaRPr>
                    </a:p>
                  </a:txBody>
                  <a:tcPr marL="0" marR="0" marT="4699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1941724">
                <a:tc>
                  <a:txBody>
                    <a:bodyPr/>
                    <a:lstStyle/>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spcBef>
                          <a:spcPts val="10"/>
                        </a:spcBef>
                      </a:pPr>
                      <a:endParaRPr sz="1550" dirty="0">
                        <a:latin typeface="Times New Roman"/>
                        <a:cs typeface="Times New Roman"/>
                      </a:endParaRPr>
                    </a:p>
                    <a:p>
                      <a:pPr marL="635" algn="ctr">
                        <a:lnSpc>
                          <a:spcPct val="100000"/>
                        </a:lnSpc>
                      </a:pPr>
                      <a:r>
                        <a:rPr sz="1000" b="1" dirty="0">
                          <a:solidFill>
                            <a:srgbClr val="1A232D"/>
                          </a:solidFill>
                          <a:latin typeface="Arial"/>
                          <a:cs typeface="Arial"/>
                        </a:rPr>
                        <a:t>1</a:t>
                      </a:r>
                      <a:endParaRPr sz="10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a:lnSpc>
                          <a:spcPct val="100000"/>
                        </a:lnSpc>
                      </a:pPr>
                      <a:endParaRPr sz="1500" dirty="0">
                        <a:latin typeface="Times New Roman"/>
                        <a:cs typeface="Times New Roman"/>
                      </a:endParaRPr>
                    </a:p>
                    <a:p>
                      <a:pPr>
                        <a:lnSpc>
                          <a:spcPct val="100000"/>
                        </a:lnSpc>
                        <a:spcBef>
                          <a:spcPts val="40"/>
                        </a:spcBef>
                      </a:pPr>
                      <a:endParaRPr sz="1400" dirty="0">
                        <a:latin typeface="Times New Roman"/>
                        <a:cs typeface="Times New Roman"/>
                      </a:endParaRPr>
                    </a:p>
                    <a:p>
                      <a:pPr marL="68580" marR="59055" algn="just">
                        <a:lnSpc>
                          <a:spcPct val="114999"/>
                        </a:lnSpc>
                      </a:pPr>
                      <a:r>
                        <a:rPr sz="1400" spc="-20" dirty="0">
                          <a:solidFill>
                            <a:srgbClr val="1A232D"/>
                          </a:solidFill>
                          <a:latin typeface="Arial"/>
                          <a:cs typeface="Arial"/>
                        </a:rPr>
                        <a:t>Technical </a:t>
                      </a:r>
                      <a:r>
                        <a:rPr sz="1400" spc="-5" dirty="0">
                          <a:solidFill>
                            <a:srgbClr val="1A232D"/>
                          </a:solidFill>
                          <a:latin typeface="Arial"/>
                          <a:cs typeface="Arial"/>
                        </a:rPr>
                        <a:t>Audit will be done like checking website loading speed(mobile </a:t>
                      </a:r>
                      <a:r>
                        <a:rPr sz="1400" dirty="0">
                          <a:solidFill>
                            <a:srgbClr val="1A232D"/>
                          </a:solidFill>
                          <a:latin typeface="Arial"/>
                          <a:cs typeface="Arial"/>
                        </a:rPr>
                        <a:t>&amp; </a:t>
                      </a:r>
                      <a:r>
                        <a:rPr sz="1400" spc="-5" dirty="0">
                          <a:solidFill>
                            <a:srgbClr val="1A232D"/>
                          </a:solidFill>
                          <a:latin typeface="Arial"/>
                          <a:cs typeface="Arial"/>
                        </a:rPr>
                        <a:t>desktop, 404 error  pages, bad links, duplicate content, keywords </a:t>
                      </a:r>
                      <a:r>
                        <a:rPr sz="1400" spc="-10" dirty="0">
                          <a:solidFill>
                            <a:srgbClr val="1A232D"/>
                          </a:solidFill>
                          <a:latin typeface="Arial"/>
                          <a:cs typeface="Arial"/>
                        </a:rPr>
                        <a:t>stuffing, </a:t>
                      </a:r>
                      <a:r>
                        <a:rPr sz="1400" spc="-5" dirty="0">
                          <a:solidFill>
                            <a:srgbClr val="1A232D"/>
                          </a:solidFill>
                          <a:latin typeface="Arial"/>
                          <a:cs typeface="Arial"/>
                        </a:rPr>
                        <a:t>temporary and permanent redirect  issues, internal links </a:t>
                      </a:r>
                      <a:r>
                        <a:rPr sz="1400" spc="-10" dirty="0">
                          <a:solidFill>
                            <a:srgbClr val="1A232D"/>
                          </a:solidFill>
                          <a:latin typeface="Arial"/>
                          <a:cs typeface="Arial"/>
                        </a:rPr>
                        <a:t>of </a:t>
                      </a:r>
                      <a:r>
                        <a:rPr sz="1400" spc="-5" dirty="0">
                          <a:solidFill>
                            <a:srgbClr val="1A232D"/>
                          </a:solidFill>
                          <a:latin typeface="Arial"/>
                          <a:cs typeface="Arial"/>
                        </a:rPr>
                        <a:t>the website, black hat SEO techniques </a:t>
                      </a:r>
                      <a:r>
                        <a:rPr sz="1400" spc="-10" dirty="0">
                          <a:solidFill>
                            <a:srgbClr val="1A232D"/>
                          </a:solidFill>
                          <a:latin typeface="Arial"/>
                          <a:cs typeface="Arial"/>
                        </a:rPr>
                        <a:t>if </a:t>
                      </a:r>
                      <a:r>
                        <a:rPr sz="1400" spc="-5" dirty="0">
                          <a:solidFill>
                            <a:srgbClr val="1A232D"/>
                          </a:solidFill>
                          <a:latin typeface="Arial"/>
                          <a:cs typeface="Arial"/>
                        </a:rPr>
                        <a:t>used </a:t>
                      </a:r>
                      <a:r>
                        <a:rPr sz="1400" spc="-35" dirty="0">
                          <a:solidFill>
                            <a:srgbClr val="1A232D"/>
                          </a:solidFill>
                          <a:latin typeface="Arial"/>
                          <a:cs typeface="Arial"/>
                        </a:rPr>
                        <a:t>any, </a:t>
                      </a:r>
                      <a:r>
                        <a:rPr sz="1400" spc="-5" dirty="0">
                          <a:solidFill>
                            <a:srgbClr val="1A232D"/>
                          </a:solidFill>
                          <a:latin typeface="Arial"/>
                          <a:cs typeface="Arial"/>
                        </a:rPr>
                        <a:t>broken links, </a:t>
                      </a:r>
                      <a:r>
                        <a:rPr sz="1400" spc="-10" dirty="0">
                          <a:solidFill>
                            <a:srgbClr val="1A232D"/>
                          </a:solidFill>
                          <a:latin typeface="Arial"/>
                          <a:cs typeface="Arial"/>
                        </a:rPr>
                        <a:t>image  </a:t>
                      </a:r>
                      <a:r>
                        <a:rPr sz="1400" spc="-5" dirty="0">
                          <a:solidFill>
                            <a:srgbClr val="1A232D"/>
                          </a:solidFill>
                          <a:latin typeface="Arial"/>
                          <a:cs typeface="Arial"/>
                        </a:rPr>
                        <a:t>and content proportion, schema.org, .htaccess file, mobile friendliness, </a:t>
                      </a:r>
                      <a:r>
                        <a:rPr sz="1400" spc="-10" dirty="0">
                          <a:solidFill>
                            <a:srgbClr val="1A232D"/>
                          </a:solidFill>
                          <a:latin typeface="Arial"/>
                          <a:cs typeface="Arial"/>
                        </a:rPr>
                        <a:t>browser </a:t>
                      </a:r>
                      <a:r>
                        <a:rPr sz="1400" spc="-5" dirty="0">
                          <a:solidFill>
                            <a:srgbClr val="1A232D"/>
                          </a:solidFill>
                          <a:latin typeface="Arial"/>
                          <a:cs typeface="Arial"/>
                        </a:rPr>
                        <a:t>friendliness,  favicon, SSL secure HTTPS or not, domain age time limit, malware </a:t>
                      </a:r>
                      <a:r>
                        <a:rPr sz="1400" spc="-10" dirty="0">
                          <a:solidFill>
                            <a:srgbClr val="1A232D"/>
                          </a:solidFill>
                          <a:latin typeface="Arial"/>
                          <a:cs typeface="Arial"/>
                        </a:rPr>
                        <a:t>or </a:t>
                      </a:r>
                      <a:r>
                        <a:rPr sz="1400" spc="-5" dirty="0">
                          <a:solidFill>
                            <a:srgbClr val="1A232D"/>
                          </a:solidFill>
                          <a:latin typeface="Arial"/>
                          <a:cs typeface="Arial"/>
                        </a:rPr>
                        <a:t>spam checking, mobile  responsiveness, page size, JavaScript errors, </a:t>
                      </a:r>
                      <a:r>
                        <a:rPr sz="1400" dirty="0">
                          <a:solidFill>
                            <a:srgbClr val="1A232D"/>
                          </a:solidFill>
                          <a:latin typeface="Arial"/>
                          <a:cs typeface="Arial"/>
                        </a:rPr>
                        <a:t>W3C </a:t>
                      </a:r>
                      <a:r>
                        <a:rPr sz="1400" spc="-5" dirty="0">
                          <a:solidFill>
                            <a:srgbClr val="1A232D"/>
                          </a:solidFill>
                          <a:latin typeface="Arial"/>
                          <a:cs typeface="Arial"/>
                        </a:rPr>
                        <a:t>Compliant or not etc. including </a:t>
                      </a:r>
                      <a:r>
                        <a:rPr sz="1400" dirty="0">
                          <a:solidFill>
                            <a:srgbClr val="1A232D"/>
                          </a:solidFill>
                          <a:latin typeface="Arial"/>
                          <a:cs typeface="Arial"/>
                        </a:rPr>
                        <a:t>a </a:t>
                      </a:r>
                      <a:r>
                        <a:rPr sz="1400" spc="-5" dirty="0">
                          <a:solidFill>
                            <a:srgbClr val="1A232D"/>
                          </a:solidFill>
                          <a:latin typeface="Arial"/>
                          <a:cs typeface="Arial"/>
                        </a:rPr>
                        <a:t>small  </a:t>
                      </a:r>
                      <a:r>
                        <a:rPr sz="1400" dirty="0">
                          <a:solidFill>
                            <a:srgbClr val="1A232D"/>
                          </a:solidFill>
                          <a:latin typeface="Arial"/>
                          <a:cs typeface="Arial"/>
                        </a:rPr>
                        <a:t>website </a:t>
                      </a:r>
                      <a:r>
                        <a:rPr sz="1400" spc="-5" dirty="0">
                          <a:solidFill>
                            <a:srgbClr val="1A232D"/>
                          </a:solidFill>
                          <a:latin typeface="Arial"/>
                          <a:cs typeface="Arial"/>
                        </a:rPr>
                        <a:t>functionality testing. This will enhance better website </a:t>
                      </a:r>
                      <a:r>
                        <a:rPr sz="1400" spc="-20" dirty="0">
                          <a:solidFill>
                            <a:srgbClr val="1A232D"/>
                          </a:solidFill>
                          <a:latin typeface="Arial"/>
                          <a:cs typeface="Arial"/>
                        </a:rPr>
                        <a:t>quality, </a:t>
                      </a:r>
                      <a:r>
                        <a:rPr sz="1400" spc="-5" dirty="0">
                          <a:solidFill>
                            <a:srgbClr val="1A232D"/>
                          </a:solidFill>
                          <a:latin typeface="Arial"/>
                          <a:cs typeface="Arial"/>
                        </a:rPr>
                        <a:t>usability </a:t>
                      </a:r>
                      <a:r>
                        <a:rPr sz="1400" dirty="0">
                          <a:solidFill>
                            <a:srgbClr val="1A232D"/>
                          </a:solidFill>
                          <a:latin typeface="Arial"/>
                          <a:cs typeface="Arial"/>
                        </a:rPr>
                        <a:t>and </a:t>
                      </a:r>
                      <a:r>
                        <a:rPr sz="1400" spc="-5" dirty="0">
                          <a:solidFill>
                            <a:srgbClr val="1A232D"/>
                          </a:solidFill>
                          <a:latin typeface="Arial"/>
                          <a:cs typeface="Arial"/>
                        </a:rPr>
                        <a:t>website  </a:t>
                      </a:r>
                      <a:r>
                        <a:rPr sz="1400" dirty="0">
                          <a:solidFill>
                            <a:srgbClr val="1A232D"/>
                          </a:solidFill>
                          <a:latin typeface="Arial"/>
                          <a:cs typeface="Arial"/>
                        </a:rPr>
                        <a:t>technical</a:t>
                      </a:r>
                      <a:r>
                        <a:rPr sz="1400" spc="-35" dirty="0">
                          <a:solidFill>
                            <a:srgbClr val="1A232D"/>
                          </a:solidFill>
                          <a:latin typeface="Arial"/>
                          <a:cs typeface="Arial"/>
                        </a:rPr>
                        <a:t> </a:t>
                      </a:r>
                      <a:r>
                        <a:rPr sz="1400" spc="-10" dirty="0">
                          <a:solidFill>
                            <a:srgbClr val="1A232D"/>
                          </a:solidFill>
                          <a:latin typeface="Arial"/>
                          <a:cs typeface="Arial"/>
                        </a:rPr>
                        <a:t>functionality.</a:t>
                      </a:r>
                      <a:endParaRPr sz="14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bl>
          </a:graphicData>
        </a:graphic>
      </p:graphicFrame>
      <p:sp>
        <p:nvSpPr>
          <p:cNvPr id="13" name="TextBox 12"/>
          <p:cNvSpPr txBox="1"/>
          <p:nvPr/>
        </p:nvSpPr>
        <p:spPr>
          <a:xfrm>
            <a:off x="1281167" y="3029217"/>
            <a:ext cx="4717774" cy="368508"/>
          </a:xfrm>
          <a:prstGeom prst="rect">
            <a:avLst/>
          </a:prstGeom>
          <a:noFill/>
        </p:spPr>
        <p:txBody>
          <a:bodyPr wrap="square" rtlCol="0">
            <a:spAutoFit/>
          </a:bodyPr>
          <a:lstStyle/>
          <a:p>
            <a:r>
              <a:rPr lang="en-US" b="1" dirty="0" smtClean="0"/>
              <a:t>Full On Site Technical Audit of the Website</a:t>
            </a:r>
            <a:endParaRPr lang="en-IN" b="1" dirty="0"/>
          </a:p>
        </p:txBody>
      </p:sp>
    </p:spTree>
    <p:extLst>
      <p:ext uri="{BB962C8B-B14F-4D97-AF65-F5344CB8AC3E}">
        <p14:creationId xmlns:p14="http://schemas.microsoft.com/office/powerpoint/2010/main" val="20675125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Advanced On Page SEO </a:t>
            </a:r>
            <a:r>
              <a:rPr lang="en-US" sz="3200" dirty="0" smtClean="0">
                <a:latin typeface="Palatino Linotype" panose="02040502050505030304" pitchFamily="18" charset="0"/>
                <a:cs typeface="Calibri" pitchFamily="34" charset="0"/>
              </a:rPr>
              <a:t>Workflow</a:t>
            </a:r>
            <a:endParaRPr lang="en-US" sz="3200" dirty="0">
              <a:latin typeface="Palatino Linotype" panose="02040502050505030304" pitchFamily="18" charset="0"/>
              <a:cs typeface="Calibri" pitchFamily="34" charset="0"/>
            </a:endParaRPr>
          </a:p>
        </p:txBody>
      </p:sp>
      <p:graphicFrame>
        <p:nvGraphicFramePr>
          <p:cNvPr id="8" name="object 22"/>
          <p:cNvGraphicFramePr>
            <a:graphicFrameLocks noGrp="1"/>
          </p:cNvGraphicFramePr>
          <p:nvPr>
            <p:extLst/>
          </p:nvPr>
        </p:nvGraphicFramePr>
        <p:xfrm>
          <a:off x="848140" y="1363947"/>
          <a:ext cx="9024730" cy="4838071"/>
        </p:xfrm>
        <a:graphic>
          <a:graphicData uri="http://schemas.openxmlformats.org/drawingml/2006/table">
            <a:tbl>
              <a:tblPr firstRow="1" bandRow="1">
                <a:tableStyleId>{2D5ABB26-0587-4C30-8999-92F81FD0307C}</a:tableStyleId>
              </a:tblPr>
              <a:tblGrid>
                <a:gridCol w="385176"/>
                <a:gridCol w="2541665"/>
                <a:gridCol w="3186507"/>
                <a:gridCol w="2911382"/>
              </a:tblGrid>
              <a:tr h="1094607">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spcBef>
                          <a:spcPts val="50"/>
                        </a:spcBef>
                      </a:pPr>
                      <a:endParaRPr sz="900" dirty="0">
                        <a:latin typeface="Times New Roman"/>
                        <a:cs typeface="Times New Roman"/>
                      </a:endParaRPr>
                    </a:p>
                    <a:p>
                      <a:pPr marL="168275">
                        <a:lnSpc>
                          <a:spcPct val="100000"/>
                        </a:lnSpc>
                        <a:spcBef>
                          <a:spcPts val="5"/>
                        </a:spcBef>
                      </a:pPr>
                      <a:r>
                        <a:rPr lang="en-US" sz="700" b="1" dirty="0" smtClean="0">
                          <a:solidFill>
                            <a:srgbClr val="1A232D"/>
                          </a:solidFill>
                          <a:latin typeface="Arial"/>
                          <a:cs typeface="Arial"/>
                        </a:rPr>
                        <a:t>5</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56515">
                        <a:lnSpc>
                          <a:spcPct val="100000"/>
                        </a:lnSpc>
                        <a:spcBef>
                          <a:spcPts val="55"/>
                        </a:spcBef>
                      </a:pPr>
                      <a:r>
                        <a:rPr sz="1200" dirty="0">
                          <a:solidFill>
                            <a:srgbClr val="1A232D"/>
                          </a:solidFill>
                          <a:latin typeface="Arial"/>
                          <a:cs typeface="Arial"/>
                        </a:rPr>
                        <a:t>Content</a:t>
                      </a:r>
                      <a:r>
                        <a:rPr sz="1200" spc="-30" dirty="0">
                          <a:solidFill>
                            <a:srgbClr val="1A232D"/>
                          </a:solidFill>
                          <a:latin typeface="Arial"/>
                          <a:cs typeface="Arial"/>
                        </a:rPr>
                        <a:t> </a:t>
                      </a:r>
                      <a:r>
                        <a:rPr sz="1200" dirty="0">
                          <a:solidFill>
                            <a:srgbClr val="1A232D"/>
                          </a:solidFill>
                          <a:latin typeface="Arial"/>
                          <a:cs typeface="Arial"/>
                        </a:rPr>
                        <a:t>Optimization</a:t>
                      </a:r>
                      <a:endParaRPr sz="12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57150">
                        <a:lnSpc>
                          <a:spcPct val="100000"/>
                        </a:lnSpc>
                        <a:spcBef>
                          <a:spcPts val="55"/>
                        </a:spcBef>
                      </a:pPr>
                      <a:r>
                        <a:rPr sz="1200" dirty="0">
                          <a:solidFill>
                            <a:srgbClr val="1A232D"/>
                          </a:solidFill>
                          <a:latin typeface="Arial"/>
                          <a:cs typeface="Arial"/>
                        </a:rPr>
                        <a:t>Adding of important </a:t>
                      </a:r>
                      <a:r>
                        <a:rPr sz="1200" spc="-5" dirty="0">
                          <a:solidFill>
                            <a:srgbClr val="1A232D"/>
                          </a:solidFill>
                          <a:latin typeface="Arial"/>
                          <a:cs typeface="Arial"/>
                        </a:rPr>
                        <a:t>keywords </a:t>
                      </a:r>
                      <a:r>
                        <a:rPr sz="1200" dirty="0">
                          <a:solidFill>
                            <a:srgbClr val="1A232D"/>
                          </a:solidFill>
                          <a:latin typeface="Arial"/>
                          <a:cs typeface="Arial"/>
                        </a:rPr>
                        <a:t>into</a:t>
                      </a:r>
                      <a:r>
                        <a:rPr sz="1200" spc="-135" dirty="0">
                          <a:solidFill>
                            <a:srgbClr val="1A232D"/>
                          </a:solidFill>
                          <a:latin typeface="Arial"/>
                          <a:cs typeface="Arial"/>
                        </a:rPr>
                        <a:t> </a:t>
                      </a:r>
                      <a:r>
                        <a:rPr sz="1200" dirty="0">
                          <a:solidFill>
                            <a:srgbClr val="1A232D"/>
                          </a:solidFill>
                          <a:latin typeface="Arial"/>
                          <a:cs typeface="Arial"/>
                        </a:rPr>
                        <a:t>the</a:t>
                      </a:r>
                      <a:endParaRPr sz="1200" dirty="0">
                        <a:latin typeface="Arial"/>
                        <a:cs typeface="Arial"/>
                      </a:endParaRPr>
                    </a:p>
                    <a:p>
                      <a:pPr marL="57150" marR="467995">
                        <a:lnSpc>
                          <a:spcPct val="114999"/>
                        </a:lnSpc>
                      </a:pPr>
                      <a:r>
                        <a:rPr sz="1200" dirty="0">
                          <a:solidFill>
                            <a:srgbClr val="1A232D"/>
                          </a:solidFill>
                          <a:latin typeface="Arial"/>
                          <a:cs typeface="Arial"/>
                        </a:rPr>
                        <a:t>content portion for all the</a:t>
                      </a:r>
                      <a:r>
                        <a:rPr sz="1200" spc="-200" dirty="0">
                          <a:solidFill>
                            <a:srgbClr val="1A232D"/>
                          </a:solidFill>
                          <a:latin typeface="Arial"/>
                          <a:cs typeface="Arial"/>
                        </a:rPr>
                        <a:t> </a:t>
                      </a:r>
                      <a:r>
                        <a:rPr sz="1200" dirty="0">
                          <a:solidFill>
                            <a:srgbClr val="1A232D"/>
                          </a:solidFill>
                          <a:latin typeface="Arial"/>
                          <a:cs typeface="Arial"/>
                        </a:rPr>
                        <a:t>important  pages in the</a:t>
                      </a:r>
                      <a:r>
                        <a:rPr sz="1200" spc="-70" dirty="0">
                          <a:solidFill>
                            <a:srgbClr val="1A232D"/>
                          </a:solidFill>
                          <a:latin typeface="Arial"/>
                          <a:cs typeface="Arial"/>
                        </a:rPr>
                        <a:t> </a:t>
                      </a:r>
                      <a:r>
                        <a:rPr sz="1200" dirty="0">
                          <a:solidFill>
                            <a:srgbClr val="1A232D"/>
                          </a:solidFill>
                          <a:latin typeface="Arial"/>
                          <a:cs typeface="Arial"/>
                        </a:rPr>
                        <a:t>site.</a:t>
                      </a:r>
                      <a:endParaRPr sz="12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a:lnSpc>
                          <a:spcPct val="100000"/>
                        </a:lnSpc>
                        <a:spcBef>
                          <a:spcPts val="55"/>
                        </a:spcBef>
                      </a:pPr>
                      <a:r>
                        <a:rPr sz="1200" spc="-20" dirty="0">
                          <a:solidFill>
                            <a:srgbClr val="1A232D"/>
                          </a:solidFill>
                          <a:latin typeface="Arial"/>
                          <a:cs typeface="Arial"/>
                        </a:rPr>
                        <a:t>Very </a:t>
                      </a:r>
                      <a:r>
                        <a:rPr sz="1200" dirty="0">
                          <a:solidFill>
                            <a:srgbClr val="1A232D"/>
                          </a:solidFill>
                          <a:latin typeface="Arial"/>
                          <a:cs typeface="Arial"/>
                        </a:rPr>
                        <a:t>important part for the users</a:t>
                      </a:r>
                      <a:r>
                        <a:rPr sz="1200" spc="-165" dirty="0">
                          <a:solidFill>
                            <a:srgbClr val="1A232D"/>
                          </a:solidFill>
                          <a:latin typeface="Arial"/>
                          <a:cs typeface="Arial"/>
                        </a:rPr>
                        <a:t> </a:t>
                      </a:r>
                      <a:r>
                        <a:rPr sz="1200" dirty="0">
                          <a:solidFill>
                            <a:srgbClr val="1A232D"/>
                          </a:solidFill>
                          <a:latin typeface="Arial"/>
                          <a:cs typeface="Arial"/>
                        </a:rPr>
                        <a:t>as</a:t>
                      </a:r>
                      <a:endParaRPr sz="1200" dirty="0">
                        <a:latin typeface="Arial"/>
                        <a:cs typeface="Arial"/>
                      </a:endParaRPr>
                    </a:p>
                    <a:p>
                      <a:pPr marL="635" marR="190500">
                        <a:lnSpc>
                          <a:spcPct val="114999"/>
                        </a:lnSpc>
                      </a:pPr>
                      <a:r>
                        <a:rPr sz="1200" spc="-5" dirty="0">
                          <a:solidFill>
                            <a:srgbClr val="1A232D"/>
                          </a:solidFill>
                          <a:latin typeface="Arial"/>
                          <a:cs typeface="Arial"/>
                        </a:rPr>
                        <a:t>well </a:t>
                      </a:r>
                      <a:r>
                        <a:rPr sz="1200" dirty="0">
                          <a:solidFill>
                            <a:srgbClr val="1A232D"/>
                          </a:solidFill>
                          <a:latin typeface="Arial"/>
                          <a:cs typeface="Arial"/>
                        </a:rPr>
                        <a:t>as SEO point of </a:t>
                      </a:r>
                      <a:r>
                        <a:rPr sz="1200" spc="-25" dirty="0">
                          <a:solidFill>
                            <a:srgbClr val="1A232D"/>
                          </a:solidFill>
                          <a:latin typeface="Arial"/>
                          <a:cs typeface="Arial"/>
                        </a:rPr>
                        <a:t>view. </a:t>
                      </a:r>
                      <a:r>
                        <a:rPr sz="1200" dirty="0">
                          <a:solidFill>
                            <a:srgbClr val="1A232D"/>
                          </a:solidFill>
                          <a:latin typeface="Arial"/>
                          <a:cs typeface="Arial"/>
                        </a:rPr>
                        <a:t>It </a:t>
                      </a:r>
                      <a:r>
                        <a:rPr sz="1200" spc="-5" dirty="0">
                          <a:solidFill>
                            <a:srgbClr val="1A232D"/>
                          </a:solidFill>
                          <a:latin typeface="Arial"/>
                          <a:cs typeface="Arial"/>
                        </a:rPr>
                        <a:t>will  </a:t>
                      </a:r>
                      <a:r>
                        <a:rPr sz="1200" dirty="0">
                          <a:solidFill>
                            <a:srgbClr val="1A232D"/>
                          </a:solidFill>
                          <a:latin typeface="Arial"/>
                          <a:cs typeface="Arial"/>
                        </a:rPr>
                        <a:t>create attraction and </a:t>
                      </a:r>
                      <a:r>
                        <a:rPr sz="1200" spc="-5" dirty="0">
                          <a:solidFill>
                            <a:srgbClr val="1A232D"/>
                          </a:solidFill>
                          <a:latin typeface="Arial"/>
                          <a:cs typeface="Arial"/>
                        </a:rPr>
                        <a:t>importance  </a:t>
                      </a:r>
                      <a:r>
                        <a:rPr sz="1200" dirty="0">
                          <a:solidFill>
                            <a:srgbClr val="1A232D"/>
                          </a:solidFill>
                          <a:latin typeface="Arial"/>
                          <a:cs typeface="Arial"/>
                        </a:rPr>
                        <a:t>among </a:t>
                      </a:r>
                      <a:r>
                        <a:rPr sz="1200" spc="-5" dirty="0">
                          <a:solidFill>
                            <a:srgbClr val="1A232D"/>
                          </a:solidFill>
                          <a:latin typeface="Arial"/>
                          <a:cs typeface="Arial"/>
                        </a:rPr>
                        <a:t>visitors </a:t>
                      </a:r>
                      <a:r>
                        <a:rPr sz="1200" dirty="0">
                          <a:solidFill>
                            <a:srgbClr val="1A232D"/>
                          </a:solidFill>
                          <a:latin typeface="Arial"/>
                          <a:cs typeface="Arial"/>
                        </a:rPr>
                        <a:t>and help to</a:t>
                      </a:r>
                      <a:r>
                        <a:rPr sz="1200" spc="-135" dirty="0">
                          <a:solidFill>
                            <a:srgbClr val="1A232D"/>
                          </a:solidFill>
                          <a:latin typeface="Arial"/>
                          <a:cs typeface="Arial"/>
                        </a:rPr>
                        <a:t> </a:t>
                      </a:r>
                      <a:r>
                        <a:rPr sz="1200" dirty="0">
                          <a:solidFill>
                            <a:srgbClr val="1A232D"/>
                          </a:solidFill>
                          <a:latin typeface="Arial"/>
                          <a:cs typeface="Arial"/>
                        </a:rPr>
                        <a:t>increase  the</a:t>
                      </a:r>
                      <a:r>
                        <a:rPr sz="1200" spc="-25" dirty="0">
                          <a:solidFill>
                            <a:srgbClr val="1A232D"/>
                          </a:solidFill>
                          <a:latin typeface="Arial"/>
                          <a:cs typeface="Arial"/>
                        </a:rPr>
                        <a:t> </a:t>
                      </a:r>
                      <a:r>
                        <a:rPr sz="1200" spc="-5" dirty="0">
                          <a:solidFill>
                            <a:srgbClr val="1A232D"/>
                          </a:solidFill>
                          <a:latin typeface="Arial"/>
                          <a:cs typeface="Arial"/>
                        </a:rPr>
                        <a:t>subscribers.</a:t>
                      </a:r>
                      <a:endParaRPr sz="12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1321802">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spcBef>
                          <a:spcPts val="45"/>
                        </a:spcBef>
                      </a:pPr>
                      <a:endParaRPr sz="800" dirty="0">
                        <a:latin typeface="Times New Roman"/>
                        <a:cs typeface="Times New Roman"/>
                      </a:endParaRPr>
                    </a:p>
                    <a:p>
                      <a:pPr marL="168275">
                        <a:lnSpc>
                          <a:spcPct val="100000"/>
                        </a:lnSpc>
                      </a:pPr>
                      <a:r>
                        <a:rPr lang="en-US" sz="700" b="1" dirty="0" smtClean="0">
                          <a:solidFill>
                            <a:srgbClr val="1A232D"/>
                          </a:solidFill>
                          <a:latin typeface="Arial"/>
                          <a:cs typeface="Arial"/>
                        </a:rPr>
                        <a:t>6</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56515">
                        <a:lnSpc>
                          <a:spcPct val="100000"/>
                        </a:lnSpc>
                        <a:spcBef>
                          <a:spcPts val="55"/>
                        </a:spcBef>
                      </a:pPr>
                      <a:r>
                        <a:rPr sz="1200" dirty="0">
                          <a:solidFill>
                            <a:srgbClr val="1A232D"/>
                          </a:solidFill>
                          <a:latin typeface="Arial"/>
                          <a:cs typeface="Arial"/>
                        </a:rPr>
                        <a:t>Checking and Creating</a:t>
                      </a:r>
                      <a:r>
                        <a:rPr sz="1200" spc="-170" dirty="0">
                          <a:solidFill>
                            <a:srgbClr val="1A232D"/>
                          </a:solidFill>
                          <a:latin typeface="Arial"/>
                          <a:cs typeface="Arial"/>
                        </a:rPr>
                        <a:t> </a:t>
                      </a:r>
                      <a:r>
                        <a:rPr sz="1200" dirty="0">
                          <a:solidFill>
                            <a:srgbClr val="1A232D"/>
                          </a:solidFill>
                          <a:latin typeface="Arial"/>
                          <a:cs typeface="Arial"/>
                        </a:rPr>
                        <a:t>Anchor</a:t>
                      </a:r>
                      <a:endParaRPr sz="1200" dirty="0">
                        <a:latin typeface="Arial"/>
                        <a:cs typeface="Arial"/>
                      </a:endParaRPr>
                    </a:p>
                    <a:p>
                      <a:pPr marL="56515">
                        <a:lnSpc>
                          <a:spcPct val="100000"/>
                        </a:lnSpc>
                        <a:spcBef>
                          <a:spcPts val="254"/>
                        </a:spcBef>
                      </a:pPr>
                      <a:r>
                        <a:rPr sz="1200" spc="-45" dirty="0">
                          <a:solidFill>
                            <a:srgbClr val="1A232D"/>
                          </a:solidFill>
                          <a:latin typeface="Arial"/>
                          <a:cs typeface="Arial"/>
                        </a:rPr>
                        <a:t>Text </a:t>
                      </a:r>
                      <a:r>
                        <a:rPr sz="1200" dirty="0">
                          <a:solidFill>
                            <a:srgbClr val="1A232D"/>
                          </a:solidFill>
                          <a:latin typeface="Arial"/>
                          <a:cs typeface="Arial"/>
                        </a:rPr>
                        <a:t>if</a:t>
                      </a:r>
                      <a:r>
                        <a:rPr sz="1200" spc="30" dirty="0">
                          <a:solidFill>
                            <a:srgbClr val="1A232D"/>
                          </a:solidFill>
                          <a:latin typeface="Arial"/>
                          <a:cs typeface="Arial"/>
                        </a:rPr>
                        <a:t> </a:t>
                      </a:r>
                      <a:r>
                        <a:rPr sz="1200" dirty="0">
                          <a:solidFill>
                            <a:srgbClr val="1A232D"/>
                          </a:solidFill>
                          <a:latin typeface="Arial"/>
                          <a:cs typeface="Arial"/>
                        </a:rPr>
                        <a:t>necessary</a:t>
                      </a:r>
                      <a:endParaRPr sz="12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57150">
                        <a:lnSpc>
                          <a:spcPct val="100000"/>
                        </a:lnSpc>
                        <a:spcBef>
                          <a:spcPts val="55"/>
                        </a:spcBef>
                      </a:pPr>
                      <a:r>
                        <a:rPr sz="1200" spc="-45" dirty="0">
                          <a:solidFill>
                            <a:srgbClr val="1A232D"/>
                          </a:solidFill>
                          <a:latin typeface="Arial"/>
                          <a:cs typeface="Arial"/>
                        </a:rPr>
                        <a:t>Text </a:t>
                      </a:r>
                      <a:r>
                        <a:rPr sz="1200" dirty="0">
                          <a:solidFill>
                            <a:srgbClr val="1A232D"/>
                          </a:solidFill>
                          <a:latin typeface="Arial"/>
                          <a:cs typeface="Arial"/>
                        </a:rPr>
                        <a:t>link to all the important</a:t>
                      </a:r>
                      <a:r>
                        <a:rPr sz="1200" spc="-90" dirty="0">
                          <a:solidFill>
                            <a:srgbClr val="1A232D"/>
                          </a:solidFill>
                          <a:latin typeface="Arial"/>
                          <a:cs typeface="Arial"/>
                        </a:rPr>
                        <a:t> </a:t>
                      </a:r>
                      <a:r>
                        <a:rPr sz="1200" spc="-5" dirty="0">
                          <a:solidFill>
                            <a:srgbClr val="1A232D"/>
                          </a:solidFill>
                          <a:latin typeface="Arial"/>
                          <a:cs typeface="Arial"/>
                        </a:rPr>
                        <a:t>keywords</a:t>
                      </a:r>
                      <a:endParaRPr sz="1200" dirty="0">
                        <a:latin typeface="Arial"/>
                        <a:cs typeface="Arial"/>
                      </a:endParaRPr>
                    </a:p>
                    <a:p>
                      <a:pPr marL="57150">
                        <a:lnSpc>
                          <a:spcPct val="100000"/>
                        </a:lnSpc>
                        <a:spcBef>
                          <a:spcPts val="254"/>
                        </a:spcBef>
                      </a:pPr>
                      <a:r>
                        <a:rPr sz="1200" dirty="0">
                          <a:solidFill>
                            <a:srgbClr val="1A232D"/>
                          </a:solidFill>
                          <a:latin typeface="Arial"/>
                          <a:cs typeface="Arial"/>
                        </a:rPr>
                        <a:t>into a</a:t>
                      </a:r>
                      <a:r>
                        <a:rPr sz="1200" spc="-35" dirty="0">
                          <a:solidFill>
                            <a:srgbClr val="1A232D"/>
                          </a:solidFill>
                          <a:latin typeface="Arial"/>
                          <a:cs typeface="Arial"/>
                        </a:rPr>
                        <a:t> </a:t>
                      </a:r>
                      <a:r>
                        <a:rPr sz="1200" dirty="0">
                          <a:solidFill>
                            <a:srgbClr val="1A232D"/>
                          </a:solidFill>
                          <a:latin typeface="Arial"/>
                          <a:cs typeface="Arial"/>
                        </a:rPr>
                        <a:t>page.</a:t>
                      </a:r>
                      <a:endParaRPr sz="12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35">
                        <a:lnSpc>
                          <a:spcPct val="100000"/>
                        </a:lnSpc>
                        <a:spcBef>
                          <a:spcPts val="55"/>
                        </a:spcBef>
                      </a:pPr>
                      <a:r>
                        <a:rPr sz="1200" dirty="0">
                          <a:solidFill>
                            <a:srgbClr val="1A232D"/>
                          </a:solidFill>
                          <a:latin typeface="Arial"/>
                          <a:cs typeface="Arial"/>
                        </a:rPr>
                        <a:t>It is </a:t>
                      </a:r>
                      <a:r>
                        <a:rPr sz="1200" spc="-5" dirty="0">
                          <a:solidFill>
                            <a:srgbClr val="1A232D"/>
                          </a:solidFill>
                          <a:latin typeface="Arial"/>
                          <a:cs typeface="Arial"/>
                        </a:rPr>
                        <a:t>very </a:t>
                      </a:r>
                      <a:r>
                        <a:rPr sz="1200" dirty="0">
                          <a:solidFill>
                            <a:srgbClr val="1A232D"/>
                          </a:solidFill>
                          <a:latin typeface="Arial"/>
                          <a:cs typeface="Arial"/>
                        </a:rPr>
                        <a:t>important for describing</a:t>
                      </a:r>
                      <a:r>
                        <a:rPr sz="1200" spc="-175" dirty="0">
                          <a:solidFill>
                            <a:srgbClr val="1A232D"/>
                          </a:solidFill>
                          <a:latin typeface="Arial"/>
                          <a:cs typeface="Arial"/>
                        </a:rPr>
                        <a:t> </a:t>
                      </a:r>
                      <a:r>
                        <a:rPr sz="1200" dirty="0">
                          <a:solidFill>
                            <a:srgbClr val="1A232D"/>
                          </a:solidFill>
                          <a:latin typeface="Arial"/>
                          <a:cs typeface="Arial"/>
                        </a:rPr>
                        <a:t>our</a:t>
                      </a:r>
                      <a:endParaRPr sz="1200" dirty="0">
                        <a:latin typeface="Arial"/>
                        <a:cs typeface="Arial"/>
                      </a:endParaRPr>
                    </a:p>
                    <a:p>
                      <a:pPr marL="635" marR="76835">
                        <a:lnSpc>
                          <a:spcPct val="114999"/>
                        </a:lnSpc>
                      </a:pPr>
                      <a:r>
                        <a:rPr sz="1200" dirty="0">
                          <a:solidFill>
                            <a:srgbClr val="1A232D"/>
                          </a:solidFill>
                          <a:latin typeface="Arial"/>
                          <a:cs typeface="Arial"/>
                        </a:rPr>
                        <a:t>important </a:t>
                      </a:r>
                      <a:r>
                        <a:rPr sz="1200" spc="-5" dirty="0">
                          <a:solidFill>
                            <a:srgbClr val="1A232D"/>
                          </a:solidFill>
                          <a:latin typeface="Arial"/>
                          <a:cs typeface="Arial"/>
                        </a:rPr>
                        <a:t>keywords </a:t>
                      </a:r>
                      <a:r>
                        <a:rPr sz="1200" dirty="0">
                          <a:solidFill>
                            <a:srgbClr val="1A232D"/>
                          </a:solidFill>
                          <a:latin typeface="Arial"/>
                          <a:cs typeface="Arial"/>
                        </a:rPr>
                        <a:t>and linking </a:t>
                      </a:r>
                      <a:r>
                        <a:rPr sz="1200" spc="-5" dirty="0">
                          <a:solidFill>
                            <a:srgbClr val="1A232D"/>
                          </a:solidFill>
                          <a:latin typeface="Arial"/>
                          <a:cs typeface="Arial"/>
                        </a:rPr>
                        <a:t>with  </a:t>
                      </a:r>
                      <a:r>
                        <a:rPr sz="1200" dirty="0">
                          <a:solidFill>
                            <a:srgbClr val="1A232D"/>
                          </a:solidFill>
                          <a:latin typeface="Arial"/>
                          <a:cs typeface="Arial"/>
                        </a:rPr>
                        <a:t>the </a:t>
                      </a:r>
                      <a:r>
                        <a:rPr sz="1200" spc="-5" dirty="0">
                          <a:solidFill>
                            <a:srgbClr val="1A232D"/>
                          </a:solidFill>
                          <a:latin typeface="Arial"/>
                          <a:cs typeface="Arial"/>
                        </a:rPr>
                        <a:t>relevant information/pages. </a:t>
                      </a:r>
                      <a:r>
                        <a:rPr sz="1200" dirty="0">
                          <a:solidFill>
                            <a:srgbClr val="1A232D"/>
                          </a:solidFill>
                          <a:latin typeface="Arial"/>
                          <a:cs typeface="Arial"/>
                        </a:rPr>
                        <a:t>It is</a:t>
                      </a:r>
                      <a:r>
                        <a:rPr sz="1200" spc="-90" dirty="0">
                          <a:solidFill>
                            <a:srgbClr val="1A232D"/>
                          </a:solidFill>
                          <a:latin typeface="Arial"/>
                          <a:cs typeface="Arial"/>
                        </a:rPr>
                        <a:t> </a:t>
                      </a:r>
                      <a:r>
                        <a:rPr sz="1200" dirty="0">
                          <a:solidFill>
                            <a:srgbClr val="1A232D"/>
                          </a:solidFill>
                          <a:latin typeface="Arial"/>
                          <a:cs typeface="Arial"/>
                        </a:rPr>
                        <a:t>a  factor of SEO and increase internal  links as </a:t>
                      </a:r>
                      <a:r>
                        <a:rPr sz="1200" spc="-5" dirty="0">
                          <a:solidFill>
                            <a:srgbClr val="1A232D"/>
                          </a:solidFill>
                          <a:latin typeface="Arial"/>
                          <a:cs typeface="Arial"/>
                        </a:rPr>
                        <a:t>well </a:t>
                      </a:r>
                      <a:r>
                        <a:rPr sz="1200" dirty="0">
                          <a:solidFill>
                            <a:srgbClr val="1A232D"/>
                          </a:solidFill>
                          <a:latin typeface="Arial"/>
                          <a:cs typeface="Arial"/>
                        </a:rPr>
                        <a:t>as the </a:t>
                      </a:r>
                      <a:r>
                        <a:rPr sz="1200" spc="-5" dirty="0">
                          <a:solidFill>
                            <a:srgbClr val="1A232D"/>
                          </a:solidFill>
                          <a:latin typeface="Arial"/>
                          <a:cs typeface="Arial"/>
                        </a:rPr>
                        <a:t>one-way </a:t>
                      </a:r>
                      <a:r>
                        <a:rPr sz="1200" dirty="0">
                          <a:solidFill>
                            <a:srgbClr val="1A232D"/>
                          </a:solidFill>
                          <a:latin typeface="Arial"/>
                          <a:cs typeface="Arial"/>
                        </a:rPr>
                        <a:t>links or  links </a:t>
                      </a:r>
                      <a:r>
                        <a:rPr sz="1200" spc="-5" dirty="0">
                          <a:solidFill>
                            <a:srgbClr val="1A232D"/>
                          </a:solidFill>
                          <a:latin typeface="Arial"/>
                          <a:cs typeface="Arial"/>
                        </a:rPr>
                        <a:t>with </a:t>
                      </a:r>
                      <a:r>
                        <a:rPr sz="1200" dirty="0">
                          <a:solidFill>
                            <a:srgbClr val="1A232D"/>
                          </a:solidFill>
                          <a:latin typeface="Arial"/>
                          <a:cs typeface="Arial"/>
                        </a:rPr>
                        <a:t>other</a:t>
                      </a:r>
                      <a:r>
                        <a:rPr sz="1200" spc="-60" dirty="0">
                          <a:solidFill>
                            <a:srgbClr val="1A232D"/>
                          </a:solidFill>
                          <a:latin typeface="Arial"/>
                          <a:cs typeface="Arial"/>
                        </a:rPr>
                        <a:t> </a:t>
                      </a:r>
                      <a:r>
                        <a:rPr sz="1200" dirty="0">
                          <a:solidFill>
                            <a:srgbClr val="1A232D"/>
                          </a:solidFill>
                          <a:latin typeface="Arial"/>
                          <a:cs typeface="Arial"/>
                        </a:rPr>
                        <a:t>sites.</a:t>
                      </a:r>
                      <a:endParaRPr sz="12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r h="458269">
                <a:tc>
                  <a:txBody>
                    <a:bodyPr/>
                    <a:lstStyle/>
                    <a:p>
                      <a:pPr>
                        <a:lnSpc>
                          <a:spcPct val="100000"/>
                        </a:lnSpc>
                      </a:pPr>
                      <a:endParaRPr sz="800" dirty="0">
                        <a:latin typeface="Times New Roman"/>
                        <a:cs typeface="Times New Roman"/>
                      </a:endParaRPr>
                    </a:p>
                    <a:p>
                      <a:pPr marL="168275">
                        <a:lnSpc>
                          <a:spcPct val="100000"/>
                        </a:lnSpc>
                        <a:spcBef>
                          <a:spcPts val="725"/>
                        </a:spcBef>
                      </a:pPr>
                      <a:r>
                        <a:rPr lang="en-US" sz="700" b="1" dirty="0" smtClean="0">
                          <a:solidFill>
                            <a:srgbClr val="1A232D"/>
                          </a:solidFill>
                          <a:latin typeface="Arial"/>
                          <a:cs typeface="Arial"/>
                        </a:rPr>
                        <a:t>7</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56515">
                        <a:lnSpc>
                          <a:spcPct val="100000"/>
                        </a:lnSpc>
                        <a:spcBef>
                          <a:spcPts val="55"/>
                        </a:spcBef>
                      </a:pPr>
                      <a:r>
                        <a:rPr sz="1200" dirty="0">
                          <a:solidFill>
                            <a:srgbClr val="1A232D"/>
                          </a:solidFill>
                          <a:latin typeface="Arial"/>
                          <a:cs typeface="Arial"/>
                        </a:rPr>
                        <a:t>Checking or Modify</a:t>
                      </a:r>
                      <a:r>
                        <a:rPr sz="1200" spc="-90" dirty="0">
                          <a:solidFill>
                            <a:srgbClr val="1A232D"/>
                          </a:solidFill>
                          <a:latin typeface="Arial"/>
                          <a:cs typeface="Arial"/>
                        </a:rPr>
                        <a:t> </a:t>
                      </a:r>
                      <a:r>
                        <a:rPr sz="1200" spc="-5" dirty="0">
                          <a:solidFill>
                            <a:srgbClr val="1A232D"/>
                          </a:solidFill>
                          <a:latin typeface="Arial"/>
                          <a:cs typeface="Arial"/>
                        </a:rPr>
                        <a:t>Keyword</a:t>
                      </a:r>
                      <a:endParaRPr sz="1200" dirty="0">
                        <a:latin typeface="Arial"/>
                        <a:cs typeface="Arial"/>
                      </a:endParaRPr>
                    </a:p>
                    <a:p>
                      <a:pPr marL="56515">
                        <a:lnSpc>
                          <a:spcPct val="100000"/>
                        </a:lnSpc>
                        <a:spcBef>
                          <a:spcPts val="254"/>
                        </a:spcBef>
                      </a:pPr>
                      <a:r>
                        <a:rPr sz="1200" dirty="0">
                          <a:solidFill>
                            <a:srgbClr val="1A232D"/>
                          </a:solidFill>
                          <a:latin typeface="Arial"/>
                          <a:cs typeface="Arial"/>
                        </a:rPr>
                        <a:t>Density</a:t>
                      </a:r>
                      <a:endParaRPr sz="12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57150">
                        <a:lnSpc>
                          <a:spcPct val="100000"/>
                        </a:lnSpc>
                        <a:spcBef>
                          <a:spcPts val="55"/>
                        </a:spcBef>
                      </a:pPr>
                      <a:r>
                        <a:rPr sz="1200" spc="5" dirty="0">
                          <a:solidFill>
                            <a:srgbClr val="1A232D"/>
                          </a:solidFill>
                          <a:latin typeface="Arial"/>
                          <a:cs typeface="Arial"/>
                        </a:rPr>
                        <a:t>% </a:t>
                      </a:r>
                      <a:r>
                        <a:rPr sz="1200" dirty="0">
                          <a:solidFill>
                            <a:srgbClr val="1A232D"/>
                          </a:solidFill>
                          <a:latin typeface="Arial"/>
                          <a:cs typeface="Arial"/>
                        </a:rPr>
                        <a:t>of </a:t>
                      </a:r>
                      <a:r>
                        <a:rPr sz="1200" spc="-5" dirty="0">
                          <a:solidFill>
                            <a:srgbClr val="1A232D"/>
                          </a:solidFill>
                          <a:latin typeface="Arial"/>
                          <a:cs typeface="Arial"/>
                        </a:rPr>
                        <a:t>repetition </a:t>
                      </a:r>
                      <a:r>
                        <a:rPr sz="1200" dirty="0">
                          <a:solidFill>
                            <a:srgbClr val="1A232D"/>
                          </a:solidFill>
                          <a:latin typeface="Arial"/>
                          <a:cs typeface="Arial"/>
                        </a:rPr>
                        <a:t>of a particular</a:t>
                      </a:r>
                      <a:r>
                        <a:rPr sz="1200" spc="-135" dirty="0">
                          <a:solidFill>
                            <a:srgbClr val="1A232D"/>
                          </a:solidFill>
                          <a:latin typeface="Arial"/>
                          <a:cs typeface="Arial"/>
                        </a:rPr>
                        <a:t> </a:t>
                      </a:r>
                      <a:r>
                        <a:rPr sz="1200" spc="-5" dirty="0">
                          <a:solidFill>
                            <a:srgbClr val="1A232D"/>
                          </a:solidFill>
                          <a:latin typeface="Arial"/>
                          <a:cs typeface="Arial"/>
                        </a:rPr>
                        <a:t>keyword</a:t>
                      </a:r>
                      <a:endParaRPr sz="1200" dirty="0">
                        <a:latin typeface="Arial"/>
                        <a:cs typeface="Arial"/>
                      </a:endParaRPr>
                    </a:p>
                    <a:p>
                      <a:pPr marL="57150">
                        <a:lnSpc>
                          <a:spcPct val="100000"/>
                        </a:lnSpc>
                        <a:spcBef>
                          <a:spcPts val="254"/>
                        </a:spcBef>
                      </a:pPr>
                      <a:r>
                        <a:rPr sz="1200" dirty="0">
                          <a:solidFill>
                            <a:srgbClr val="1A232D"/>
                          </a:solidFill>
                          <a:latin typeface="Arial"/>
                          <a:cs typeface="Arial"/>
                        </a:rPr>
                        <a:t>out of total no of </a:t>
                      </a:r>
                      <a:r>
                        <a:rPr sz="1200" spc="-5" dirty="0">
                          <a:solidFill>
                            <a:srgbClr val="1A232D"/>
                          </a:solidFill>
                          <a:latin typeface="Arial"/>
                          <a:cs typeface="Arial"/>
                        </a:rPr>
                        <a:t>words </a:t>
                      </a:r>
                      <a:r>
                        <a:rPr sz="1200" dirty="0">
                          <a:solidFill>
                            <a:srgbClr val="1A232D"/>
                          </a:solidFill>
                          <a:latin typeface="Arial"/>
                          <a:cs typeface="Arial"/>
                        </a:rPr>
                        <a:t>into a</a:t>
                      </a:r>
                      <a:r>
                        <a:rPr sz="1200" spc="-150" dirty="0">
                          <a:solidFill>
                            <a:srgbClr val="1A232D"/>
                          </a:solidFill>
                          <a:latin typeface="Arial"/>
                          <a:cs typeface="Arial"/>
                        </a:rPr>
                        <a:t> </a:t>
                      </a:r>
                      <a:r>
                        <a:rPr sz="1200" dirty="0">
                          <a:solidFill>
                            <a:srgbClr val="1A232D"/>
                          </a:solidFill>
                          <a:latin typeface="Arial"/>
                          <a:cs typeface="Arial"/>
                        </a:rPr>
                        <a:t>page.</a:t>
                      </a:r>
                      <a:endParaRPr sz="12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marR="24765">
                        <a:lnSpc>
                          <a:spcPct val="114999"/>
                        </a:lnSpc>
                        <a:spcBef>
                          <a:spcPts val="150"/>
                        </a:spcBef>
                      </a:pPr>
                      <a:r>
                        <a:rPr sz="1200" spc="-5" dirty="0">
                          <a:solidFill>
                            <a:srgbClr val="1A232D"/>
                          </a:solidFill>
                          <a:latin typeface="Arial"/>
                          <a:cs typeface="Arial"/>
                        </a:rPr>
                        <a:t>Keyword </a:t>
                      </a:r>
                      <a:r>
                        <a:rPr sz="1200" dirty="0">
                          <a:solidFill>
                            <a:srgbClr val="1A232D"/>
                          </a:solidFill>
                          <a:latin typeface="Arial"/>
                          <a:cs typeface="Arial"/>
                        </a:rPr>
                        <a:t>density is an important  factor in search engine</a:t>
                      </a:r>
                      <a:r>
                        <a:rPr sz="1200" spc="-145" dirty="0">
                          <a:solidFill>
                            <a:srgbClr val="1A232D"/>
                          </a:solidFill>
                          <a:latin typeface="Arial"/>
                          <a:cs typeface="Arial"/>
                        </a:rPr>
                        <a:t> </a:t>
                      </a:r>
                      <a:r>
                        <a:rPr sz="1200" spc="-5" dirty="0">
                          <a:solidFill>
                            <a:srgbClr val="1A232D"/>
                          </a:solidFill>
                          <a:latin typeface="Arial"/>
                          <a:cs typeface="Arial"/>
                        </a:rPr>
                        <a:t>result/ranking.</a:t>
                      </a:r>
                      <a:endParaRPr sz="1200" dirty="0">
                        <a:latin typeface="Arial"/>
                        <a:cs typeface="Arial"/>
                      </a:endParaRPr>
                    </a:p>
                  </a:txBody>
                  <a:tcPr marL="0" marR="0" marT="1905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868099">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spcBef>
                          <a:spcPts val="15"/>
                        </a:spcBef>
                      </a:pPr>
                      <a:endParaRPr sz="1050" dirty="0">
                        <a:latin typeface="Times New Roman"/>
                        <a:cs typeface="Times New Roman"/>
                      </a:endParaRPr>
                    </a:p>
                    <a:p>
                      <a:pPr marL="168275">
                        <a:lnSpc>
                          <a:spcPct val="100000"/>
                        </a:lnSpc>
                      </a:pPr>
                      <a:r>
                        <a:rPr lang="en-US" sz="700" b="1" dirty="0" smtClean="0">
                          <a:solidFill>
                            <a:srgbClr val="1A232D"/>
                          </a:solidFill>
                          <a:latin typeface="Arial"/>
                          <a:cs typeface="Arial"/>
                        </a:rPr>
                        <a:t>8</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56515">
                        <a:lnSpc>
                          <a:spcPct val="100000"/>
                        </a:lnSpc>
                        <a:spcBef>
                          <a:spcPts val="60"/>
                        </a:spcBef>
                      </a:pPr>
                      <a:r>
                        <a:rPr sz="1200" spc="-5" dirty="0">
                          <a:solidFill>
                            <a:srgbClr val="1A232D"/>
                          </a:solidFill>
                          <a:latin typeface="Arial"/>
                          <a:cs typeface="Arial"/>
                        </a:rPr>
                        <a:t>Improve </a:t>
                      </a:r>
                      <a:r>
                        <a:rPr sz="1200" dirty="0">
                          <a:solidFill>
                            <a:srgbClr val="1A232D"/>
                          </a:solidFill>
                          <a:latin typeface="Arial"/>
                          <a:cs typeface="Arial"/>
                        </a:rPr>
                        <a:t>Internal Link</a:t>
                      </a:r>
                      <a:r>
                        <a:rPr sz="1200" spc="-85" dirty="0">
                          <a:solidFill>
                            <a:srgbClr val="1A232D"/>
                          </a:solidFill>
                          <a:latin typeface="Arial"/>
                          <a:cs typeface="Arial"/>
                        </a:rPr>
                        <a:t> </a:t>
                      </a:r>
                      <a:r>
                        <a:rPr sz="1200" dirty="0">
                          <a:solidFill>
                            <a:srgbClr val="1A232D"/>
                          </a:solidFill>
                          <a:latin typeface="Arial"/>
                          <a:cs typeface="Arial"/>
                        </a:rPr>
                        <a:t>Structure</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57150">
                        <a:lnSpc>
                          <a:spcPct val="100000"/>
                        </a:lnSpc>
                        <a:spcBef>
                          <a:spcPts val="60"/>
                        </a:spcBef>
                      </a:pPr>
                      <a:r>
                        <a:rPr sz="1200" dirty="0">
                          <a:solidFill>
                            <a:srgbClr val="1A232D"/>
                          </a:solidFill>
                          <a:latin typeface="Arial"/>
                          <a:cs typeface="Arial"/>
                        </a:rPr>
                        <a:t>Linking </a:t>
                      </a:r>
                      <a:r>
                        <a:rPr sz="1200" spc="-5" dirty="0">
                          <a:solidFill>
                            <a:srgbClr val="1A232D"/>
                          </a:solidFill>
                          <a:latin typeface="Arial"/>
                          <a:cs typeface="Arial"/>
                        </a:rPr>
                        <a:t>between </a:t>
                      </a:r>
                      <a:r>
                        <a:rPr sz="1200" dirty="0">
                          <a:solidFill>
                            <a:srgbClr val="1A232D"/>
                          </a:solidFill>
                          <a:latin typeface="Arial"/>
                          <a:cs typeface="Arial"/>
                        </a:rPr>
                        <a:t>the pages of a</a:t>
                      </a:r>
                      <a:r>
                        <a:rPr sz="1200" spc="-135" dirty="0">
                          <a:solidFill>
                            <a:srgbClr val="1A232D"/>
                          </a:solidFill>
                          <a:latin typeface="Arial"/>
                          <a:cs typeface="Arial"/>
                        </a:rPr>
                        <a:t> </a:t>
                      </a:r>
                      <a:r>
                        <a:rPr sz="1200" dirty="0">
                          <a:solidFill>
                            <a:srgbClr val="1A232D"/>
                          </a:solidFill>
                          <a:latin typeface="Arial"/>
                          <a:cs typeface="Arial"/>
                        </a:rPr>
                        <a:t>site.</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35">
                        <a:lnSpc>
                          <a:spcPct val="100000"/>
                        </a:lnSpc>
                        <a:spcBef>
                          <a:spcPts val="60"/>
                        </a:spcBef>
                      </a:pPr>
                      <a:r>
                        <a:rPr sz="1200" dirty="0">
                          <a:solidFill>
                            <a:srgbClr val="1A232D"/>
                          </a:solidFill>
                          <a:latin typeface="Arial"/>
                          <a:cs typeface="Arial"/>
                        </a:rPr>
                        <a:t>It creates a good </a:t>
                      </a:r>
                      <a:r>
                        <a:rPr sz="1200" spc="-5" dirty="0">
                          <a:solidFill>
                            <a:srgbClr val="1A232D"/>
                          </a:solidFill>
                          <a:latin typeface="Arial"/>
                          <a:cs typeface="Arial"/>
                        </a:rPr>
                        <a:t>navigation</a:t>
                      </a:r>
                      <a:r>
                        <a:rPr sz="1200" spc="-125" dirty="0">
                          <a:solidFill>
                            <a:srgbClr val="1A232D"/>
                          </a:solidFill>
                          <a:latin typeface="Arial"/>
                          <a:cs typeface="Arial"/>
                        </a:rPr>
                        <a:t> </a:t>
                      </a:r>
                      <a:r>
                        <a:rPr sz="1200" spc="-5" dirty="0">
                          <a:solidFill>
                            <a:srgbClr val="1A232D"/>
                          </a:solidFill>
                          <a:latin typeface="Arial"/>
                          <a:cs typeface="Arial"/>
                        </a:rPr>
                        <a:t>between</a:t>
                      </a:r>
                      <a:endParaRPr sz="1200" dirty="0">
                        <a:latin typeface="Arial"/>
                        <a:cs typeface="Arial"/>
                      </a:endParaRPr>
                    </a:p>
                    <a:p>
                      <a:pPr marL="635" marR="76200">
                        <a:lnSpc>
                          <a:spcPct val="114999"/>
                        </a:lnSpc>
                      </a:pPr>
                      <a:r>
                        <a:rPr sz="1200" dirty="0">
                          <a:solidFill>
                            <a:srgbClr val="1A232D"/>
                          </a:solidFill>
                          <a:latin typeface="Arial"/>
                          <a:cs typeface="Arial"/>
                        </a:rPr>
                        <a:t>site pages, good for user</a:t>
                      </a:r>
                      <a:r>
                        <a:rPr sz="1200" spc="-160" dirty="0">
                          <a:solidFill>
                            <a:srgbClr val="1A232D"/>
                          </a:solidFill>
                          <a:latin typeface="Arial"/>
                          <a:cs typeface="Arial"/>
                        </a:rPr>
                        <a:t> </a:t>
                      </a:r>
                      <a:r>
                        <a:rPr sz="1200" spc="-5" dirty="0">
                          <a:solidFill>
                            <a:srgbClr val="1A232D"/>
                          </a:solidFill>
                          <a:latin typeface="Arial"/>
                          <a:cs typeface="Arial"/>
                        </a:rPr>
                        <a:t>perspective  </a:t>
                      </a:r>
                      <a:r>
                        <a:rPr sz="1200" dirty="0">
                          <a:solidFill>
                            <a:srgbClr val="1A232D"/>
                          </a:solidFill>
                          <a:latin typeface="Arial"/>
                          <a:cs typeface="Arial"/>
                        </a:rPr>
                        <a:t>and Search engine </a:t>
                      </a:r>
                      <a:r>
                        <a:rPr sz="1200" spc="-5" dirty="0">
                          <a:solidFill>
                            <a:srgbClr val="1A232D"/>
                          </a:solidFill>
                          <a:latin typeface="Arial"/>
                          <a:cs typeface="Arial"/>
                        </a:rPr>
                        <a:t>indexing </a:t>
                      </a:r>
                      <a:r>
                        <a:rPr sz="1200" dirty="0">
                          <a:solidFill>
                            <a:srgbClr val="1A232D"/>
                          </a:solidFill>
                          <a:latin typeface="Arial"/>
                          <a:cs typeface="Arial"/>
                        </a:rPr>
                        <a:t>and  ranking </a:t>
                      </a:r>
                      <a:r>
                        <a:rPr sz="1200" spc="-5" dirty="0">
                          <a:solidFill>
                            <a:srgbClr val="1A232D"/>
                          </a:solidFill>
                          <a:latin typeface="Arial"/>
                          <a:cs typeface="Arial"/>
                        </a:rPr>
                        <a:t>will </a:t>
                      </a:r>
                      <a:r>
                        <a:rPr sz="1200" dirty="0">
                          <a:solidFill>
                            <a:srgbClr val="1A232D"/>
                          </a:solidFill>
                          <a:latin typeface="Arial"/>
                          <a:cs typeface="Arial"/>
                        </a:rPr>
                        <a:t>be </a:t>
                      </a:r>
                      <a:r>
                        <a:rPr sz="1200" spc="-5" dirty="0">
                          <a:solidFill>
                            <a:srgbClr val="1A232D"/>
                          </a:solidFill>
                          <a:latin typeface="Arial"/>
                          <a:cs typeface="Arial"/>
                        </a:rPr>
                        <a:t>more</a:t>
                      </a:r>
                      <a:r>
                        <a:rPr sz="1200" spc="-65" dirty="0">
                          <a:solidFill>
                            <a:srgbClr val="1A232D"/>
                          </a:solidFill>
                          <a:latin typeface="Arial"/>
                          <a:cs typeface="Arial"/>
                        </a:rPr>
                        <a:t> </a:t>
                      </a:r>
                      <a:r>
                        <a:rPr sz="1200" dirty="0">
                          <a:solidFill>
                            <a:srgbClr val="1A232D"/>
                          </a:solidFill>
                          <a:latin typeface="Arial"/>
                          <a:cs typeface="Arial"/>
                        </a:rPr>
                        <a:t>helpful.</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r h="1095294">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pPr>
                      <a:endParaRPr sz="1000" dirty="0">
                        <a:latin typeface="Times New Roman"/>
                        <a:cs typeface="Times New Roman"/>
                      </a:endParaRPr>
                    </a:p>
                    <a:p>
                      <a:pPr marL="140970">
                        <a:lnSpc>
                          <a:spcPct val="100000"/>
                        </a:lnSpc>
                        <a:spcBef>
                          <a:spcPts val="5"/>
                        </a:spcBef>
                      </a:pPr>
                      <a:r>
                        <a:rPr lang="en-US" sz="700" dirty="0" smtClean="0">
                          <a:latin typeface="Arial"/>
                          <a:cs typeface="Arial"/>
                        </a:rPr>
                        <a:t>9</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56515">
                        <a:lnSpc>
                          <a:spcPct val="100000"/>
                        </a:lnSpc>
                        <a:spcBef>
                          <a:spcPts val="60"/>
                        </a:spcBef>
                      </a:pPr>
                      <a:r>
                        <a:rPr sz="1200" dirty="0">
                          <a:solidFill>
                            <a:srgbClr val="1A232D"/>
                          </a:solidFill>
                          <a:latin typeface="Arial"/>
                          <a:cs typeface="Arial"/>
                        </a:rPr>
                        <a:t>Dead Link or Error</a:t>
                      </a:r>
                      <a:r>
                        <a:rPr sz="1200" spc="-80" dirty="0">
                          <a:solidFill>
                            <a:srgbClr val="1A232D"/>
                          </a:solidFill>
                          <a:latin typeface="Arial"/>
                          <a:cs typeface="Arial"/>
                        </a:rPr>
                        <a:t> </a:t>
                      </a:r>
                      <a:r>
                        <a:rPr sz="1200" dirty="0">
                          <a:solidFill>
                            <a:srgbClr val="1A232D"/>
                          </a:solidFill>
                          <a:latin typeface="Arial"/>
                          <a:cs typeface="Arial"/>
                        </a:rPr>
                        <a:t>Page</a:t>
                      </a:r>
                      <a:endParaRPr sz="1200" dirty="0">
                        <a:latin typeface="Arial"/>
                        <a:cs typeface="Arial"/>
                      </a:endParaRPr>
                    </a:p>
                    <a:p>
                      <a:pPr marL="56515" marR="210820">
                        <a:lnSpc>
                          <a:spcPct val="114999"/>
                        </a:lnSpc>
                      </a:pPr>
                      <a:r>
                        <a:rPr sz="1200" dirty="0">
                          <a:solidFill>
                            <a:srgbClr val="1A232D"/>
                          </a:solidFill>
                          <a:latin typeface="Arial"/>
                          <a:cs typeface="Arial"/>
                        </a:rPr>
                        <a:t>Checking and take</a:t>
                      </a:r>
                      <a:r>
                        <a:rPr sz="1200" spc="-105" dirty="0">
                          <a:solidFill>
                            <a:srgbClr val="1A232D"/>
                          </a:solidFill>
                          <a:latin typeface="Arial"/>
                          <a:cs typeface="Arial"/>
                        </a:rPr>
                        <a:t> </a:t>
                      </a:r>
                      <a:r>
                        <a:rPr sz="1200" dirty="0">
                          <a:solidFill>
                            <a:srgbClr val="1A232D"/>
                          </a:solidFill>
                          <a:latin typeface="Arial"/>
                          <a:cs typeface="Arial"/>
                        </a:rPr>
                        <a:t>necessary  action.</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57150">
                        <a:lnSpc>
                          <a:spcPct val="100000"/>
                        </a:lnSpc>
                        <a:spcBef>
                          <a:spcPts val="60"/>
                        </a:spcBef>
                      </a:pPr>
                      <a:r>
                        <a:rPr sz="1200" dirty="0">
                          <a:solidFill>
                            <a:srgbClr val="1A232D"/>
                          </a:solidFill>
                          <a:latin typeface="Arial"/>
                          <a:cs typeface="Arial"/>
                        </a:rPr>
                        <a:t>The link </a:t>
                      </a:r>
                      <a:r>
                        <a:rPr sz="1200" spc="-5" dirty="0">
                          <a:solidFill>
                            <a:srgbClr val="1A232D"/>
                          </a:solidFill>
                          <a:latin typeface="Arial"/>
                          <a:cs typeface="Arial"/>
                        </a:rPr>
                        <a:t>which </a:t>
                      </a:r>
                      <a:r>
                        <a:rPr sz="1200" dirty="0">
                          <a:solidFill>
                            <a:srgbClr val="1A232D"/>
                          </a:solidFill>
                          <a:latin typeface="Arial"/>
                          <a:cs typeface="Arial"/>
                        </a:rPr>
                        <a:t>is not working or</a:t>
                      </a:r>
                      <a:r>
                        <a:rPr sz="1200" spc="-114" dirty="0">
                          <a:solidFill>
                            <a:srgbClr val="1A232D"/>
                          </a:solidFill>
                          <a:latin typeface="Arial"/>
                          <a:cs typeface="Arial"/>
                        </a:rPr>
                        <a:t> </a:t>
                      </a:r>
                      <a:r>
                        <a:rPr sz="1200" dirty="0">
                          <a:solidFill>
                            <a:srgbClr val="1A232D"/>
                          </a:solidFill>
                          <a:latin typeface="Arial"/>
                          <a:cs typeface="Arial"/>
                        </a:rPr>
                        <a:t>the</a:t>
                      </a:r>
                      <a:endParaRPr sz="1200" dirty="0">
                        <a:latin typeface="Arial"/>
                        <a:cs typeface="Arial"/>
                      </a:endParaRPr>
                    </a:p>
                    <a:p>
                      <a:pPr marL="57150" marR="411480">
                        <a:lnSpc>
                          <a:spcPct val="114999"/>
                        </a:lnSpc>
                      </a:pPr>
                      <a:r>
                        <a:rPr sz="1200" dirty="0">
                          <a:solidFill>
                            <a:srgbClr val="1A232D"/>
                          </a:solidFill>
                          <a:latin typeface="Arial"/>
                          <a:cs typeface="Arial"/>
                        </a:rPr>
                        <a:t>page </a:t>
                      </a:r>
                      <a:r>
                        <a:rPr sz="1200" spc="-5" dirty="0">
                          <a:solidFill>
                            <a:srgbClr val="1A232D"/>
                          </a:solidFill>
                          <a:latin typeface="Arial"/>
                          <a:cs typeface="Arial"/>
                        </a:rPr>
                        <a:t>showing </a:t>
                      </a:r>
                      <a:r>
                        <a:rPr sz="1200" dirty="0">
                          <a:solidFill>
                            <a:srgbClr val="1A232D"/>
                          </a:solidFill>
                          <a:latin typeface="Arial"/>
                          <a:cs typeface="Arial"/>
                        </a:rPr>
                        <a:t>404 error and need</a:t>
                      </a:r>
                      <a:r>
                        <a:rPr sz="1200" spc="-160" dirty="0">
                          <a:solidFill>
                            <a:srgbClr val="1A232D"/>
                          </a:solidFill>
                          <a:latin typeface="Arial"/>
                          <a:cs typeface="Arial"/>
                        </a:rPr>
                        <a:t> </a:t>
                      </a:r>
                      <a:r>
                        <a:rPr sz="1200" dirty="0">
                          <a:solidFill>
                            <a:srgbClr val="1A232D"/>
                          </a:solidFill>
                          <a:latin typeface="Arial"/>
                          <a:cs typeface="Arial"/>
                        </a:rPr>
                        <a:t>a  permanent</a:t>
                      </a:r>
                      <a:r>
                        <a:rPr sz="1200" spc="-55" dirty="0">
                          <a:solidFill>
                            <a:srgbClr val="1A232D"/>
                          </a:solidFill>
                          <a:latin typeface="Arial"/>
                          <a:cs typeface="Arial"/>
                        </a:rPr>
                        <a:t> </a:t>
                      </a:r>
                      <a:r>
                        <a:rPr sz="1200" dirty="0">
                          <a:solidFill>
                            <a:srgbClr val="1A232D"/>
                          </a:solidFill>
                          <a:latin typeface="Arial"/>
                          <a:cs typeface="Arial"/>
                        </a:rPr>
                        <a:t>redirection.</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algn="just">
                        <a:lnSpc>
                          <a:spcPct val="100000"/>
                        </a:lnSpc>
                        <a:spcBef>
                          <a:spcPts val="60"/>
                        </a:spcBef>
                      </a:pPr>
                      <a:r>
                        <a:rPr sz="1200" spc="-5" dirty="0">
                          <a:solidFill>
                            <a:srgbClr val="1A232D"/>
                          </a:solidFill>
                          <a:latin typeface="Arial"/>
                          <a:cs typeface="Arial"/>
                        </a:rPr>
                        <a:t>Not </a:t>
                      </a:r>
                      <a:r>
                        <a:rPr sz="1200" dirty="0">
                          <a:solidFill>
                            <a:srgbClr val="1A232D"/>
                          </a:solidFill>
                          <a:latin typeface="Arial"/>
                          <a:cs typeface="Arial"/>
                        </a:rPr>
                        <a:t>good for reputation of a</a:t>
                      </a:r>
                      <a:r>
                        <a:rPr sz="1200" spc="-145" dirty="0">
                          <a:solidFill>
                            <a:srgbClr val="1A232D"/>
                          </a:solidFill>
                          <a:latin typeface="Arial"/>
                          <a:cs typeface="Arial"/>
                        </a:rPr>
                        <a:t> </a:t>
                      </a:r>
                      <a:r>
                        <a:rPr sz="1200" dirty="0">
                          <a:solidFill>
                            <a:srgbClr val="1A232D"/>
                          </a:solidFill>
                          <a:latin typeface="Arial"/>
                          <a:cs typeface="Arial"/>
                        </a:rPr>
                        <a:t>brand</a:t>
                      </a:r>
                      <a:endParaRPr sz="1200" dirty="0">
                        <a:latin typeface="Arial"/>
                        <a:cs typeface="Arial"/>
                      </a:endParaRPr>
                    </a:p>
                    <a:p>
                      <a:pPr marL="635" marR="165735" algn="just">
                        <a:lnSpc>
                          <a:spcPct val="114999"/>
                        </a:lnSpc>
                      </a:pPr>
                      <a:r>
                        <a:rPr sz="1200" dirty="0">
                          <a:solidFill>
                            <a:srgbClr val="1A232D"/>
                          </a:solidFill>
                          <a:latin typeface="Arial"/>
                          <a:cs typeface="Arial"/>
                        </a:rPr>
                        <a:t>and also </a:t>
                      </a:r>
                      <a:r>
                        <a:rPr sz="1200" spc="-5" dirty="0">
                          <a:solidFill>
                            <a:srgbClr val="1A232D"/>
                          </a:solidFill>
                          <a:latin typeface="Arial"/>
                          <a:cs typeface="Arial"/>
                        </a:rPr>
                        <a:t>visitors </a:t>
                      </a:r>
                      <a:r>
                        <a:rPr sz="1200" dirty="0">
                          <a:solidFill>
                            <a:srgbClr val="1A232D"/>
                          </a:solidFill>
                          <a:latin typeface="Arial"/>
                          <a:cs typeface="Arial"/>
                        </a:rPr>
                        <a:t>can return from</a:t>
                      </a:r>
                      <a:r>
                        <a:rPr sz="1200" spc="-180" dirty="0">
                          <a:solidFill>
                            <a:srgbClr val="1A232D"/>
                          </a:solidFill>
                          <a:latin typeface="Arial"/>
                          <a:cs typeface="Arial"/>
                        </a:rPr>
                        <a:t> </a:t>
                      </a:r>
                      <a:r>
                        <a:rPr sz="1200" dirty="0">
                          <a:solidFill>
                            <a:srgbClr val="1A232D"/>
                          </a:solidFill>
                          <a:latin typeface="Arial"/>
                          <a:cs typeface="Arial"/>
                        </a:rPr>
                        <a:t>the  error or 404 pages and </a:t>
                      </a:r>
                      <a:r>
                        <a:rPr sz="1200" spc="-5" dirty="0">
                          <a:solidFill>
                            <a:srgbClr val="1A232D"/>
                          </a:solidFill>
                          <a:latin typeface="Arial"/>
                          <a:cs typeface="Arial"/>
                        </a:rPr>
                        <a:t>never come  </a:t>
                      </a:r>
                      <a:r>
                        <a:rPr sz="1200" dirty="0">
                          <a:solidFill>
                            <a:srgbClr val="1A232D"/>
                          </a:solidFill>
                          <a:latin typeface="Arial"/>
                          <a:cs typeface="Arial"/>
                        </a:rPr>
                        <a:t>again. </a:t>
                      </a:r>
                      <a:r>
                        <a:rPr sz="1200" spc="-5" dirty="0">
                          <a:solidFill>
                            <a:srgbClr val="1A232D"/>
                          </a:solidFill>
                          <a:latin typeface="Arial"/>
                          <a:cs typeface="Arial"/>
                        </a:rPr>
                        <a:t>Removing </a:t>
                      </a:r>
                      <a:r>
                        <a:rPr sz="1200" dirty="0">
                          <a:solidFill>
                            <a:srgbClr val="1A232D"/>
                          </a:solidFill>
                          <a:latin typeface="Arial"/>
                          <a:cs typeface="Arial"/>
                        </a:rPr>
                        <a:t>these pages is an  important </a:t>
                      </a:r>
                      <a:r>
                        <a:rPr sz="1200" spc="-5" dirty="0">
                          <a:solidFill>
                            <a:srgbClr val="1A232D"/>
                          </a:solidFill>
                          <a:latin typeface="Arial"/>
                          <a:cs typeface="Arial"/>
                        </a:rPr>
                        <a:t>expect </a:t>
                      </a:r>
                      <a:r>
                        <a:rPr sz="1200" dirty="0">
                          <a:solidFill>
                            <a:srgbClr val="1A232D"/>
                          </a:solidFill>
                          <a:latin typeface="Arial"/>
                          <a:cs typeface="Arial"/>
                        </a:rPr>
                        <a:t>of</a:t>
                      </a:r>
                      <a:r>
                        <a:rPr sz="1200" spc="-75" dirty="0">
                          <a:solidFill>
                            <a:srgbClr val="1A232D"/>
                          </a:solidFill>
                          <a:latin typeface="Arial"/>
                          <a:cs typeface="Arial"/>
                        </a:rPr>
                        <a:t> </a:t>
                      </a:r>
                      <a:r>
                        <a:rPr sz="1200" dirty="0">
                          <a:solidFill>
                            <a:srgbClr val="1A232D"/>
                          </a:solidFill>
                          <a:latin typeface="Arial"/>
                          <a:cs typeface="Arial"/>
                        </a:rPr>
                        <a:t>SEO.</a:t>
                      </a:r>
                      <a:endParaRPr sz="12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bl>
          </a:graphicData>
        </a:graphic>
      </p:graphicFrame>
    </p:spTree>
    <p:extLst>
      <p:ext uri="{BB962C8B-B14F-4D97-AF65-F5344CB8AC3E}">
        <p14:creationId xmlns:p14="http://schemas.microsoft.com/office/powerpoint/2010/main" val="26097551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2548176" y="0"/>
              <a:ext cx="7100141" cy="208927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0" y="3250169"/>
              <a:ext cx="2179193" cy="1993900"/>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11542903" y="2974848"/>
              <a:ext cx="27305" cy="33655"/>
            </a:xfrm>
            <a:custGeom>
              <a:avLst/>
              <a:gdLst/>
              <a:ahLst/>
              <a:cxnLst/>
              <a:rect l="l" t="t" r="r" b="b"/>
              <a:pathLst>
                <a:path w="27304" h="33655">
                  <a:moveTo>
                    <a:pt x="20447" y="0"/>
                  </a:moveTo>
                  <a:lnTo>
                    <a:pt x="9017" y="0"/>
                  </a:lnTo>
                  <a:lnTo>
                    <a:pt x="0" y="8889"/>
                  </a:lnTo>
                  <a:lnTo>
                    <a:pt x="0" y="17906"/>
                  </a:lnTo>
                  <a:lnTo>
                    <a:pt x="2158" y="22351"/>
                  </a:lnTo>
                  <a:lnTo>
                    <a:pt x="2158" y="24637"/>
                  </a:lnTo>
                  <a:lnTo>
                    <a:pt x="4445" y="29082"/>
                  </a:lnTo>
                  <a:lnTo>
                    <a:pt x="9017" y="31241"/>
                  </a:lnTo>
                  <a:lnTo>
                    <a:pt x="11302" y="33400"/>
                  </a:lnTo>
                  <a:lnTo>
                    <a:pt x="15875" y="33400"/>
                  </a:lnTo>
                  <a:lnTo>
                    <a:pt x="25019" y="29082"/>
                  </a:lnTo>
                  <a:lnTo>
                    <a:pt x="27304" y="26797"/>
                  </a:lnTo>
                  <a:lnTo>
                    <a:pt x="27304" y="11175"/>
                  </a:lnTo>
                  <a:lnTo>
                    <a:pt x="25019" y="4444"/>
                  </a:lnTo>
                  <a:lnTo>
                    <a:pt x="20447" y="0"/>
                  </a:lnTo>
                  <a:close/>
                </a:path>
              </a:pathLst>
            </a:custGeom>
            <a:solidFill>
              <a:srgbClr val="F8F8F8"/>
            </a:solidFill>
          </p:spPr>
          <p:txBody>
            <a:bodyPr wrap="square" lIns="0" tIns="0" rIns="0" bIns="0" rtlCol="0"/>
            <a:lstStyle/>
            <a:p>
              <a:endParaRPr dirty="0"/>
            </a:p>
          </p:txBody>
        </p:sp>
        <p:sp>
          <p:nvSpPr>
            <p:cNvPr id="7" name="object 7"/>
            <p:cNvSpPr/>
            <p:nvPr/>
          </p:nvSpPr>
          <p:spPr>
            <a:xfrm>
              <a:off x="11466703" y="3921378"/>
              <a:ext cx="103504" cy="117220"/>
            </a:xfrm>
            <a:prstGeom prst="rect">
              <a:avLst/>
            </a:prstGeom>
            <a:blipFill>
              <a:blip r:embed="rId5" cstate="print"/>
              <a:stretch>
                <a:fillRect/>
              </a:stretch>
            </a:blipFill>
          </p:spPr>
          <p:txBody>
            <a:bodyPr wrap="square" lIns="0" tIns="0" rIns="0" bIns="0" rtlCol="0"/>
            <a:lstStyle/>
            <a:p>
              <a:endParaRPr dirty="0"/>
            </a:p>
          </p:txBody>
        </p:sp>
        <p:sp>
          <p:nvSpPr>
            <p:cNvPr id="8" name="object 8"/>
            <p:cNvSpPr/>
            <p:nvPr/>
          </p:nvSpPr>
          <p:spPr>
            <a:xfrm>
              <a:off x="11228959" y="2871342"/>
              <a:ext cx="687070" cy="1214755"/>
            </a:xfrm>
            <a:custGeom>
              <a:avLst/>
              <a:gdLst/>
              <a:ahLst/>
              <a:cxnLst/>
              <a:rect l="l" t="t" r="r" b="b"/>
              <a:pathLst>
                <a:path w="687070" h="1214754">
                  <a:moveTo>
                    <a:pt x="222059" y="157607"/>
                  </a:moveTo>
                  <a:lnTo>
                    <a:pt x="197485" y="155321"/>
                  </a:lnTo>
                  <a:lnTo>
                    <a:pt x="186309" y="157607"/>
                  </a:lnTo>
                  <a:lnTo>
                    <a:pt x="222059" y="157607"/>
                  </a:lnTo>
                  <a:close/>
                </a:path>
                <a:path w="687070" h="1214754">
                  <a:moveTo>
                    <a:pt x="422021" y="88138"/>
                  </a:moveTo>
                  <a:lnTo>
                    <a:pt x="417195" y="83693"/>
                  </a:lnTo>
                  <a:lnTo>
                    <a:pt x="405511" y="83693"/>
                  </a:lnTo>
                  <a:lnTo>
                    <a:pt x="400812" y="90297"/>
                  </a:lnTo>
                  <a:lnTo>
                    <a:pt x="400812" y="96901"/>
                  </a:lnTo>
                  <a:lnTo>
                    <a:pt x="405511" y="101346"/>
                  </a:lnTo>
                  <a:lnTo>
                    <a:pt x="412496" y="103378"/>
                  </a:lnTo>
                  <a:lnTo>
                    <a:pt x="422021" y="99060"/>
                  </a:lnTo>
                  <a:lnTo>
                    <a:pt x="422021" y="88138"/>
                  </a:lnTo>
                  <a:close/>
                </a:path>
                <a:path w="687070" h="1214754">
                  <a:moveTo>
                    <a:pt x="467741" y="136906"/>
                  </a:moveTo>
                  <a:lnTo>
                    <a:pt x="465455" y="134747"/>
                  </a:lnTo>
                  <a:lnTo>
                    <a:pt x="454406" y="130429"/>
                  </a:lnTo>
                  <a:lnTo>
                    <a:pt x="438785" y="128270"/>
                  </a:lnTo>
                  <a:lnTo>
                    <a:pt x="412242" y="126111"/>
                  </a:lnTo>
                  <a:lnTo>
                    <a:pt x="385572" y="121920"/>
                  </a:lnTo>
                  <a:lnTo>
                    <a:pt x="372237" y="121920"/>
                  </a:lnTo>
                  <a:lnTo>
                    <a:pt x="367792" y="123952"/>
                  </a:lnTo>
                  <a:lnTo>
                    <a:pt x="361188" y="126111"/>
                  </a:lnTo>
                  <a:lnTo>
                    <a:pt x="361188" y="128270"/>
                  </a:lnTo>
                  <a:lnTo>
                    <a:pt x="365506" y="132588"/>
                  </a:lnTo>
                  <a:lnTo>
                    <a:pt x="372237" y="134747"/>
                  </a:lnTo>
                  <a:lnTo>
                    <a:pt x="383286" y="139065"/>
                  </a:lnTo>
                  <a:lnTo>
                    <a:pt x="409956" y="141224"/>
                  </a:lnTo>
                  <a:lnTo>
                    <a:pt x="436626" y="145542"/>
                  </a:lnTo>
                  <a:lnTo>
                    <a:pt x="452120" y="147701"/>
                  </a:lnTo>
                  <a:lnTo>
                    <a:pt x="465455" y="145542"/>
                  </a:lnTo>
                  <a:lnTo>
                    <a:pt x="467741" y="143383"/>
                  </a:lnTo>
                  <a:lnTo>
                    <a:pt x="467741" y="136906"/>
                  </a:lnTo>
                  <a:close/>
                </a:path>
                <a:path w="687070" h="1214754">
                  <a:moveTo>
                    <a:pt x="636905" y="220218"/>
                  </a:moveTo>
                  <a:lnTo>
                    <a:pt x="634619" y="215646"/>
                  </a:lnTo>
                  <a:lnTo>
                    <a:pt x="630174" y="213487"/>
                  </a:lnTo>
                  <a:lnTo>
                    <a:pt x="625729" y="213004"/>
                  </a:lnTo>
                  <a:lnTo>
                    <a:pt x="625729" y="229108"/>
                  </a:lnTo>
                  <a:lnTo>
                    <a:pt x="616839" y="273812"/>
                  </a:lnTo>
                  <a:lnTo>
                    <a:pt x="610108" y="320802"/>
                  </a:lnTo>
                  <a:lnTo>
                    <a:pt x="598932" y="412369"/>
                  </a:lnTo>
                  <a:lnTo>
                    <a:pt x="572135" y="620268"/>
                  </a:lnTo>
                  <a:lnTo>
                    <a:pt x="558800" y="727583"/>
                  </a:lnTo>
                  <a:lnTo>
                    <a:pt x="543179" y="832739"/>
                  </a:lnTo>
                  <a:lnTo>
                    <a:pt x="509651" y="1045083"/>
                  </a:lnTo>
                  <a:lnTo>
                    <a:pt x="451739" y="1040638"/>
                  </a:lnTo>
                  <a:lnTo>
                    <a:pt x="395986" y="1033907"/>
                  </a:lnTo>
                  <a:lnTo>
                    <a:pt x="282194" y="1016000"/>
                  </a:lnTo>
                  <a:lnTo>
                    <a:pt x="217424" y="1004824"/>
                  </a:lnTo>
                  <a:lnTo>
                    <a:pt x="177419" y="998093"/>
                  </a:lnTo>
                  <a:lnTo>
                    <a:pt x="151447" y="995934"/>
                  </a:lnTo>
                  <a:lnTo>
                    <a:pt x="123952" y="993648"/>
                  </a:lnTo>
                  <a:lnTo>
                    <a:pt x="97155" y="993648"/>
                  </a:lnTo>
                  <a:lnTo>
                    <a:pt x="70358" y="995934"/>
                  </a:lnTo>
                  <a:lnTo>
                    <a:pt x="123952" y="582295"/>
                  </a:lnTo>
                  <a:lnTo>
                    <a:pt x="150622" y="372237"/>
                  </a:lnTo>
                  <a:lnTo>
                    <a:pt x="166243" y="269367"/>
                  </a:lnTo>
                  <a:lnTo>
                    <a:pt x="175133" y="166497"/>
                  </a:lnTo>
                  <a:lnTo>
                    <a:pt x="199771" y="173228"/>
                  </a:lnTo>
                  <a:lnTo>
                    <a:pt x="228727" y="177673"/>
                  </a:lnTo>
                  <a:lnTo>
                    <a:pt x="255524" y="179959"/>
                  </a:lnTo>
                  <a:lnTo>
                    <a:pt x="400431" y="202311"/>
                  </a:lnTo>
                  <a:lnTo>
                    <a:pt x="514223" y="217932"/>
                  </a:lnTo>
                  <a:lnTo>
                    <a:pt x="625729" y="229108"/>
                  </a:lnTo>
                  <a:lnTo>
                    <a:pt x="625729" y="213004"/>
                  </a:lnTo>
                  <a:lnTo>
                    <a:pt x="507492" y="200025"/>
                  </a:lnTo>
                  <a:lnTo>
                    <a:pt x="387096" y="184404"/>
                  </a:lnTo>
                  <a:lnTo>
                    <a:pt x="329057" y="175387"/>
                  </a:lnTo>
                  <a:lnTo>
                    <a:pt x="282460" y="166497"/>
                  </a:lnTo>
                  <a:lnTo>
                    <a:pt x="246634" y="159893"/>
                  </a:lnTo>
                  <a:lnTo>
                    <a:pt x="175133" y="159893"/>
                  </a:lnTo>
                  <a:lnTo>
                    <a:pt x="172974" y="159893"/>
                  </a:lnTo>
                  <a:lnTo>
                    <a:pt x="168529" y="159893"/>
                  </a:lnTo>
                  <a:lnTo>
                    <a:pt x="166243" y="162052"/>
                  </a:lnTo>
                  <a:lnTo>
                    <a:pt x="157353" y="208915"/>
                  </a:lnTo>
                  <a:lnTo>
                    <a:pt x="148463" y="258191"/>
                  </a:lnTo>
                  <a:lnTo>
                    <a:pt x="137287" y="354330"/>
                  </a:lnTo>
                  <a:lnTo>
                    <a:pt x="110490" y="564515"/>
                  </a:lnTo>
                  <a:lnTo>
                    <a:pt x="54737" y="1002538"/>
                  </a:lnTo>
                  <a:lnTo>
                    <a:pt x="54737" y="1007110"/>
                  </a:lnTo>
                  <a:lnTo>
                    <a:pt x="59182" y="1009269"/>
                  </a:lnTo>
                  <a:lnTo>
                    <a:pt x="65913" y="1009269"/>
                  </a:lnTo>
                  <a:lnTo>
                    <a:pt x="68072" y="1004824"/>
                  </a:lnTo>
                  <a:lnTo>
                    <a:pt x="97155" y="1011555"/>
                  </a:lnTo>
                  <a:lnTo>
                    <a:pt x="123952" y="1013841"/>
                  </a:lnTo>
                  <a:lnTo>
                    <a:pt x="293370" y="1033907"/>
                  </a:lnTo>
                  <a:lnTo>
                    <a:pt x="346964" y="1045083"/>
                  </a:lnTo>
                  <a:lnTo>
                    <a:pt x="400431" y="1054100"/>
                  </a:lnTo>
                  <a:lnTo>
                    <a:pt x="454025" y="1060704"/>
                  </a:lnTo>
                  <a:lnTo>
                    <a:pt x="507492" y="1060704"/>
                  </a:lnTo>
                  <a:lnTo>
                    <a:pt x="509651" y="1067435"/>
                  </a:lnTo>
                  <a:lnTo>
                    <a:pt x="514223" y="1069721"/>
                  </a:lnTo>
                  <a:lnTo>
                    <a:pt x="518668" y="1069721"/>
                  </a:lnTo>
                  <a:lnTo>
                    <a:pt x="520954" y="1067435"/>
                  </a:lnTo>
                  <a:lnTo>
                    <a:pt x="523113" y="1065149"/>
                  </a:lnTo>
                  <a:lnTo>
                    <a:pt x="523113" y="1058545"/>
                  </a:lnTo>
                  <a:lnTo>
                    <a:pt x="527558" y="1056259"/>
                  </a:lnTo>
                  <a:lnTo>
                    <a:pt x="529844" y="1054100"/>
                  </a:lnTo>
                  <a:lnTo>
                    <a:pt x="529844" y="1049655"/>
                  </a:lnTo>
                  <a:lnTo>
                    <a:pt x="525399" y="1045083"/>
                  </a:lnTo>
                  <a:lnTo>
                    <a:pt x="545465" y="948944"/>
                  </a:lnTo>
                  <a:lnTo>
                    <a:pt x="558800" y="850646"/>
                  </a:lnTo>
                  <a:lnTo>
                    <a:pt x="585597" y="656082"/>
                  </a:lnTo>
                  <a:lnTo>
                    <a:pt x="610108" y="448183"/>
                  </a:lnTo>
                  <a:lnTo>
                    <a:pt x="625729" y="338709"/>
                  </a:lnTo>
                  <a:lnTo>
                    <a:pt x="630174" y="284988"/>
                  </a:lnTo>
                  <a:lnTo>
                    <a:pt x="632460" y="255905"/>
                  </a:lnTo>
                  <a:lnTo>
                    <a:pt x="632460" y="229108"/>
                  </a:lnTo>
                  <a:lnTo>
                    <a:pt x="636905" y="226949"/>
                  </a:lnTo>
                  <a:lnTo>
                    <a:pt x="636905" y="220218"/>
                  </a:lnTo>
                  <a:close/>
                </a:path>
                <a:path w="687070" h="1214754">
                  <a:moveTo>
                    <a:pt x="687070" y="167386"/>
                  </a:moveTo>
                  <a:lnTo>
                    <a:pt x="684911" y="136144"/>
                  </a:lnTo>
                  <a:lnTo>
                    <a:pt x="678307" y="104902"/>
                  </a:lnTo>
                  <a:lnTo>
                    <a:pt x="680466" y="102616"/>
                  </a:lnTo>
                  <a:lnTo>
                    <a:pt x="678307" y="100457"/>
                  </a:lnTo>
                  <a:lnTo>
                    <a:pt x="673735" y="89154"/>
                  </a:lnTo>
                  <a:lnTo>
                    <a:pt x="673735" y="165100"/>
                  </a:lnTo>
                  <a:lnTo>
                    <a:pt x="673735" y="218694"/>
                  </a:lnTo>
                  <a:lnTo>
                    <a:pt x="669290" y="256667"/>
                  </a:lnTo>
                  <a:lnTo>
                    <a:pt x="660400" y="292354"/>
                  </a:lnTo>
                  <a:lnTo>
                    <a:pt x="644779" y="366014"/>
                  </a:lnTo>
                  <a:lnTo>
                    <a:pt x="633603" y="426339"/>
                  </a:lnTo>
                  <a:lnTo>
                    <a:pt x="624713" y="488823"/>
                  </a:lnTo>
                  <a:lnTo>
                    <a:pt x="611251" y="613918"/>
                  </a:lnTo>
                  <a:lnTo>
                    <a:pt x="597916" y="756793"/>
                  </a:lnTo>
                  <a:lnTo>
                    <a:pt x="580009" y="899668"/>
                  </a:lnTo>
                  <a:lnTo>
                    <a:pt x="571119" y="964438"/>
                  </a:lnTo>
                  <a:lnTo>
                    <a:pt x="548767" y="1089533"/>
                  </a:lnTo>
                  <a:lnTo>
                    <a:pt x="539877" y="1152017"/>
                  </a:lnTo>
                  <a:lnTo>
                    <a:pt x="508635" y="1185418"/>
                  </a:lnTo>
                  <a:lnTo>
                    <a:pt x="466217" y="1198880"/>
                  </a:lnTo>
                  <a:lnTo>
                    <a:pt x="430530" y="1198880"/>
                  </a:lnTo>
                  <a:lnTo>
                    <a:pt x="289941" y="1187704"/>
                  </a:lnTo>
                  <a:lnTo>
                    <a:pt x="189611" y="1180973"/>
                  </a:lnTo>
                  <a:lnTo>
                    <a:pt x="158369" y="1176528"/>
                  </a:lnTo>
                  <a:lnTo>
                    <a:pt x="133858" y="1172083"/>
                  </a:lnTo>
                  <a:lnTo>
                    <a:pt x="109220" y="1165352"/>
                  </a:lnTo>
                  <a:lnTo>
                    <a:pt x="113792" y="1160907"/>
                  </a:lnTo>
                  <a:lnTo>
                    <a:pt x="112280" y="1156462"/>
                  </a:lnTo>
                  <a:lnTo>
                    <a:pt x="111506" y="1154176"/>
                  </a:lnTo>
                  <a:lnTo>
                    <a:pt x="109220" y="1152017"/>
                  </a:lnTo>
                  <a:lnTo>
                    <a:pt x="102489" y="1149731"/>
                  </a:lnTo>
                  <a:lnTo>
                    <a:pt x="91440" y="1154176"/>
                  </a:lnTo>
                  <a:lnTo>
                    <a:pt x="80264" y="1156462"/>
                  </a:lnTo>
                  <a:lnTo>
                    <a:pt x="71374" y="1156462"/>
                  </a:lnTo>
                  <a:lnTo>
                    <a:pt x="62357" y="1154176"/>
                  </a:lnTo>
                  <a:lnTo>
                    <a:pt x="55626" y="1152017"/>
                  </a:lnTo>
                  <a:lnTo>
                    <a:pt x="46736" y="1147572"/>
                  </a:lnTo>
                  <a:lnTo>
                    <a:pt x="42291" y="1140841"/>
                  </a:lnTo>
                  <a:lnTo>
                    <a:pt x="35560" y="1134110"/>
                  </a:lnTo>
                  <a:lnTo>
                    <a:pt x="28956" y="1116330"/>
                  </a:lnTo>
                  <a:lnTo>
                    <a:pt x="24511" y="1096137"/>
                  </a:lnTo>
                  <a:lnTo>
                    <a:pt x="20066" y="1073785"/>
                  </a:lnTo>
                  <a:lnTo>
                    <a:pt x="20066" y="1022477"/>
                  </a:lnTo>
                  <a:lnTo>
                    <a:pt x="22225" y="995680"/>
                  </a:lnTo>
                  <a:lnTo>
                    <a:pt x="28956" y="944372"/>
                  </a:lnTo>
                  <a:lnTo>
                    <a:pt x="40132" y="870712"/>
                  </a:lnTo>
                  <a:lnTo>
                    <a:pt x="80264" y="589407"/>
                  </a:lnTo>
                  <a:lnTo>
                    <a:pt x="122555" y="305816"/>
                  </a:lnTo>
                  <a:lnTo>
                    <a:pt x="142748" y="165100"/>
                  </a:lnTo>
                  <a:lnTo>
                    <a:pt x="147193" y="122682"/>
                  </a:lnTo>
                  <a:lnTo>
                    <a:pt x="151638" y="95885"/>
                  </a:lnTo>
                  <a:lnTo>
                    <a:pt x="169418" y="46863"/>
                  </a:lnTo>
                  <a:lnTo>
                    <a:pt x="198501" y="13335"/>
                  </a:lnTo>
                  <a:lnTo>
                    <a:pt x="209677" y="11049"/>
                  </a:lnTo>
                  <a:lnTo>
                    <a:pt x="225298" y="11049"/>
                  </a:lnTo>
                  <a:lnTo>
                    <a:pt x="243078" y="17780"/>
                  </a:lnTo>
                  <a:lnTo>
                    <a:pt x="263144" y="22225"/>
                  </a:lnTo>
                  <a:lnTo>
                    <a:pt x="423799" y="40132"/>
                  </a:lnTo>
                  <a:lnTo>
                    <a:pt x="557784" y="57912"/>
                  </a:lnTo>
                  <a:lnTo>
                    <a:pt x="602361" y="64643"/>
                  </a:lnTo>
                  <a:lnTo>
                    <a:pt x="646938" y="80264"/>
                  </a:lnTo>
                  <a:lnTo>
                    <a:pt x="664845" y="104902"/>
                  </a:lnTo>
                  <a:lnTo>
                    <a:pt x="667004" y="107061"/>
                  </a:lnTo>
                  <a:lnTo>
                    <a:pt x="671576" y="109347"/>
                  </a:lnTo>
                  <a:lnTo>
                    <a:pt x="673735" y="165100"/>
                  </a:lnTo>
                  <a:lnTo>
                    <a:pt x="673735" y="89154"/>
                  </a:lnTo>
                  <a:lnTo>
                    <a:pt x="667004" y="80264"/>
                  </a:lnTo>
                  <a:lnTo>
                    <a:pt x="658114" y="73660"/>
                  </a:lnTo>
                  <a:lnTo>
                    <a:pt x="649224" y="66929"/>
                  </a:lnTo>
                  <a:lnTo>
                    <a:pt x="629158" y="55753"/>
                  </a:lnTo>
                  <a:lnTo>
                    <a:pt x="604647" y="49022"/>
                  </a:lnTo>
                  <a:lnTo>
                    <a:pt x="580009" y="44577"/>
                  </a:lnTo>
                  <a:lnTo>
                    <a:pt x="510794" y="37846"/>
                  </a:lnTo>
                  <a:lnTo>
                    <a:pt x="372491" y="20066"/>
                  </a:lnTo>
                  <a:lnTo>
                    <a:pt x="315544" y="11049"/>
                  </a:lnTo>
                  <a:lnTo>
                    <a:pt x="301117" y="8763"/>
                  </a:lnTo>
                  <a:lnTo>
                    <a:pt x="282130" y="6604"/>
                  </a:lnTo>
                  <a:lnTo>
                    <a:pt x="263144" y="4445"/>
                  </a:lnTo>
                  <a:lnTo>
                    <a:pt x="245364" y="4445"/>
                  </a:lnTo>
                  <a:lnTo>
                    <a:pt x="227584" y="6604"/>
                  </a:lnTo>
                  <a:lnTo>
                    <a:pt x="227584" y="4445"/>
                  </a:lnTo>
                  <a:lnTo>
                    <a:pt x="225298" y="4445"/>
                  </a:lnTo>
                  <a:lnTo>
                    <a:pt x="209677" y="0"/>
                  </a:lnTo>
                  <a:lnTo>
                    <a:pt x="196215" y="0"/>
                  </a:lnTo>
                  <a:lnTo>
                    <a:pt x="164973" y="22225"/>
                  </a:lnTo>
                  <a:lnTo>
                    <a:pt x="136017" y="107061"/>
                  </a:lnTo>
                  <a:lnTo>
                    <a:pt x="122555" y="196342"/>
                  </a:lnTo>
                  <a:lnTo>
                    <a:pt x="60198" y="620522"/>
                  </a:lnTo>
                  <a:lnTo>
                    <a:pt x="31115" y="812673"/>
                  </a:lnTo>
                  <a:lnTo>
                    <a:pt x="17780" y="908558"/>
                  </a:lnTo>
                  <a:lnTo>
                    <a:pt x="4318" y="1006856"/>
                  </a:lnTo>
                  <a:lnTo>
                    <a:pt x="2159" y="1040384"/>
                  </a:lnTo>
                  <a:lnTo>
                    <a:pt x="0" y="1058164"/>
                  </a:lnTo>
                  <a:lnTo>
                    <a:pt x="2159" y="1076071"/>
                  </a:lnTo>
                  <a:lnTo>
                    <a:pt x="4318" y="1096137"/>
                  </a:lnTo>
                  <a:lnTo>
                    <a:pt x="8763" y="1111758"/>
                  </a:lnTo>
                  <a:lnTo>
                    <a:pt x="40132" y="1156462"/>
                  </a:lnTo>
                  <a:lnTo>
                    <a:pt x="71374" y="1172083"/>
                  </a:lnTo>
                  <a:lnTo>
                    <a:pt x="89154" y="1172083"/>
                  </a:lnTo>
                  <a:lnTo>
                    <a:pt x="162814" y="1192149"/>
                  </a:lnTo>
                  <a:lnTo>
                    <a:pt x="187325" y="1196721"/>
                  </a:lnTo>
                  <a:lnTo>
                    <a:pt x="417195" y="1214501"/>
                  </a:lnTo>
                  <a:lnTo>
                    <a:pt x="479679" y="1214501"/>
                  </a:lnTo>
                  <a:lnTo>
                    <a:pt x="495300" y="1210056"/>
                  </a:lnTo>
                  <a:lnTo>
                    <a:pt x="522097" y="1201166"/>
                  </a:lnTo>
                  <a:lnTo>
                    <a:pt x="525843" y="1198880"/>
                  </a:lnTo>
                  <a:lnTo>
                    <a:pt x="533146" y="1194435"/>
                  </a:lnTo>
                  <a:lnTo>
                    <a:pt x="544322" y="1183259"/>
                  </a:lnTo>
                  <a:lnTo>
                    <a:pt x="551053" y="1172083"/>
                  </a:lnTo>
                  <a:lnTo>
                    <a:pt x="557784" y="1158621"/>
                  </a:lnTo>
                  <a:lnTo>
                    <a:pt x="559943" y="1140841"/>
                  </a:lnTo>
                  <a:lnTo>
                    <a:pt x="559943" y="1136396"/>
                  </a:lnTo>
                  <a:lnTo>
                    <a:pt x="573278" y="1073785"/>
                  </a:lnTo>
                  <a:lnTo>
                    <a:pt x="584581" y="1011301"/>
                  </a:lnTo>
                  <a:lnTo>
                    <a:pt x="593471" y="948817"/>
                  </a:lnTo>
                  <a:lnTo>
                    <a:pt x="602361" y="884047"/>
                  </a:lnTo>
                  <a:lnTo>
                    <a:pt x="615696" y="756793"/>
                  </a:lnTo>
                  <a:lnTo>
                    <a:pt x="626872" y="629539"/>
                  </a:lnTo>
                  <a:lnTo>
                    <a:pt x="640334" y="491109"/>
                  </a:lnTo>
                  <a:lnTo>
                    <a:pt x="649224" y="421894"/>
                  </a:lnTo>
                  <a:lnTo>
                    <a:pt x="662559" y="352679"/>
                  </a:lnTo>
                  <a:lnTo>
                    <a:pt x="676021" y="292354"/>
                  </a:lnTo>
                  <a:lnTo>
                    <a:pt x="684911" y="229870"/>
                  </a:lnTo>
                  <a:lnTo>
                    <a:pt x="687070" y="198628"/>
                  </a:lnTo>
                  <a:lnTo>
                    <a:pt x="687070" y="167386"/>
                  </a:lnTo>
                  <a:close/>
                </a:path>
              </a:pathLst>
            </a:custGeom>
            <a:solidFill>
              <a:srgbClr val="F8F8F8"/>
            </a:solidFill>
          </p:spPr>
          <p:txBody>
            <a:bodyPr wrap="square" lIns="0" tIns="0" rIns="0" bIns="0" rtlCol="0"/>
            <a:lstStyle/>
            <a:p>
              <a:endParaRPr dirty="0"/>
            </a:p>
          </p:txBody>
        </p:sp>
      </p:grpSp>
      <p:sp>
        <p:nvSpPr>
          <p:cNvPr id="9" name="object 9"/>
          <p:cNvSpPr/>
          <p:nvPr/>
        </p:nvSpPr>
        <p:spPr>
          <a:xfrm>
            <a:off x="9500616" y="4792979"/>
            <a:ext cx="356870" cy="1889760"/>
          </a:xfrm>
          <a:custGeom>
            <a:avLst/>
            <a:gdLst/>
            <a:ahLst/>
            <a:cxnLst/>
            <a:rect l="l" t="t" r="r" b="b"/>
            <a:pathLst>
              <a:path w="356870" h="1889759">
                <a:moveTo>
                  <a:pt x="333756" y="33528"/>
                </a:moveTo>
                <a:lnTo>
                  <a:pt x="295656" y="8890"/>
                </a:lnTo>
                <a:lnTo>
                  <a:pt x="255270" y="0"/>
                </a:lnTo>
                <a:lnTo>
                  <a:pt x="235204" y="2286"/>
                </a:lnTo>
                <a:lnTo>
                  <a:pt x="197104" y="15621"/>
                </a:lnTo>
                <a:lnTo>
                  <a:pt x="163576" y="40132"/>
                </a:lnTo>
                <a:lnTo>
                  <a:pt x="134366" y="93726"/>
                </a:lnTo>
                <a:lnTo>
                  <a:pt x="123190" y="133858"/>
                </a:lnTo>
                <a:lnTo>
                  <a:pt x="116459" y="173990"/>
                </a:lnTo>
                <a:lnTo>
                  <a:pt x="100838" y="312420"/>
                </a:lnTo>
                <a:lnTo>
                  <a:pt x="87376" y="450723"/>
                </a:lnTo>
                <a:lnTo>
                  <a:pt x="65024" y="729615"/>
                </a:lnTo>
                <a:lnTo>
                  <a:pt x="42545" y="1017409"/>
                </a:lnTo>
                <a:lnTo>
                  <a:pt x="22479" y="1305217"/>
                </a:lnTo>
                <a:lnTo>
                  <a:pt x="9017" y="1593011"/>
                </a:lnTo>
                <a:lnTo>
                  <a:pt x="0" y="1880819"/>
                </a:lnTo>
                <a:lnTo>
                  <a:pt x="0" y="1885315"/>
                </a:lnTo>
                <a:lnTo>
                  <a:pt x="2286" y="1887512"/>
                </a:lnTo>
                <a:lnTo>
                  <a:pt x="9017" y="1889760"/>
                </a:lnTo>
                <a:lnTo>
                  <a:pt x="15748" y="1887512"/>
                </a:lnTo>
                <a:lnTo>
                  <a:pt x="17907" y="1885315"/>
                </a:lnTo>
                <a:lnTo>
                  <a:pt x="17907" y="1880819"/>
                </a:lnTo>
                <a:lnTo>
                  <a:pt x="26924" y="1633169"/>
                </a:lnTo>
                <a:lnTo>
                  <a:pt x="53721" y="1137881"/>
                </a:lnTo>
                <a:lnTo>
                  <a:pt x="69469" y="887984"/>
                </a:lnTo>
                <a:lnTo>
                  <a:pt x="89662" y="640334"/>
                </a:lnTo>
                <a:lnTo>
                  <a:pt x="112014" y="392684"/>
                </a:lnTo>
                <a:lnTo>
                  <a:pt x="123190" y="272288"/>
                </a:lnTo>
                <a:lnTo>
                  <a:pt x="129921" y="209677"/>
                </a:lnTo>
                <a:lnTo>
                  <a:pt x="138938" y="149479"/>
                </a:lnTo>
                <a:lnTo>
                  <a:pt x="152400" y="96012"/>
                </a:lnTo>
                <a:lnTo>
                  <a:pt x="181356" y="49149"/>
                </a:lnTo>
                <a:lnTo>
                  <a:pt x="212852" y="26797"/>
                </a:lnTo>
                <a:lnTo>
                  <a:pt x="250825" y="17780"/>
                </a:lnTo>
                <a:lnTo>
                  <a:pt x="271018" y="17780"/>
                </a:lnTo>
                <a:lnTo>
                  <a:pt x="291211" y="22352"/>
                </a:lnTo>
                <a:lnTo>
                  <a:pt x="309118" y="29083"/>
                </a:lnTo>
                <a:lnTo>
                  <a:pt x="331470" y="40132"/>
                </a:lnTo>
                <a:lnTo>
                  <a:pt x="333756" y="37846"/>
                </a:lnTo>
                <a:lnTo>
                  <a:pt x="333756" y="33528"/>
                </a:lnTo>
                <a:close/>
              </a:path>
              <a:path w="356870" h="1889759">
                <a:moveTo>
                  <a:pt x="356616" y="255905"/>
                </a:moveTo>
                <a:lnTo>
                  <a:pt x="354330" y="251587"/>
                </a:lnTo>
                <a:lnTo>
                  <a:pt x="347599" y="251587"/>
                </a:lnTo>
                <a:lnTo>
                  <a:pt x="345313" y="255905"/>
                </a:lnTo>
                <a:lnTo>
                  <a:pt x="327279" y="441198"/>
                </a:lnTo>
                <a:lnTo>
                  <a:pt x="293497" y="992416"/>
                </a:lnTo>
                <a:lnTo>
                  <a:pt x="243840" y="1751203"/>
                </a:lnTo>
                <a:lnTo>
                  <a:pt x="246126" y="1753463"/>
                </a:lnTo>
                <a:lnTo>
                  <a:pt x="246126" y="1757895"/>
                </a:lnTo>
                <a:lnTo>
                  <a:pt x="250571" y="1760156"/>
                </a:lnTo>
                <a:lnTo>
                  <a:pt x="252857" y="1760156"/>
                </a:lnTo>
                <a:lnTo>
                  <a:pt x="261874" y="1757895"/>
                </a:lnTo>
                <a:lnTo>
                  <a:pt x="264160" y="1753463"/>
                </a:lnTo>
                <a:lnTo>
                  <a:pt x="264160" y="1751203"/>
                </a:lnTo>
                <a:lnTo>
                  <a:pt x="311531" y="1010310"/>
                </a:lnTo>
                <a:lnTo>
                  <a:pt x="338582" y="633095"/>
                </a:lnTo>
                <a:lnTo>
                  <a:pt x="349885" y="445643"/>
                </a:lnTo>
                <a:lnTo>
                  <a:pt x="354330" y="349758"/>
                </a:lnTo>
                <a:lnTo>
                  <a:pt x="356616" y="255905"/>
                </a:lnTo>
                <a:close/>
              </a:path>
            </a:pathLst>
          </a:custGeom>
          <a:solidFill>
            <a:srgbClr val="F8F8F8"/>
          </a:solidFill>
        </p:spPr>
        <p:txBody>
          <a:bodyPr wrap="square" lIns="0" tIns="0" rIns="0" bIns="0" rtlCol="0"/>
          <a:lstStyle/>
          <a:p>
            <a:endParaRPr dirty="0"/>
          </a:p>
        </p:txBody>
      </p:sp>
      <p:sp>
        <p:nvSpPr>
          <p:cNvPr id="10" name="object 10"/>
          <p:cNvSpPr/>
          <p:nvPr/>
        </p:nvSpPr>
        <p:spPr>
          <a:xfrm>
            <a:off x="9829800" y="4788534"/>
            <a:ext cx="2362200" cy="379730"/>
          </a:xfrm>
          <a:custGeom>
            <a:avLst/>
            <a:gdLst/>
            <a:ahLst/>
            <a:cxnLst/>
            <a:rect l="l" t="t" r="r" b="b"/>
            <a:pathLst>
              <a:path w="2362200" h="379729">
                <a:moveTo>
                  <a:pt x="1267968" y="196215"/>
                </a:moveTo>
                <a:lnTo>
                  <a:pt x="1265682" y="192024"/>
                </a:lnTo>
                <a:lnTo>
                  <a:pt x="1261110" y="187833"/>
                </a:lnTo>
                <a:lnTo>
                  <a:pt x="1258824" y="187833"/>
                </a:lnTo>
                <a:lnTo>
                  <a:pt x="1254252" y="185801"/>
                </a:lnTo>
                <a:lnTo>
                  <a:pt x="1242822" y="185801"/>
                </a:lnTo>
                <a:lnTo>
                  <a:pt x="1240536" y="189992"/>
                </a:lnTo>
                <a:lnTo>
                  <a:pt x="1236091" y="192024"/>
                </a:lnTo>
                <a:lnTo>
                  <a:pt x="1236091" y="204343"/>
                </a:lnTo>
                <a:lnTo>
                  <a:pt x="1238250" y="208534"/>
                </a:lnTo>
                <a:lnTo>
                  <a:pt x="1240536" y="208534"/>
                </a:lnTo>
                <a:lnTo>
                  <a:pt x="1242822" y="212725"/>
                </a:lnTo>
                <a:lnTo>
                  <a:pt x="1249680" y="212725"/>
                </a:lnTo>
                <a:lnTo>
                  <a:pt x="1254252" y="214757"/>
                </a:lnTo>
                <a:lnTo>
                  <a:pt x="1263396" y="210566"/>
                </a:lnTo>
                <a:lnTo>
                  <a:pt x="1267968" y="202311"/>
                </a:lnTo>
                <a:lnTo>
                  <a:pt x="1267968" y="196215"/>
                </a:lnTo>
                <a:close/>
              </a:path>
              <a:path w="2362200" h="379729">
                <a:moveTo>
                  <a:pt x="1382141" y="193929"/>
                </a:moveTo>
                <a:lnTo>
                  <a:pt x="1379982" y="187071"/>
                </a:lnTo>
                <a:lnTo>
                  <a:pt x="1370965" y="173609"/>
                </a:lnTo>
                <a:lnTo>
                  <a:pt x="1364234" y="171323"/>
                </a:lnTo>
                <a:lnTo>
                  <a:pt x="1355217" y="169037"/>
                </a:lnTo>
                <a:lnTo>
                  <a:pt x="1348359" y="169037"/>
                </a:lnTo>
                <a:lnTo>
                  <a:pt x="1341628" y="171323"/>
                </a:lnTo>
                <a:lnTo>
                  <a:pt x="1334897" y="175768"/>
                </a:lnTo>
                <a:lnTo>
                  <a:pt x="1325880" y="184785"/>
                </a:lnTo>
                <a:lnTo>
                  <a:pt x="1321435" y="191643"/>
                </a:lnTo>
                <a:lnTo>
                  <a:pt x="1321435" y="207391"/>
                </a:lnTo>
                <a:lnTo>
                  <a:pt x="1325880" y="214249"/>
                </a:lnTo>
                <a:lnTo>
                  <a:pt x="1328166" y="218694"/>
                </a:lnTo>
                <a:lnTo>
                  <a:pt x="1334897" y="225425"/>
                </a:lnTo>
                <a:lnTo>
                  <a:pt x="1348359" y="229997"/>
                </a:lnTo>
                <a:lnTo>
                  <a:pt x="1355217" y="229997"/>
                </a:lnTo>
                <a:lnTo>
                  <a:pt x="1364234" y="227711"/>
                </a:lnTo>
                <a:lnTo>
                  <a:pt x="1370965" y="223266"/>
                </a:lnTo>
                <a:lnTo>
                  <a:pt x="1379982" y="209677"/>
                </a:lnTo>
                <a:lnTo>
                  <a:pt x="1382141" y="202946"/>
                </a:lnTo>
                <a:lnTo>
                  <a:pt x="1382141" y="193929"/>
                </a:lnTo>
                <a:close/>
              </a:path>
              <a:path w="2362200" h="379729">
                <a:moveTo>
                  <a:pt x="2362073" y="357124"/>
                </a:moveTo>
                <a:lnTo>
                  <a:pt x="1513586" y="317119"/>
                </a:lnTo>
                <a:lnTo>
                  <a:pt x="1229995" y="301625"/>
                </a:lnTo>
                <a:lnTo>
                  <a:pt x="633730" y="263906"/>
                </a:lnTo>
                <a:lnTo>
                  <a:pt x="332232" y="241681"/>
                </a:lnTo>
                <a:lnTo>
                  <a:pt x="173736" y="228346"/>
                </a:lnTo>
                <a:lnTo>
                  <a:pt x="93345" y="224028"/>
                </a:lnTo>
                <a:lnTo>
                  <a:pt x="53213" y="224028"/>
                </a:lnTo>
                <a:lnTo>
                  <a:pt x="12954" y="226187"/>
                </a:lnTo>
                <a:lnTo>
                  <a:pt x="10795" y="228346"/>
                </a:lnTo>
                <a:lnTo>
                  <a:pt x="10795" y="232791"/>
                </a:lnTo>
                <a:lnTo>
                  <a:pt x="12954" y="232791"/>
                </a:lnTo>
                <a:lnTo>
                  <a:pt x="48641" y="239395"/>
                </a:lnTo>
                <a:lnTo>
                  <a:pt x="84455" y="243967"/>
                </a:lnTo>
                <a:lnTo>
                  <a:pt x="155829" y="250571"/>
                </a:lnTo>
                <a:lnTo>
                  <a:pt x="298831" y="257302"/>
                </a:lnTo>
                <a:lnTo>
                  <a:pt x="598043" y="279400"/>
                </a:lnTo>
                <a:lnTo>
                  <a:pt x="1212088" y="319405"/>
                </a:lnTo>
                <a:lnTo>
                  <a:pt x="1788287" y="354838"/>
                </a:lnTo>
                <a:lnTo>
                  <a:pt x="2074037" y="368173"/>
                </a:lnTo>
                <a:lnTo>
                  <a:pt x="2362073" y="379222"/>
                </a:lnTo>
                <a:lnTo>
                  <a:pt x="2362073" y="357124"/>
                </a:lnTo>
                <a:close/>
              </a:path>
              <a:path w="2362200" h="379729">
                <a:moveTo>
                  <a:pt x="2362073" y="151257"/>
                </a:moveTo>
                <a:lnTo>
                  <a:pt x="727837" y="59944"/>
                </a:lnTo>
                <a:lnTo>
                  <a:pt x="727125" y="57785"/>
                </a:lnTo>
                <a:lnTo>
                  <a:pt x="725678" y="53340"/>
                </a:lnTo>
                <a:lnTo>
                  <a:pt x="723392" y="48895"/>
                </a:lnTo>
                <a:lnTo>
                  <a:pt x="712216" y="42164"/>
                </a:lnTo>
                <a:lnTo>
                  <a:pt x="703326" y="39204"/>
                </a:lnTo>
                <a:lnTo>
                  <a:pt x="703326" y="57785"/>
                </a:lnTo>
                <a:lnTo>
                  <a:pt x="455549" y="44450"/>
                </a:lnTo>
                <a:lnTo>
                  <a:pt x="468884" y="37719"/>
                </a:lnTo>
                <a:lnTo>
                  <a:pt x="495681" y="33274"/>
                </a:lnTo>
                <a:lnTo>
                  <a:pt x="509143" y="33274"/>
                </a:lnTo>
                <a:lnTo>
                  <a:pt x="535813" y="35433"/>
                </a:lnTo>
                <a:lnTo>
                  <a:pt x="562610" y="40005"/>
                </a:lnTo>
                <a:lnTo>
                  <a:pt x="625221" y="44450"/>
                </a:lnTo>
                <a:lnTo>
                  <a:pt x="669798" y="51054"/>
                </a:lnTo>
                <a:lnTo>
                  <a:pt x="689864" y="53340"/>
                </a:lnTo>
                <a:lnTo>
                  <a:pt x="703326" y="57785"/>
                </a:lnTo>
                <a:lnTo>
                  <a:pt x="703326" y="39204"/>
                </a:lnTo>
                <a:lnTo>
                  <a:pt x="698881" y="37719"/>
                </a:lnTo>
                <a:lnTo>
                  <a:pt x="685419" y="35433"/>
                </a:lnTo>
                <a:lnTo>
                  <a:pt x="654177" y="33274"/>
                </a:lnTo>
                <a:lnTo>
                  <a:pt x="631952" y="33274"/>
                </a:lnTo>
                <a:lnTo>
                  <a:pt x="488950" y="17653"/>
                </a:lnTo>
                <a:lnTo>
                  <a:pt x="475615" y="17653"/>
                </a:lnTo>
                <a:lnTo>
                  <a:pt x="471043" y="22098"/>
                </a:lnTo>
                <a:lnTo>
                  <a:pt x="464439" y="26670"/>
                </a:lnTo>
                <a:lnTo>
                  <a:pt x="453263" y="42164"/>
                </a:lnTo>
                <a:lnTo>
                  <a:pt x="453263" y="44450"/>
                </a:lnTo>
                <a:lnTo>
                  <a:pt x="366141" y="37719"/>
                </a:lnTo>
                <a:lnTo>
                  <a:pt x="363982" y="33274"/>
                </a:lnTo>
                <a:lnTo>
                  <a:pt x="362864" y="31115"/>
                </a:lnTo>
                <a:lnTo>
                  <a:pt x="361696" y="28829"/>
                </a:lnTo>
                <a:lnTo>
                  <a:pt x="359537" y="28829"/>
                </a:lnTo>
                <a:lnTo>
                  <a:pt x="301498" y="24384"/>
                </a:lnTo>
                <a:lnTo>
                  <a:pt x="245618" y="17653"/>
                </a:lnTo>
                <a:lnTo>
                  <a:pt x="232041" y="15494"/>
                </a:lnTo>
                <a:lnTo>
                  <a:pt x="133985" y="0"/>
                </a:lnTo>
                <a:lnTo>
                  <a:pt x="129540" y="2159"/>
                </a:lnTo>
                <a:lnTo>
                  <a:pt x="127381" y="4318"/>
                </a:lnTo>
                <a:lnTo>
                  <a:pt x="127381" y="24384"/>
                </a:lnTo>
                <a:lnTo>
                  <a:pt x="133985" y="22098"/>
                </a:lnTo>
                <a:lnTo>
                  <a:pt x="136144" y="19939"/>
                </a:lnTo>
                <a:lnTo>
                  <a:pt x="136144" y="15494"/>
                </a:lnTo>
                <a:lnTo>
                  <a:pt x="171958" y="19939"/>
                </a:lnTo>
                <a:lnTo>
                  <a:pt x="209931" y="28829"/>
                </a:lnTo>
                <a:lnTo>
                  <a:pt x="232283" y="31115"/>
                </a:lnTo>
                <a:lnTo>
                  <a:pt x="158496" y="26670"/>
                </a:lnTo>
                <a:lnTo>
                  <a:pt x="91567" y="24384"/>
                </a:lnTo>
                <a:lnTo>
                  <a:pt x="71501" y="22098"/>
                </a:lnTo>
                <a:lnTo>
                  <a:pt x="40259" y="19939"/>
                </a:lnTo>
                <a:lnTo>
                  <a:pt x="13462" y="15494"/>
                </a:lnTo>
                <a:lnTo>
                  <a:pt x="6731" y="11049"/>
                </a:lnTo>
                <a:lnTo>
                  <a:pt x="6731" y="6604"/>
                </a:lnTo>
                <a:lnTo>
                  <a:pt x="8890" y="4318"/>
                </a:lnTo>
                <a:lnTo>
                  <a:pt x="6731" y="2159"/>
                </a:lnTo>
                <a:lnTo>
                  <a:pt x="2286" y="8763"/>
                </a:lnTo>
                <a:lnTo>
                  <a:pt x="0" y="13335"/>
                </a:lnTo>
                <a:lnTo>
                  <a:pt x="0" y="15494"/>
                </a:lnTo>
                <a:lnTo>
                  <a:pt x="4445" y="19939"/>
                </a:lnTo>
                <a:lnTo>
                  <a:pt x="17907" y="26670"/>
                </a:lnTo>
                <a:lnTo>
                  <a:pt x="35687" y="31115"/>
                </a:lnTo>
                <a:lnTo>
                  <a:pt x="73787" y="35433"/>
                </a:lnTo>
                <a:lnTo>
                  <a:pt x="91567" y="37719"/>
                </a:lnTo>
                <a:lnTo>
                  <a:pt x="2362073" y="168910"/>
                </a:lnTo>
                <a:lnTo>
                  <a:pt x="2362073" y="151257"/>
                </a:lnTo>
                <a:close/>
              </a:path>
            </a:pathLst>
          </a:custGeom>
          <a:solidFill>
            <a:srgbClr val="F8F8F8"/>
          </a:solidFill>
        </p:spPr>
        <p:txBody>
          <a:bodyPr wrap="square" lIns="0" tIns="0" rIns="0" bIns="0" rtlCol="0"/>
          <a:lstStyle/>
          <a:p>
            <a:endParaRPr dirty="0"/>
          </a:p>
        </p:txBody>
      </p:sp>
      <p:sp>
        <p:nvSpPr>
          <p:cNvPr id="11" name="object 11"/>
          <p:cNvSpPr/>
          <p:nvPr/>
        </p:nvSpPr>
        <p:spPr>
          <a:xfrm>
            <a:off x="11280775" y="6763577"/>
            <a:ext cx="94360" cy="65465"/>
          </a:xfrm>
          <a:prstGeom prst="rect">
            <a:avLst/>
          </a:prstGeom>
          <a:blipFill>
            <a:blip r:embed="rId6" cstate="print"/>
            <a:stretch>
              <a:fillRect/>
            </a:stretch>
          </a:blipFill>
        </p:spPr>
        <p:txBody>
          <a:bodyPr wrap="square" lIns="0" tIns="0" rIns="0" bIns="0" rtlCol="0"/>
          <a:lstStyle/>
          <a:p>
            <a:endParaRPr dirty="0"/>
          </a:p>
        </p:txBody>
      </p:sp>
      <p:grpSp>
        <p:nvGrpSpPr>
          <p:cNvPr id="12" name="object 12"/>
          <p:cNvGrpSpPr/>
          <p:nvPr/>
        </p:nvGrpSpPr>
        <p:grpSpPr>
          <a:xfrm>
            <a:off x="9490075" y="6551676"/>
            <a:ext cx="2701925" cy="299085"/>
            <a:chOff x="9490075" y="6551676"/>
            <a:chExt cx="2701925" cy="299085"/>
          </a:xfrm>
        </p:grpSpPr>
        <p:sp>
          <p:nvSpPr>
            <p:cNvPr id="13" name="object 13"/>
            <p:cNvSpPr/>
            <p:nvPr/>
          </p:nvSpPr>
          <p:spPr>
            <a:xfrm>
              <a:off x="9749028" y="6551676"/>
              <a:ext cx="2442845" cy="259715"/>
            </a:xfrm>
            <a:custGeom>
              <a:avLst/>
              <a:gdLst/>
              <a:ahLst/>
              <a:cxnLst/>
              <a:rect l="l" t="t" r="r" b="b"/>
              <a:pathLst>
                <a:path w="2442845" h="259715">
                  <a:moveTo>
                    <a:pt x="1447673" y="204660"/>
                  </a:moveTo>
                  <a:lnTo>
                    <a:pt x="1445514" y="202374"/>
                  </a:lnTo>
                  <a:lnTo>
                    <a:pt x="1441069" y="200152"/>
                  </a:lnTo>
                  <a:lnTo>
                    <a:pt x="1423162" y="196176"/>
                  </a:lnTo>
                  <a:lnTo>
                    <a:pt x="1423162" y="220560"/>
                  </a:lnTo>
                  <a:lnTo>
                    <a:pt x="1423162" y="229577"/>
                  </a:lnTo>
                  <a:lnTo>
                    <a:pt x="1420876" y="240969"/>
                  </a:lnTo>
                  <a:lnTo>
                    <a:pt x="1288796" y="229577"/>
                  </a:lnTo>
                  <a:lnTo>
                    <a:pt x="1230630" y="222783"/>
                  </a:lnTo>
                  <a:lnTo>
                    <a:pt x="1201547" y="220560"/>
                  </a:lnTo>
                  <a:lnTo>
                    <a:pt x="1172464" y="222783"/>
                  </a:lnTo>
                  <a:lnTo>
                    <a:pt x="1181354" y="172923"/>
                  </a:lnTo>
                  <a:lnTo>
                    <a:pt x="1212723" y="179730"/>
                  </a:lnTo>
                  <a:lnTo>
                    <a:pt x="1275334" y="184251"/>
                  </a:lnTo>
                  <a:lnTo>
                    <a:pt x="1306703" y="188760"/>
                  </a:lnTo>
                  <a:lnTo>
                    <a:pt x="1371727" y="202374"/>
                  </a:lnTo>
                  <a:lnTo>
                    <a:pt x="1393952" y="204660"/>
                  </a:lnTo>
                  <a:lnTo>
                    <a:pt x="1411986" y="209169"/>
                  </a:lnTo>
                  <a:lnTo>
                    <a:pt x="1418717" y="213753"/>
                  </a:lnTo>
                  <a:lnTo>
                    <a:pt x="1423162" y="220560"/>
                  </a:lnTo>
                  <a:lnTo>
                    <a:pt x="1423162" y="196176"/>
                  </a:lnTo>
                  <a:lnTo>
                    <a:pt x="1369441" y="184251"/>
                  </a:lnTo>
                  <a:lnTo>
                    <a:pt x="1307934" y="172923"/>
                  </a:lnTo>
                  <a:lnTo>
                    <a:pt x="1295527" y="170637"/>
                  </a:lnTo>
                  <a:lnTo>
                    <a:pt x="1237361" y="163830"/>
                  </a:lnTo>
                  <a:lnTo>
                    <a:pt x="1205992" y="161544"/>
                  </a:lnTo>
                  <a:lnTo>
                    <a:pt x="1176909" y="163830"/>
                  </a:lnTo>
                  <a:lnTo>
                    <a:pt x="1170178" y="163830"/>
                  </a:lnTo>
                  <a:lnTo>
                    <a:pt x="1159002" y="166128"/>
                  </a:lnTo>
                  <a:lnTo>
                    <a:pt x="1159002" y="168351"/>
                  </a:lnTo>
                  <a:lnTo>
                    <a:pt x="1167892" y="170637"/>
                  </a:lnTo>
                  <a:lnTo>
                    <a:pt x="1161288" y="195567"/>
                  </a:lnTo>
                  <a:lnTo>
                    <a:pt x="1156716" y="222783"/>
                  </a:lnTo>
                  <a:lnTo>
                    <a:pt x="1159002" y="227355"/>
                  </a:lnTo>
                  <a:lnTo>
                    <a:pt x="1161288" y="231876"/>
                  </a:lnTo>
                  <a:lnTo>
                    <a:pt x="1167892" y="231876"/>
                  </a:lnTo>
                  <a:lnTo>
                    <a:pt x="1172464" y="229577"/>
                  </a:lnTo>
                  <a:lnTo>
                    <a:pt x="1199261" y="236385"/>
                  </a:lnTo>
                  <a:lnTo>
                    <a:pt x="1230630" y="240969"/>
                  </a:lnTo>
                  <a:lnTo>
                    <a:pt x="1288796" y="245478"/>
                  </a:lnTo>
                  <a:lnTo>
                    <a:pt x="1429893" y="259092"/>
                  </a:lnTo>
                  <a:lnTo>
                    <a:pt x="1432052" y="256794"/>
                  </a:lnTo>
                  <a:lnTo>
                    <a:pt x="1436624" y="254571"/>
                  </a:lnTo>
                  <a:lnTo>
                    <a:pt x="1436624" y="245478"/>
                  </a:lnTo>
                  <a:lnTo>
                    <a:pt x="1438084" y="240969"/>
                  </a:lnTo>
                  <a:lnTo>
                    <a:pt x="1447673" y="211467"/>
                  </a:lnTo>
                  <a:lnTo>
                    <a:pt x="1447673" y="204660"/>
                  </a:lnTo>
                  <a:close/>
                </a:path>
                <a:path w="2442845" h="259715">
                  <a:moveTo>
                    <a:pt x="2442845" y="168910"/>
                  </a:moveTo>
                  <a:lnTo>
                    <a:pt x="2148205" y="140068"/>
                  </a:lnTo>
                  <a:lnTo>
                    <a:pt x="1853438" y="115570"/>
                  </a:lnTo>
                  <a:lnTo>
                    <a:pt x="1263904" y="71158"/>
                  </a:lnTo>
                  <a:lnTo>
                    <a:pt x="627507" y="31153"/>
                  </a:lnTo>
                  <a:lnTo>
                    <a:pt x="308229" y="13335"/>
                  </a:lnTo>
                  <a:lnTo>
                    <a:pt x="156337" y="2247"/>
                  </a:lnTo>
                  <a:lnTo>
                    <a:pt x="78232" y="0"/>
                  </a:lnTo>
                  <a:lnTo>
                    <a:pt x="40132" y="0"/>
                  </a:lnTo>
                  <a:lnTo>
                    <a:pt x="2286" y="2247"/>
                  </a:lnTo>
                  <a:lnTo>
                    <a:pt x="0" y="4483"/>
                  </a:lnTo>
                  <a:lnTo>
                    <a:pt x="2286" y="6667"/>
                  </a:lnTo>
                  <a:lnTo>
                    <a:pt x="37973" y="13335"/>
                  </a:lnTo>
                  <a:lnTo>
                    <a:pt x="73660" y="17818"/>
                  </a:lnTo>
                  <a:lnTo>
                    <a:pt x="145161" y="22237"/>
                  </a:lnTo>
                  <a:lnTo>
                    <a:pt x="290322" y="26733"/>
                  </a:lnTo>
                  <a:lnTo>
                    <a:pt x="609600" y="44488"/>
                  </a:lnTo>
                  <a:lnTo>
                    <a:pt x="926719" y="64490"/>
                  </a:lnTo>
                  <a:lnTo>
                    <a:pt x="1245997" y="86728"/>
                  </a:lnTo>
                  <a:lnTo>
                    <a:pt x="1844421" y="135572"/>
                  </a:lnTo>
                  <a:lnTo>
                    <a:pt x="2442845" y="188912"/>
                  </a:lnTo>
                  <a:lnTo>
                    <a:pt x="2442845" y="168910"/>
                  </a:lnTo>
                  <a:close/>
                </a:path>
              </a:pathLst>
            </a:custGeom>
            <a:solidFill>
              <a:srgbClr val="F8F8F8"/>
            </a:solidFill>
          </p:spPr>
          <p:txBody>
            <a:bodyPr wrap="square" lIns="0" tIns="0" rIns="0" bIns="0" rtlCol="0"/>
            <a:lstStyle/>
            <a:p>
              <a:endParaRPr dirty="0"/>
            </a:p>
          </p:txBody>
        </p:sp>
        <p:sp>
          <p:nvSpPr>
            <p:cNvPr id="14" name="object 14"/>
            <p:cNvSpPr/>
            <p:nvPr/>
          </p:nvSpPr>
          <p:spPr>
            <a:xfrm>
              <a:off x="10713719" y="6682803"/>
              <a:ext cx="106552" cy="91309"/>
            </a:xfrm>
            <a:prstGeom prst="rect">
              <a:avLst/>
            </a:prstGeom>
            <a:blipFill>
              <a:blip r:embed="rId7" cstate="print"/>
              <a:stretch>
                <a:fillRect/>
              </a:stretch>
            </a:blipFill>
          </p:spPr>
          <p:txBody>
            <a:bodyPr wrap="square" lIns="0" tIns="0" rIns="0" bIns="0" rtlCol="0"/>
            <a:lstStyle/>
            <a:p>
              <a:endParaRPr dirty="0"/>
            </a:p>
          </p:txBody>
        </p:sp>
        <p:sp>
          <p:nvSpPr>
            <p:cNvPr id="15" name="object 15"/>
            <p:cNvSpPr/>
            <p:nvPr/>
          </p:nvSpPr>
          <p:spPr>
            <a:xfrm>
              <a:off x="9490075" y="6672135"/>
              <a:ext cx="1550035" cy="178435"/>
            </a:xfrm>
            <a:custGeom>
              <a:avLst/>
              <a:gdLst/>
              <a:ahLst/>
              <a:cxnLst/>
              <a:rect l="l" t="t" r="r" b="b"/>
              <a:pathLst>
                <a:path w="1550034" h="178434">
                  <a:moveTo>
                    <a:pt x="6603" y="0"/>
                  </a:moveTo>
                  <a:lnTo>
                    <a:pt x="4445" y="0"/>
                  </a:lnTo>
                  <a:lnTo>
                    <a:pt x="0" y="2184"/>
                  </a:lnTo>
                  <a:lnTo>
                    <a:pt x="0" y="6692"/>
                  </a:lnTo>
                  <a:lnTo>
                    <a:pt x="4445" y="24485"/>
                  </a:lnTo>
                  <a:lnTo>
                    <a:pt x="49149" y="69035"/>
                  </a:lnTo>
                  <a:lnTo>
                    <a:pt x="98171" y="84655"/>
                  </a:lnTo>
                  <a:lnTo>
                    <a:pt x="160781" y="95775"/>
                  </a:lnTo>
                  <a:lnTo>
                    <a:pt x="225425" y="102459"/>
                  </a:lnTo>
                  <a:lnTo>
                    <a:pt x="350520" y="111395"/>
                  </a:lnTo>
                  <a:lnTo>
                    <a:pt x="631951" y="135884"/>
                  </a:lnTo>
                  <a:lnTo>
                    <a:pt x="911098" y="158189"/>
                  </a:lnTo>
                  <a:lnTo>
                    <a:pt x="1201293" y="178243"/>
                  </a:lnTo>
                  <a:lnTo>
                    <a:pt x="1549780" y="178243"/>
                  </a:lnTo>
                  <a:lnTo>
                    <a:pt x="1275079" y="162623"/>
                  </a:lnTo>
                  <a:lnTo>
                    <a:pt x="1000378" y="144819"/>
                  </a:lnTo>
                  <a:lnTo>
                    <a:pt x="745744" y="127015"/>
                  </a:lnTo>
                  <a:lnTo>
                    <a:pt x="491235" y="104710"/>
                  </a:lnTo>
                  <a:lnTo>
                    <a:pt x="227710" y="80220"/>
                  </a:lnTo>
                  <a:lnTo>
                    <a:pt x="171830" y="75721"/>
                  </a:lnTo>
                  <a:lnTo>
                    <a:pt x="102743" y="69035"/>
                  </a:lnTo>
                  <a:lnTo>
                    <a:pt x="55752" y="53479"/>
                  </a:lnTo>
                  <a:lnTo>
                    <a:pt x="22351" y="28930"/>
                  </a:lnTo>
                  <a:lnTo>
                    <a:pt x="11049" y="4432"/>
                  </a:lnTo>
                  <a:lnTo>
                    <a:pt x="6603" y="0"/>
                  </a:lnTo>
                  <a:close/>
                </a:path>
              </a:pathLst>
            </a:custGeom>
            <a:solidFill>
              <a:srgbClr val="F8F8F8"/>
            </a:solidFill>
          </p:spPr>
          <p:txBody>
            <a:bodyPr wrap="square" lIns="0" tIns="0" rIns="0" bIns="0" rtlCol="0"/>
            <a:lstStyle/>
            <a:p>
              <a:endParaRPr dirty="0"/>
            </a:p>
          </p:txBody>
        </p:sp>
      </p:grpSp>
      <p:sp>
        <p:nvSpPr>
          <p:cNvPr id="16" name="object 16"/>
          <p:cNvSpPr/>
          <p:nvPr/>
        </p:nvSpPr>
        <p:spPr>
          <a:xfrm>
            <a:off x="301815" y="1054735"/>
            <a:ext cx="1554289" cy="1086485"/>
          </a:xfrm>
          <a:prstGeom prst="rect">
            <a:avLst/>
          </a:prstGeom>
          <a:blipFill>
            <a:blip r:embed="rId8" cstate="print"/>
            <a:stretch>
              <a:fillRect/>
            </a:stretch>
          </a:blipFill>
        </p:spPr>
        <p:txBody>
          <a:bodyPr wrap="square" lIns="0" tIns="0" rIns="0" bIns="0" rtlCol="0"/>
          <a:lstStyle/>
          <a:p>
            <a:endParaRPr dirty="0"/>
          </a:p>
        </p:txBody>
      </p:sp>
      <p:sp>
        <p:nvSpPr>
          <p:cNvPr id="17" name="object 17"/>
          <p:cNvSpPr/>
          <p:nvPr/>
        </p:nvSpPr>
        <p:spPr>
          <a:xfrm>
            <a:off x="5949696" y="5514022"/>
            <a:ext cx="589915" cy="976630"/>
          </a:xfrm>
          <a:custGeom>
            <a:avLst/>
            <a:gdLst/>
            <a:ahLst/>
            <a:cxnLst/>
            <a:rect l="l" t="t" r="r" b="b"/>
            <a:pathLst>
              <a:path w="589915" h="976629">
                <a:moveTo>
                  <a:pt x="337312" y="0"/>
                </a:moveTo>
                <a:lnTo>
                  <a:pt x="332866" y="0"/>
                </a:lnTo>
                <a:lnTo>
                  <a:pt x="332866" y="2539"/>
                </a:lnTo>
                <a:lnTo>
                  <a:pt x="265811" y="16509"/>
                </a:lnTo>
                <a:lnTo>
                  <a:pt x="201040" y="31749"/>
                </a:lnTo>
                <a:lnTo>
                  <a:pt x="196595" y="34289"/>
                </a:lnTo>
                <a:lnTo>
                  <a:pt x="194309" y="38099"/>
                </a:lnTo>
                <a:lnTo>
                  <a:pt x="172084" y="52069"/>
                </a:lnTo>
                <a:lnTo>
                  <a:pt x="133984" y="87629"/>
                </a:lnTo>
                <a:lnTo>
                  <a:pt x="107187" y="125729"/>
                </a:lnTo>
                <a:lnTo>
                  <a:pt x="82676" y="179069"/>
                </a:lnTo>
                <a:lnTo>
                  <a:pt x="71500" y="217169"/>
                </a:lnTo>
                <a:lnTo>
                  <a:pt x="62611" y="255269"/>
                </a:lnTo>
                <a:lnTo>
                  <a:pt x="49149" y="308609"/>
                </a:lnTo>
                <a:lnTo>
                  <a:pt x="37973" y="364489"/>
                </a:lnTo>
                <a:lnTo>
                  <a:pt x="29082" y="419099"/>
                </a:lnTo>
                <a:lnTo>
                  <a:pt x="20065" y="474979"/>
                </a:lnTo>
                <a:lnTo>
                  <a:pt x="9016" y="562609"/>
                </a:lnTo>
                <a:lnTo>
                  <a:pt x="4571" y="609599"/>
                </a:lnTo>
                <a:lnTo>
                  <a:pt x="2162" y="656589"/>
                </a:lnTo>
                <a:lnTo>
                  <a:pt x="0" y="701039"/>
                </a:lnTo>
                <a:lnTo>
                  <a:pt x="4571" y="789939"/>
                </a:lnTo>
                <a:lnTo>
                  <a:pt x="13462" y="831849"/>
                </a:lnTo>
                <a:lnTo>
                  <a:pt x="31368" y="883919"/>
                </a:lnTo>
                <a:lnTo>
                  <a:pt x="60325" y="923289"/>
                </a:lnTo>
                <a:lnTo>
                  <a:pt x="71500" y="932179"/>
                </a:lnTo>
                <a:lnTo>
                  <a:pt x="84962" y="943609"/>
                </a:lnTo>
                <a:lnTo>
                  <a:pt x="98298" y="949959"/>
                </a:lnTo>
                <a:lnTo>
                  <a:pt x="111759" y="957579"/>
                </a:lnTo>
                <a:lnTo>
                  <a:pt x="143001" y="969009"/>
                </a:lnTo>
                <a:lnTo>
                  <a:pt x="176529" y="975359"/>
                </a:lnTo>
                <a:lnTo>
                  <a:pt x="212216" y="976629"/>
                </a:lnTo>
                <a:lnTo>
                  <a:pt x="252475" y="976629"/>
                </a:lnTo>
                <a:lnTo>
                  <a:pt x="292607" y="975359"/>
                </a:lnTo>
                <a:lnTo>
                  <a:pt x="330580" y="969009"/>
                </a:lnTo>
                <a:lnTo>
                  <a:pt x="366394" y="958849"/>
                </a:lnTo>
                <a:lnTo>
                  <a:pt x="207771" y="958849"/>
                </a:lnTo>
                <a:lnTo>
                  <a:pt x="169799" y="955039"/>
                </a:lnTo>
                <a:lnTo>
                  <a:pt x="151891" y="952499"/>
                </a:lnTo>
                <a:lnTo>
                  <a:pt x="116204" y="939799"/>
                </a:lnTo>
                <a:lnTo>
                  <a:pt x="100456" y="932179"/>
                </a:lnTo>
                <a:lnTo>
                  <a:pt x="87121" y="922019"/>
                </a:lnTo>
                <a:lnTo>
                  <a:pt x="71500" y="910589"/>
                </a:lnTo>
                <a:lnTo>
                  <a:pt x="49149" y="878839"/>
                </a:lnTo>
                <a:lnTo>
                  <a:pt x="31368" y="840739"/>
                </a:lnTo>
                <a:lnTo>
                  <a:pt x="17906" y="769619"/>
                </a:lnTo>
                <a:lnTo>
                  <a:pt x="15620" y="731519"/>
                </a:lnTo>
                <a:lnTo>
                  <a:pt x="17906" y="694689"/>
                </a:lnTo>
                <a:lnTo>
                  <a:pt x="22351" y="618489"/>
                </a:lnTo>
                <a:lnTo>
                  <a:pt x="29082" y="544829"/>
                </a:lnTo>
                <a:lnTo>
                  <a:pt x="51434" y="379729"/>
                </a:lnTo>
                <a:lnTo>
                  <a:pt x="69214" y="299719"/>
                </a:lnTo>
                <a:lnTo>
                  <a:pt x="89407" y="217169"/>
                </a:lnTo>
                <a:lnTo>
                  <a:pt x="107187" y="167639"/>
                </a:lnTo>
                <a:lnTo>
                  <a:pt x="136270" y="116839"/>
                </a:lnTo>
                <a:lnTo>
                  <a:pt x="172084" y="73659"/>
                </a:lnTo>
                <a:lnTo>
                  <a:pt x="216662" y="45719"/>
                </a:lnTo>
                <a:lnTo>
                  <a:pt x="259206" y="34289"/>
                </a:lnTo>
                <a:lnTo>
                  <a:pt x="388746" y="34289"/>
                </a:lnTo>
                <a:lnTo>
                  <a:pt x="382777" y="31749"/>
                </a:lnTo>
                <a:lnTo>
                  <a:pt x="319531" y="31749"/>
                </a:lnTo>
                <a:lnTo>
                  <a:pt x="301625" y="25399"/>
                </a:lnTo>
                <a:lnTo>
                  <a:pt x="323976" y="20319"/>
                </a:lnTo>
                <a:lnTo>
                  <a:pt x="335025" y="20319"/>
                </a:lnTo>
                <a:lnTo>
                  <a:pt x="368680" y="17779"/>
                </a:lnTo>
                <a:lnTo>
                  <a:pt x="431647" y="17779"/>
                </a:lnTo>
                <a:lnTo>
                  <a:pt x="406653" y="7619"/>
                </a:lnTo>
                <a:lnTo>
                  <a:pt x="390905" y="5079"/>
                </a:lnTo>
                <a:lnTo>
                  <a:pt x="382015" y="2539"/>
                </a:lnTo>
                <a:lnTo>
                  <a:pt x="339598" y="2539"/>
                </a:lnTo>
                <a:lnTo>
                  <a:pt x="337312" y="0"/>
                </a:lnTo>
                <a:close/>
              </a:path>
              <a:path w="589915" h="976629">
                <a:moveTo>
                  <a:pt x="438057" y="925829"/>
                </a:moveTo>
                <a:lnTo>
                  <a:pt x="399923" y="925829"/>
                </a:lnTo>
                <a:lnTo>
                  <a:pt x="373125" y="937259"/>
                </a:lnTo>
                <a:lnTo>
                  <a:pt x="346328" y="946149"/>
                </a:lnTo>
                <a:lnTo>
                  <a:pt x="317245" y="952499"/>
                </a:lnTo>
                <a:lnTo>
                  <a:pt x="288163" y="957579"/>
                </a:lnTo>
                <a:lnTo>
                  <a:pt x="247903" y="958849"/>
                </a:lnTo>
                <a:lnTo>
                  <a:pt x="366394" y="958849"/>
                </a:lnTo>
                <a:lnTo>
                  <a:pt x="402208" y="946149"/>
                </a:lnTo>
                <a:lnTo>
                  <a:pt x="417702" y="937259"/>
                </a:lnTo>
                <a:lnTo>
                  <a:pt x="435609" y="928369"/>
                </a:lnTo>
                <a:lnTo>
                  <a:pt x="438057" y="925829"/>
                </a:lnTo>
                <a:close/>
              </a:path>
              <a:path w="589915" h="976629">
                <a:moveTo>
                  <a:pt x="297179" y="43179"/>
                </a:moveTo>
                <a:lnTo>
                  <a:pt x="279273" y="43179"/>
                </a:lnTo>
                <a:lnTo>
                  <a:pt x="263651" y="46989"/>
                </a:lnTo>
                <a:lnTo>
                  <a:pt x="216662" y="69849"/>
                </a:lnTo>
                <a:lnTo>
                  <a:pt x="174243" y="107949"/>
                </a:lnTo>
                <a:lnTo>
                  <a:pt x="147446" y="147319"/>
                </a:lnTo>
                <a:lnTo>
                  <a:pt x="120650" y="212089"/>
                </a:lnTo>
                <a:lnTo>
                  <a:pt x="105028" y="256539"/>
                </a:lnTo>
                <a:lnTo>
                  <a:pt x="87121" y="314959"/>
                </a:lnTo>
                <a:lnTo>
                  <a:pt x="71500" y="374649"/>
                </a:lnTo>
                <a:lnTo>
                  <a:pt x="55879" y="438149"/>
                </a:lnTo>
                <a:lnTo>
                  <a:pt x="33527" y="562609"/>
                </a:lnTo>
                <a:lnTo>
                  <a:pt x="26796" y="624839"/>
                </a:lnTo>
                <a:lnTo>
                  <a:pt x="24637" y="684529"/>
                </a:lnTo>
                <a:lnTo>
                  <a:pt x="26796" y="748029"/>
                </a:lnTo>
                <a:lnTo>
                  <a:pt x="31368" y="787399"/>
                </a:lnTo>
                <a:lnTo>
                  <a:pt x="37973" y="805179"/>
                </a:lnTo>
                <a:lnTo>
                  <a:pt x="44703" y="825499"/>
                </a:lnTo>
                <a:lnTo>
                  <a:pt x="51434" y="843279"/>
                </a:lnTo>
                <a:lnTo>
                  <a:pt x="62611" y="858519"/>
                </a:lnTo>
                <a:lnTo>
                  <a:pt x="71500" y="876299"/>
                </a:lnTo>
                <a:lnTo>
                  <a:pt x="100456" y="908049"/>
                </a:lnTo>
                <a:lnTo>
                  <a:pt x="140715" y="932179"/>
                </a:lnTo>
                <a:lnTo>
                  <a:pt x="183133" y="943609"/>
                </a:lnTo>
                <a:lnTo>
                  <a:pt x="205612" y="948689"/>
                </a:lnTo>
                <a:lnTo>
                  <a:pt x="286003" y="948689"/>
                </a:lnTo>
                <a:lnTo>
                  <a:pt x="323976" y="943609"/>
                </a:lnTo>
                <a:lnTo>
                  <a:pt x="361950" y="937259"/>
                </a:lnTo>
                <a:lnTo>
                  <a:pt x="370388" y="934719"/>
                </a:lnTo>
                <a:lnTo>
                  <a:pt x="261365" y="934719"/>
                </a:lnTo>
                <a:lnTo>
                  <a:pt x="218948" y="932179"/>
                </a:lnTo>
                <a:lnTo>
                  <a:pt x="165353" y="925829"/>
                </a:lnTo>
                <a:lnTo>
                  <a:pt x="122936" y="904239"/>
                </a:lnTo>
                <a:lnTo>
                  <a:pt x="91566" y="875029"/>
                </a:lnTo>
                <a:lnTo>
                  <a:pt x="67055" y="836929"/>
                </a:lnTo>
                <a:lnTo>
                  <a:pt x="53593" y="792479"/>
                </a:lnTo>
                <a:lnTo>
                  <a:pt x="44703" y="745489"/>
                </a:lnTo>
                <a:lnTo>
                  <a:pt x="42417" y="721359"/>
                </a:lnTo>
                <a:lnTo>
                  <a:pt x="42417" y="647699"/>
                </a:lnTo>
                <a:lnTo>
                  <a:pt x="53593" y="557529"/>
                </a:lnTo>
                <a:lnTo>
                  <a:pt x="69214" y="468629"/>
                </a:lnTo>
                <a:lnTo>
                  <a:pt x="87121" y="382269"/>
                </a:lnTo>
                <a:lnTo>
                  <a:pt x="109474" y="294639"/>
                </a:lnTo>
                <a:lnTo>
                  <a:pt x="122936" y="255269"/>
                </a:lnTo>
                <a:lnTo>
                  <a:pt x="133984" y="217169"/>
                </a:lnTo>
                <a:lnTo>
                  <a:pt x="149732" y="179069"/>
                </a:lnTo>
                <a:lnTo>
                  <a:pt x="169799" y="143509"/>
                </a:lnTo>
                <a:lnTo>
                  <a:pt x="198881" y="105409"/>
                </a:lnTo>
                <a:lnTo>
                  <a:pt x="232409" y="81279"/>
                </a:lnTo>
                <a:lnTo>
                  <a:pt x="270255" y="63499"/>
                </a:lnTo>
                <a:lnTo>
                  <a:pt x="314959" y="49529"/>
                </a:lnTo>
                <a:lnTo>
                  <a:pt x="335025" y="49529"/>
                </a:lnTo>
                <a:lnTo>
                  <a:pt x="335025" y="45719"/>
                </a:lnTo>
                <a:lnTo>
                  <a:pt x="312800" y="45719"/>
                </a:lnTo>
                <a:lnTo>
                  <a:pt x="297179" y="43179"/>
                </a:lnTo>
                <a:close/>
              </a:path>
              <a:path w="589915" h="976629">
                <a:moveTo>
                  <a:pt x="500379" y="787399"/>
                </a:moveTo>
                <a:lnTo>
                  <a:pt x="493649" y="787399"/>
                </a:lnTo>
                <a:lnTo>
                  <a:pt x="491489" y="792479"/>
                </a:lnTo>
                <a:lnTo>
                  <a:pt x="487044" y="816609"/>
                </a:lnTo>
                <a:lnTo>
                  <a:pt x="480313" y="836929"/>
                </a:lnTo>
                <a:lnTo>
                  <a:pt x="457962" y="869949"/>
                </a:lnTo>
                <a:lnTo>
                  <a:pt x="426719" y="896619"/>
                </a:lnTo>
                <a:lnTo>
                  <a:pt x="388746" y="914399"/>
                </a:lnTo>
                <a:lnTo>
                  <a:pt x="348488" y="925829"/>
                </a:lnTo>
                <a:lnTo>
                  <a:pt x="303783" y="932179"/>
                </a:lnTo>
                <a:lnTo>
                  <a:pt x="261365" y="934719"/>
                </a:lnTo>
                <a:lnTo>
                  <a:pt x="370388" y="934719"/>
                </a:lnTo>
                <a:lnTo>
                  <a:pt x="399923" y="925829"/>
                </a:lnTo>
                <a:lnTo>
                  <a:pt x="438057" y="925829"/>
                </a:lnTo>
                <a:lnTo>
                  <a:pt x="449071" y="914399"/>
                </a:lnTo>
                <a:lnTo>
                  <a:pt x="464692" y="904239"/>
                </a:lnTo>
                <a:lnTo>
                  <a:pt x="478027" y="890269"/>
                </a:lnTo>
                <a:lnTo>
                  <a:pt x="491489" y="872489"/>
                </a:lnTo>
                <a:lnTo>
                  <a:pt x="502665" y="857249"/>
                </a:lnTo>
                <a:lnTo>
                  <a:pt x="511555" y="857249"/>
                </a:lnTo>
                <a:lnTo>
                  <a:pt x="513841" y="852169"/>
                </a:lnTo>
                <a:lnTo>
                  <a:pt x="516064" y="843279"/>
                </a:lnTo>
                <a:lnTo>
                  <a:pt x="493649" y="843279"/>
                </a:lnTo>
                <a:lnTo>
                  <a:pt x="498220" y="831849"/>
                </a:lnTo>
                <a:lnTo>
                  <a:pt x="500379" y="819149"/>
                </a:lnTo>
                <a:lnTo>
                  <a:pt x="502665" y="805179"/>
                </a:lnTo>
                <a:lnTo>
                  <a:pt x="502665" y="792479"/>
                </a:lnTo>
                <a:lnTo>
                  <a:pt x="500379" y="787399"/>
                </a:lnTo>
                <a:close/>
              </a:path>
              <a:path w="589915" h="976629">
                <a:moveTo>
                  <a:pt x="396421" y="38099"/>
                </a:moveTo>
                <a:lnTo>
                  <a:pt x="359663" y="38099"/>
                </a:lnTo>
                <a:lnTo>
                  <a:pt x="373125" y="40639"/>
                </a:lnTo>
                <a:lnTo>
                  <a:pt x="386461" y="45719"/>
                </a:lnTo>
                <a:lnTo>
                  <a:pt x="408813" y="58419"/>
                </a:lnTo>
                <a:lnTo>
                  <a:pt x="429005" y="76199"/>
                </a:lnTo>
                <a:lnTo>
                  <a:pt x="449071" y="96519"/>
                </a:lnTo>
                <a:lnTo>
                  <a:pt x="464692" y="120649"/>
                </a:lnTo>
                <a:lnTo>
                  <a:pt x="480313" y="143509"/>
                </a:lnTo>
                <a:lnTo>
                  <a:pt x="502665" y="190499"/>
                </a:lnTo>
                <a:lnTo>
                  <a:pt x="516127" y="238759"/>
                </a:lnTo>
                <a:lnTo>
                  <a:pt x="529463" y="314959"/>
                </a:lnTo>
                <a:lnTo>
                  <a:pt x="533907" y="365759"/>
                </a:lnTo>
                <a:lnTo>
                  <a:pt x="536094" y="421639"/>
                </a:lnTo>
                <a:lnTo>
                  <a:pt x="536193" y="539749"/>
                </a:lnTo>
                <a:lnTo>
                  <a:pt x="533907" y="598169"/>
                </a:lnTo>
                <a:lnTo>
                  <a:pt x="529463" y="656589"/>
                </a:lnTo>
                <a:lnTo>
                  <a:pt x="522731" y="713739"/>
                </a:lnTo>
                <a:lnTo>
                  <a:pt x="513841" y="772159"/>
                </a:lnTo>
                <a:lnTo>
                  <a:pt x="502665" y="830579"/>
                </a:lnTo>
                <a:lnTo>
                  <a:pt x="493649" y="843279"/>
                </a:lnTo>
                <a:lnTo>
                  <a:pt x="516064" y="843279"/>
                </a:lnTo>
                <a:lnTo>
                  <a:pt x="518287" y="834389"/>
                </a:lnTo>
                <a:lnTo>
                  <a:pt x="536193" y="798829"/>
                </a:lnTo>
                <a:lnTo>
                  <a:pt x="542348" y="783589"/>
                </a:lnTo>
                <a:lnTo>
                  <a:pt x="527176" y="783589"/>
                </a:lnTo>
                <a:lnTo>
                  <a:pt x="536193" y="730249"/>
                </a:lnTo>
                <a:lnTo>
                  <a:pt x="542925" y="674369"/>
                </a:lnTo>
                <a:lnTo>
                  <a:pt x="547369" y="621029"/>
                </a:lnTo>
                <a:lnTo>
                  <a:pt x="549528" y="566419"/>
                </a:lnTo>
                <a:lnTo>
                  <a:pt x="551814" y="500379"/>
                </a:lnTo>
                <a:lnTo>
                  <a:pt x="551771" y="429259"/>
                </a:lnTo>
                <a:lnTo>
                  <a:pt x="549528" y="364489"/>
                </a:lnTo>
                <a:lnTo>
                  <a:pt x="542925" y="297179"/>
                </a:lnTo>
                <a:lnTo>
                  <a:pt x="531621" y="243839"/>
                </a:lnTo>
                <a:lnTo>
                  <a:pt x="516127" y="191769"/>
                </a:lnTo>
                <a:lnTo>
                  <a:pt x="507111" y="165099"/>
                </a:lnTo>
                <a:lnTo>
                  <a:pt x="480313" y="118109"/>
                </a:lnTo>
                <a:lnTo>
                  <a:pt x="453516" y="81279"/>
                </a:lnTo>
                <a:lnTo>
                  <a:pt x="424433" y="54609"/>
                </a:lnTo>
                <a:lnTo>
                  <a:pt x="406653" y="43179"/>
                </a:lnTo>
                <a:lnTo>
                  <a:pt x="396421" y="38099"/>
                </a:lnTo>
                <a:close/>
              </a:path>
              <a:path w="589915" h="976629">
                <a:moveTo>
                  <a:pt x="431647" y="17779"/>
                </a:moveTo>
                <a:lnTo>
                  <a:pt x="368680" y="17779"/>
                </a:lnTo>
                <a:lnTo>
                  <a:pt x="390905" y="20319"/>
                </a:lnTo>
                <a:lnTo>
                  <a:pt x="411099" y="26669"/>
                </a:lnTo>
                <a:lnTo>
                  <a:pt x="451230" y="49529"/>
                </a:lnTo>
                <a:lnTo>
                  <a:pt x="482600" y="81279"/>
                </a:lnTo>
                <a:lnTo>
                  <a:pt x="509396" y="118109"/>
                </a:lnTo>
                <a:lnTo>
                  <a:pt x="527176" y="152399"/>
                </a:lnTo>
                <a:lnTo>
                  <a:pt x="540638" y="190499"/>
                </a:lnTo>
                <a:lnTo>
                  <a:pt x="551814" y="229869"/>
                </a:lnTo>
                <a:lnTo>
                  <a:pt x="560704" y="273049"/>
                </a:lnTo>
                <a:lnTo>
                  <a:pt x="565150" y="314959"/>
                </a:lnTo>
                <a:lnTo>
                  <a:pt x="569722" y="355599"/>
                </a:lnTo>
                <a:lnTo>
                  <a:pt x="574167" y="435609"/>
                </a:lnTo>
                <a:lnTo>
                  <a:pt x="574167" y="556259"/>
                </a:lnTo>
                <a:lnTo>
                  <a:pt x="569722" y="598169"/>
                </a:lnTo>
                <a:lnTo>
                  <a:pt x="565150" y="638809"/>
                </a:lnTo>
                <a:lnTo>
                  <a:pt x="558419" y="678179"/>
                </a:lnTo>
                <a:lnTo>
                  <a:pt x="549528" y="716279"/>
                </a:lnTo>
                <a:lnTo>
                  <a:pt x="538352" y="756919"/>
                </a:lnTo>
                <a:lnTo>
                  <a:pt x="527176" y="783589"/>
                </a:lnTo>
                <a:lnTo>
                  <a:pt x="542348" y="783589"/>
                </a:lnTo>
                <a:lnTo>
                  <a:pt x="549528" y="765809"/>
                </a:lnTo>
                <a:lnTo>
                  <a:pt x="560704" y="727709"/>
                </a:lnTo>
                <a:lnTo>
                  <a:pt x="569722" y="689609"/>
                </a:lnTo>
                <a:lnTo>
                  <a:pt x="576326" y="651509"/>
                </a:lnTo>
                <a:lnTo>
                  <a:pt x="583056" y="613409"/>
                </a:lnTo>
                <a:lnTo>
                  <a:pt x="587501" y="538479"/>
                </a:lnTo>
                <a:lnTo>
                  <a:pt x="589787" y="488949"/>
                </a:lnTo>
                <a:lnTo>
                  <a:pt x="589787" y="391159"/>
                </a:lnTo>
                <a:lnTo>
                  <a:pt x="585215" y="341629"/>
                </a:lnTo>
                <a:lnTo>
                  <a:pt x="578611" y="292099"/>
                </a:lnTo>
                <a:lnTo>
                  <a:pt x="569722" y="243839"/>
                </a:lnTo>
                <a:lnTo>
                  <a:pt x="558419" y="196849"/>
                </a:lnTo>
                <a:lnTo>
                  <a:pt x="542925" y="149859"/>
                </a:lnTo>
                <a:lnTo>
                  <a:pt x="511555" y="90169"/>
                </a:lnTo>
                <a:lnTo>
                  <a:pt x="464692" y="40639"/>
                </a:lnTo>
                <a:lnTo>
                  <a:pt x="437895" y="20319"/>
                </a:lnTo>
                <a:lnTo>
                  <a:pt x="431647" y="17779"/>
                </a:lnTo>
                <a:close/>
              </a:path>
              <a:path w="589915" h="976629">
                <a:moveTo>
                  <a:pt x="149732" y="406399"/>
                </a:moveTo>
                <a:lnTo>
                  <a:pt x="147446" y="406399"/>
                </a:lnTo>
                <a:lnTo>
                  <a:pt x="145287" y="408939"/>
                </a:lnTo>
                <a:lnTo>
                  <a:pt x="143001" y="411479"/>
                </a:lnTo>
                <a:lnTo>
                  <a:pt x="145287" y="412749"/>
                </a:lnTo>
                <a:lnTo>
                  <a:pt x="167512" y="430529"/>
                </a:lnTo>
                <a:lnTo>
                  <a:pt x="194309" y="444499"/>
                </a:lnTo>
                <a:lnTo>
                  <a:pt x="223392" y="453389"/>
                </a:lnTo>
                <a:lnTo>
                  <a:pt x="252475" y="459739"/>
                </a:lnTo>
                <a:lnTo>
                  <a:pt x="256920" y="464819"/>
                </a:lnTo>
                <a:lnTo>
                  <a:pt x="261365" y="466089"/>
                </a:lnTo>
                <a:lnTo>
                  <a:pt x="265811" y="466089"/>
                </a:lnTo>
                <a:lnTo>
                  <a:pt x="270255" y="462279"/>
                </a:lnTo>
                <a:lnTo>
                  <a:pt x="308228" y="462279"/>
                </a:lnTo>
                <a:lnTo>
                  <a:pt x="348488" y="459739"/>
                </a:lnTo>
                <a:lnTo>
                  <a:pt x="417702" y="447039"/>
                </a:lnTo>
                <a:lnTo>
                  <a:pt x="424433" y="441959"/>
                </a:lnTo>
                <a:lnTo>
                  <a:pt x="424433" y="438149"/>
                </a:lnTo>
                <a:lnTo>
                  <a:pt x="308228" y="438149"/>
                </a:lnTo>
                <a:lnTo>
                  <a:pt x="276987" y="435609"/>
                </a:lnTo>
                <a:lnTo>
                  <a:pt x="277416" y="433069"/>
                </a:lnTo>
                <a:lnTo>
                  <a:pt x="256920" y="433069"/>
                </a:lnTo>
                <a:lnTo>
                  <a:pt x="230124" y="429259"/>
                </a:lnTo>
                <a:lnTo>
                  <a:pt x="149732" y="406399"/>
                </a:lnTo>
                <a:close/>
              </a:path>
              <a:path w="589915" h="976629">
                <a:moveTo>
                  <a:pt x="417702" y="426719"/>
                </a:moveTo>
                <a:lnTo>
                  <a:pt x="413257" y="426719"/>
                </a:lnTo>
                <a:lnTo>
                  <a:pt x="377570" y="433069"/>
                </a:lnTo>
                <a:lnTo>
                  <a:pt x="344042" y="438149"/>
                </a:lnTo>
                <a:lnTo>
                  <a:pt x="424433" y="438149"/>
                </a:lnTo>
                <a:lnTo>
                  <a:pt x="424433" y="433069"/>
                </a:lnTo>
                <a:lnTo>
                  <a:pt x="419988" y="429259"/>
                </a:lnTo>
                <a:lnTo>
                  <a:pt x="417702" y="426719"/>
                </a:lnTo>
                <a:close/>
              </a:path>
              <a:path w="589915" h="976629">
                <a:moveTo>
                  <a:pt x="295849" y="335279"/>
                </a:moveTo>
                <a:lnTo>
                  <a:pt x="274700" y="335279"/>
                </a:lnTo>
                <a:lnTo>
                  <a:pt x="256920" y="433069"/>
                </a:lnTo>
                <a:lnTo>
                  <a:pt x="277416" y="433069"/>
                </a:lnTo>
                <a:lnTo>
                  <a:pt x="286003" y="382269"/>
                </a:lnTo>
                <a:lnTo>
                  <a:pt x="295849" y="335279"/>
                </a:lnTo>
                <a:close/>
              </a:path>
              <a:path w="589915" h="976629">
                <a:moveTo>
                  <a:pt x="335025" y="49529"/>
                </a:moveTo>
                <a:lnTo>
                  <a:pt x="314959" y="49529"/>
                </a:lnTo>
                <a:lnTo>
                  <a:pt x="308228" y="78739"/>
                </a:lnTo>
                <a:lnTo>
                  <a:pt x="303783" y="109219"/>
                </a:lnTo>
                <a:lnTo>
                  <a:pt x="292607" y="116839"/>
                </a:lnTo>
                <a:lnTo>
                  <a:pt x="288163" y="116839"/>
                </a:lnTo>
                <a:lnTo>
                  <a:pt x="281431" y="118109"/>
                </a:lnTo>
                <a:lnTo>
                  <a:pt x="279273" y="125729"/>
                </a:lnTo>
                <a:lnTo>
                  <a:pt x="261365" y="226059"/>
                </a:lnTo>
                <a:lnTo>
                  <a:pt x="247903" y="328929"/>
                </a:lnTo>
                <a:lnTo>
                  <a:pt x="252475" y="337819"/>
                </a:lnTo>
                <a:lnTo>
                  <a:pt x="256920" y="339089"/>
                </a:lnTo>
                <a:lnTo>
                  <a:pt x="261365" y="339089"/>
                </a:lnTo>
                <a:lnTo>
                  <a:pt x="274700" y="335279"/>
                </a:lnTo>
                <a:lnTo>
                  <a:pt x="295849" y="335279"/>
                </a:lnTo>
                <a:lnTo>
                  <a:pt x="297179" y="328929"/>
                </a:lnTo>
                <a:lnTo>
                  <a:pt x="332866" y="318769"/>
                </a:lnTo>
                <a:lnTo>
                  <a:pt x="337312" y="318769"/>
                </a:lnTo>
                <a:lnTo>
                  <a:pt x="339598" y="314959"/>
                </a:lnTo>
                <a:lnTo>
                  <a:pt x="341756" y="308609"/>
                </a:lnTo>
                <a:lnTo>
                  <a:pt x="340119" y="297179"/>
                </a:lnTo>
                <a:lnTo>
                  <a:pt x="301625" y="297179"/>
                </a:lnTo>
                <a:lnTo>
                  <a:pt x="301625" y="288289"/>
                </a:lnTo>
                <a:lnTo>
                  <a:pt x="338846" y="288289"/>
                </a:lnTo>
                <a:lnTo>
                  <a:pt x="335025" y="261619"/>
                </a:lnTo>
                <a:lnTo>
                  <a:pt x="337312" y="214629"/>
                </a:lnTo>
                <a:lnTo>
                  <a:pt x="341756" y="167639"/>
                </a:lnTo>
                <a:lnTo>
                  <a:pt x="352932" y="123189"/>
                </a:lnTo>
                <a:lnTo>
                  <a:pt x="352932" y="120649"/>
                </a:lnTo>
                <a:lnTo>
                  <a:pt x="357377" y="118109"/>
                </a:lnTo>
                <a:lnTo>
                  <a:pt x="357377" y="111759"/>
                </a:lnTo>
                <a:lnTo>
                  <a:pt x="355218" y="107949"/>
                </a:lnTo>
                <a:lnTo>
                  <a:pt x="350774" y="105409"/>
                </a:lnTo>
                <a:lnTo>
                  <a:pt x="344042" y="102869"/>
                </a:lnTo>
                <a:lnTo>
                  <a:pt x="323976" y="102869"/>
                </a:lnTo>
                <a:lnTo>
                  <a:pt x="330580" y="52069"/>
                </a:lnTo>
                <a:lnTo>
                  <a:pt x="335025" y="49529"/>
                </a:lnTo>
                <a:close/>
              </a:path>
              <a:path w="589915" h="976629">
                <a:moveTo>
                  <a:pt x="338846" y="288289"/>
                </a:moveTo>
                <a:lnTo>
                  <a:pt x="317245" y="288289"/>
                </a:lnTo>
                <a:lnTo>
                  <a:pt x="319531" y="292099"/>
                </a:lnTo>
                <a:lnTo>
                  <a:pt x="314959" y="292099"/>
                </a:lnTo>
                <a:lnTo>
                  <a:pt x="301625" y="297179"/>
                </a:lnTo>
                <a:lnTo>
                  <a:pt x="340119" y="297179"/>
                </a:lnTo>
                <a:lnTo>
                  <a:pt x="338846" y="288289"/>
                </a:lnTo>
                <a:close/>
              </a:path>
              <a:path w="589915" h="976629">
                <a:moveTo>
                  <a:pt x="317245" y="288289"/>
                </a:moveTo>
                <a:lnTo>
                  <a:pt x="301625" y="288289"/>
                </a:lnTo>
                <a:lnTo>
                  <a:pt x="306069" y="292099"/>
                </a:lnTo>
                <a:lnTo>
                  <a:pt x="314959" y="292099"/>
                </a:lnTo>
                <a:lnTo>
                  <a:pt x="317245" y="288289"/>
                </a:lnTo>
                <a:close/>
              </a:path>
              <a:path w="589915" h="976629">
                <a:moveTo>
                  <a:pt x="388746" y="34289"/>
                </a:moveTo>
                <a:lnTo>
                  <a:pt x="272541" y="34289"/>
                </a:lnTo>
                <a:lnTo>
                  <a:pt x="286003" y="36829"/>
                </a:lnTo>
                <a:lnTo>
                  <a:pt x="299338" y="40639"/>
                </a:lnTo>
                <a:lnTo>
                  <a:pt x="312800" y="45719"/>
                </a:lnTo>
                <a:lnTo>
                  <a:pt x="335025" y="45719"/>
                </a:lnTo>
                <a:lnTo>
                  <a:pt x="335025" y="43179"/>
                </a:lnTo>
                <a:lnTo>
                  <a:pt x="332866" y="40639"/>
                </a:lnTo>
                <a:lnTo>
                  <a:pt x="346328" y="38099"/>
                </a:lnTo>
                <a:lnTo>
                  <a:pt x="396421" y="38099"/>
                </a:lnTo>
                <a:lnTo>
                  <a:pt x="388746" y="34289"/>
                </a:lnTo>
                <a:close/>
              </a:path>
              <a:path w="589915" h="976629">
                <a:moveTo>
                  <a:pt x="335025" y="20319"/>
                </a:moveTo>
                <a:lnTo>
                  <a:pt x="323976" y="20319"/>
                </a:lnTo>
                <a:lnTo>
                  <a:pt x="319531" y="31749"/>
                </a:lnTo>
                <a:lnTo>
                  <a:pt x="382777" y="31749"/>
                </a:lnTo>
                <a:lnTo>
                  <a:pt x="376809" y="29209"/>
                </a:lnTo>
                <a:lnTo>
                  <a:pt x="335025" y="29209"/>
                </a:lnTo>
                <a:lnTo>
                  <a:pt x="335025" y="20319"/>
                </a:lnTo>
                <a:close/>
              </a:path>
              <a:path w="589915" h="976629">
                <a:moveTo>
                  <a:pt x="370839" y="26669"/>
                </a:moveTo>
                <a:lnTo>
                  <a:pt x="344042" y="26669"/>
                </a:lnTo>
                <a:lnTo>
                  <a:pt x="335025" y="29209"/>
                </a:lnTo>
                <a:lnTo>
                  <a:pt x="376809" y="29209"/>
                </a:lnTo>
                <a:lnTo>
                  <a:pt x="370839" y="26669"/>
                </a:lnTo>
                <a:close/>
              </a:path>
              <a:path w="589915" h="976629">
                <a:moveTo>
                  <a:pt x="373125" y="0"/>
                </a:moveTo>
                <a:lnTo>
                  <a:pt x="355218" y="0"/>
                </a:lnTo>
                <a:lnTo>
                  <a:pt x="339598" y="2539"/>
                </a:lnTo>
                <a:lnTo>
                  <a:pt x="382015" y="2539"/>
                </a:lnTo>
                <a:lnTo>
                  <a:pt x="373125" y="0"/>
                </a:lnTo>
                <a:close/>
              </a:path>
            </a:pathLst>
          </a:custGeom>
          <a:solidFill>
            <a:srgbClr val="F8F8F8"/>
          </a:solidFill>
        </p:spPr>
        <p:txBody>
          <a:bodyPr wrap="square" lIns="0" tIns="0" rIns="0" bIns="0" rtlCol="0"/>
          <a:lstStyle/>
          <a:p>
            <a:endParaRPr dirty="0"/>
          </a:p>
        </p:txBody>
      </p:sp>
      <p:grpSp>
        <p:nvGrpSpPr>
          <p:cNvPr id="18" name="object 18"/>
          <p:cNvGrpSpPr/>
          <p:nvPr/>
        </p:nvGrpSpPr>
        <p:grpSpPr>
          <a:xfrm>
            <a:off x="0" y="0"/>
            <a:ext cx="12192000" cy="6858000"/>
            <a:chOff x="0" y="0"/>
            <a:chExt cx="12192000" cy="6858000"/>
          </a:xfrm>
        </p:grpSpPr>
        <p:sp>
          <p:nvSpPr>
            <p:cNvPr id="19" name="object 19"/>
            <p:cNvSpPr/>
            <p:nvPr/>
          </p:nvSpPr>
          <p:spPr>
            <a:xfrm>
              <a:off x="3259835" y="5163439"/>
              <a:ext cx="2543555" cy="1438529"/>
            </a:xfrm>
            <a:prstGeom prst="rect">
              <a:avLst/>
            </a:prstGeom>
            <a:blipFill>
              <a:blip r:embed="rId9" cstate="print"/>
              <a:stretch>
                <a:fillRect/>
              </a:stretch>
            </a:blipFill>
          </p:spPr>
          <p:txBody>
            <a:bodyPr wrap="square" lIns="0" tIns="0" rIns="0" bIns="0" rtlCol="0"/>
            <a:lstStyle/>
            <a:p>
              <a:endParaRPr dirty="0"/>
            </a:p>
          </p:txBody>
        </p:sp>
        <p:sp>
          <p:nvSpPr>
            <p:cNvPr id="20" name="object 20"/>
            <p:cNvSpPr/>
            <p:nvPr/>
          </p:nvSpPr>
          <p:spPr>
            <a:xfrm>
              <a:off x="0" y="0"/>
              <a:ext cx="12192000" cy="6857998"/>
            </a:xfrm>
            <a:prstGeom prst="rect">
              <a:avLst/>
            </a:prstGeom>
            <a:blipFill>
              <a:blip r:embed="rId10" cstate="print"/>
              <a:stretch>
                <a:fillRect/>
              </a:stretch>
            </a:blipFill>
          </p:spPr>
          <p:txBody>
            <a:bodyPr wrap="square" lIns="0" tIns="0" rIns="0" bIns="0" rtlCol="0"/>
            <a:lstStyle/>
            <a:p>
              <a:endParaRPr dirty="0"/>
            </a:p>
          </p:txBody>
        </p:sp>
      </p:grpSp>
      <p:graphicFrame>
        <p:nvGraphicFramePr>
          <p:cNvPr id="25" name="object 22"/>
          <p:cNvGraphicFramePr>
            <a:graphicFrameLocks noGrp="1"/>
          </p:cNvGraphicFramePr>
          <p:nvPr>
            <p:extLst/>
          </p:nvPr>
        </p:nvGraphicFramePr>
        <p:xfrm>
          <a:off x="797471" y="1285874"/>
          <a:ext cx="8703144" cy="4902890"/>
        </p:xfrm>
        <a:graphic>
          <a:graphicData uri="http://schemas.openxmlformats.org/drawingml/2006/table">
            <a:tbl>
              <a:tblPr firstRow="1" bandRow="1">
                <a:tableStyleId>{2D5ABB26-0587-4C30-8999-92F81FD0307C}</a:tableStyleId>
              </a:tblPr>
              <a:tblGrid>
                <a:gridCol w="371490"/>
                <a:gridCol w="2451119"/>
                <a:gridCol w="3072858"/>
                <a:gridCol w="2807677"/>
              </a:tblGrid>
              <a:tr h="891434">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pPr>
                      <a:endParaRPr sz="700" dirty="0">
                        <a:latin typeface="Times New Roman"/>
                        <a:cs typeface="Times New Roman"/>
                      </a:endParaRPr>
                    </a:p>
                    <a:p>
                      <a:pPr marL="133350">
                        <a:lnSpc>
                          <a:spcPct val="100000"/>
                        </a:lnSpc>
                        <a:spcBef>
                          <a:spcPts val="5"/>
                        </a:spcBef>
                      </a:pPr>
                      <a:r>
                        <a:rPr lang="en-US" sz="700" b="1" spc="-5" dirty="0" smtClean="0">
                          <a:solidFill>
                            <a:srgbClr val="1A232D"/>
                          </a:solidFill>
                          <a:latin typeface="Arial"/>
                          <a:cs typeface="Arial"/>
                        </a:rPr>
                        <a:t>10</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4135">
                        <a:lnSpc>
                          <a:spcPct val="100000"/>
                        </a:lnSpc>
                        <a:spcBef>
                          <a:spcPts val="55"/>
                        </a:spcBef>
                      </a:pPr>
                      <a:r>
                        <a:rPr sz="1100" dirty="0">
                          <a:solidFill>
                            <a:srgbClr val="1A232D"/>
                          </a:solidFill>
                          <a:latin typeface="Arial"/>
                          <a:cs typeface="Arial"/>
                        </a:rPr>
                        <a:t>Checking Loading </a:t>
                      </a:r>
                      <a:r>
                        <a:rPr sz="1100" spc="-15" dirty="0">
                          <a:solidFill>
                            <a:srgbClr val="1A232D"/>
                          </a:solidFill>
                          <a:latin typeface="Arial"/>
                          <a:cs typeface="Arial"/>
                        </a:rPr>
                        <a:t>Time</a:t>
                      </a:r>
                      <a:r>
                        <a:rPr sz="1100" spc="-135" dirty="0">
                          <a:solidFill>
                            <a:srgbClr val="1A232D"/>
                          </a:solidFill>
                          <a:latin typeface="Arial"/>
                          <a:cs typeface="Arial"/>
                        </a:rPr>
                        <a:t> </a:t>
                      </a:r>
                      <a:r>
                        <a:rPr sz="1100" dirty="0">
                          <a:solidFill>
                            <a:srgbClr val="1A232D"/>
                          </a:solidFill>
                          <a:latin typeface="Arial"/>
                          <a:cs typeface="Arial"/>
                        </a:rPr>
                        <a:t>and</a:t>
                      </a:r>
                      <a:endParaRPr sz="1100" dirty="0">
                        <a:latin typeface="Arial"/>
                        <a:cs typeface="Arial"/>
                      </a:endParaRPr>
                    </a:p>
                    <a:p>
                      <a:pPr marL="64135">
                        <a:lnSpc>
                          <a:spcPct val="100000"/>
                        </a:lnSpc>
                        <a:spcBef>
                          <a:spcPts val="250"/>
                        </a:spcBef>
                      </a:pPr>
                      <a:r>
                        <a:rPr sz="1100" spc="-5" dirty="0">
                          <a:solidFill>
                            <a:srgbClr val="1A232D"/>
                          </a:solidFill>
                          <a:latin typeface="Arial"/>
                          <a:cs typeface="Arial"/>
                        </a:rPr>
                        <a:t>will </a:t>
                      </a:r>
                      <a:r>
                        <a:rPr sz="1100" dirty="0">
                          <a:solidFill>
                            <a:srgbClr val="1A232D"/>
                          </a:solidFill>
                          <a:latin typeface="Arial"/>
                          <a:cs typeface="Arial"/>
                        </a:rPr>
                        <a:t>be reduce if</a:t>
                      </a:r>
                      <a:r>
                        <a:rPr sz="1100" spc="-70" dirty="0">
                          <a:solidFill>
                            <a:srgbClr val="1A232D"/>
                          </a:solidFill>
                          <a:latin typeface="Arial"/>
                          <a:cs typeface="Arial"/>
                        </a:rPr>
                        <a:t> </a:t>
                      </a:r>
                      <a:r>
                        <a:rPr sz="1100" dirty="0">
                          <a:solidFill>
                            <a:srgbClr val="1A232D"/>
                          </a:solidFill>
                          <a:latin typeface="Arial"/>
                          <a:cs typeface="Arial"/>
                        </a:rPr>
                        <a:t>necessary</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4769">
                        <a:lnSpc>
                          <a:spcPct val="100000"/>
                        </a:lnSpc>
                        <a:spcBef>
                          <a:spcPts val="55"/>
                        </a:spcBef>
                      </a:pPr>
                      <a:r>
                        <a:rPr sz="1100" spc="-5" dirty="0">
                          <a:solidFill>
                            <a:srgbClr val="1A232D"/>
                          </a:solidFill>
                          <a:latin typeface="Arial"/>
                          <a:cs typeface="Arial"/>
                        </a:rPr>
                        <a:t>The </a:t>
                      </a:r>
                      <a:r>
                        <a:rPr sz="1100" dirty="0">
                          <a:solidFill>
                            <a:srgbClr val="1A232D"/>
                          </a:solidFill>
                          <a:latin typeface="Arial"/>
                          <a:cs typeface="Arial"/>
                        </a:rPr>
                        <a:t>Loading </a:t>
                      </a:r>
                      <a:r>
                        <a:rPr sz="1100" spc="-5" dirty="0">
                          <a:solidFill>
                            <a:srgbClr val="1A232D"/>
                          </a:solidFill>
                          <a:latin typeface="Arial"/>
                          <a:cs typeface="Arial"/>
                        </a:rPr>
                        <a:t>time </a:t>
                      </a:r>
                      <a:r>
                        <a:rPr sz="1100" dirty="0">
                          <a:solidFill>
                            <a:srgbClr val="1A232D"/>
                          </a:solidFill>
                          <a:latin typeface="Arial"/>
                          <a:cs typeface="Arial"/>
                        </a:rPr>
                        <a:t>of a page or</a:t>
                      </a:r>
                      <a:r>
                        <a:rPr sz="1100" spc="-145" dirty="0">
                          <a:solidFill>
                            <a:srgbClr val="1A232D"/>
                          </a:solidFill>
                          <a:latin typeface="Arial"/>
                          <a:cs typeface="Arial"/>
                        </a:rPr>
                        <a:t> </a:t>
                      </a:r>
                      <a:r>
                        <a:rPr sz="1100" dirty="0">
                          <a:solidFill>
                            <a:srgbClr val="1A232D"/>
                          </a:solidFill>
                          <a:latin typeface="Arial"/>
                          <a:cs typeface="Arial"/>
                        </a:rPr>
                        <a:t>total</a:t>
                      </a:r>
                      <a:endParaRPr sz="1100" dirty="0">
                        <a:latin typeface="Arial"/>
                        <a:cs typeface="Arial"/>
                      </a:endParaRPr>
                    </a:p>
                    <a:p>
                      <a:pPr marL="64769" marR="238125">
                        <a:lnSpc>
                          <a:spcPct val="114999"/>
                        </a:lnSpc>
                      </a:pPr>
                      <a:r>
                        <a:rPr sz="1100" spc="-5" dirty="0">
                          <a:solidFill>
                            <a:srgbClr val="1A232D"/>
                          </a:solidFill>
                          <a:latin typeface="Arial"/>
                          <a:cs typeface="Arial"/>
                        </a:rPr>
                        <a:t>website when </a:t>
                      </a:r>
                      <a:r>
                        <a:rPr sz="1100" dirty="0">
                          <a:solidFill>
                            <a:srgbClr val="1A232D"/>
                          </a:solidFill>
                          <a:latin typeface="Arial"/>
                          <a:cs typeface="Arial"/>
                        </a:rPr>
                        <a:t>a user </a:t>
                      </a:r>
                      <a:r>
                        <a:rPr sz="1100" spc="-5" dirty="0">
                          <a:solidFill>
                            <a:srgbClr val="1A232D"/>
                          </a:solidFill>
                          <a:latin typeface="Arial"/>
                          <a:cs typeface="Arial"/>
                        </a:rPr>
                        <a:t>wants </a:t>
                      </a:r>
                      <a:r>
                        <a:rPr sz="1100" dirty="0">
                          <a:solidFill>
                            <a:srgbClr val="1A232D"/>
                          </a:solidFill>
                          <a:latin typeface="Arial"/>
                          <a:cs typeface="Arial"/>
                        </a:rPr>
                        <a:t>to see</a:t>
                      </a:r>
                      <a:r>
                        <a:rPr sz="1100" spc="-125" dirty="0">
                          <a:solidFill>
                            <a:srgbClr val="1A232D"/>
                          </a:solidFill>
                          <a:latin typeface="Arial"/>
                          <a:cs typeface="Arial"/>
                        </a:rPr>
                        <a:t> </a:t>
                      </a:r>
                      <a:r>
                        <a:rPr sz="1100" dirty="0">
                          <a:solidFill>
                            <a:srgbClr val="1A232D"/>
                          </a:solidFill>
                          <a:latin typeface="Arial"/>
                          <a:cs typeface="Arial"/>
                        </a:rPr>
                        <a:t>the  site.</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a:lnSpc>
                          <a:spcPct val="100000"/>
                        </a:lnSpc>
                        <a:spcBef>
                          <a:spcPts val="55"/>
                        </a:spcBef>
                      </a:pPr>
                      <a:r>
                        <a:rPr sz="1100" dirty="0">
                          <a:solidFill>
                            <a:srgbClr val="1A232D"/>
                          </a:solidFill>
                          <a:latin typeface="Arial"/>
                          <a:cs typeface="Arial"/>
                        </a:rPr>
                        <a:t>If the loading </a:t>
                      </a:r>
                      <a:r>
                        <a:rPr sz="1100" spc="-5" dirty="0">
                          <a:solidFill>
                            <a:srgbClr val="1A232D"/>
                          </a:solidFill>
                          <a:latin typeface="Arial"/>
                          <a:cs typeface="Arial"/>
                        </a:rPr>
                        <a:t>time </a:t>
                      </a:r>
                      <a:r>
                        <a:rPr sz="1100" dirty="0">
                          <a:solidFill>
                            <a:srgbClr val="1A232D"/>
                          </a:solidFill>
                          <a:latin typeface="Arial"/>
                          <a:cs typeface="Arial"/>
                        </a:rPr>
                        <a:t>is quick then</a:t>
                      </a:r>
                      <a:r>
                        <a:rPr sz="1100" spc="-175" dirty="0">
                          <a:solidFill>
                            <a:srgbClr val="1A232D"/>
                          </a:solidFill>
                          <a:latin typeface="Arial"/>
                          <a:cs typeface="Arial"/>
                        </a:rPr>
                        <a:t> </a:t>
                      </a:r>
                      <a:r>
                        <a:rPr sz="1100" spc="-5" dirty="0">
                          <a:solidFill>
                            <a:srgbClr val="1A232D"/>
                          </a:solidFill>
                          <a:latin typeface="Arial"/>
                          <a:cs typeface="Arial"/>
                        </a:rPr>
                        <a:t>visitor</a:t>
                      </a:r>
                      <a:endParaRPr sz="1100" dirty="0">
                        <a:latin typeface="Arial"/>
                        <a:cs typeface="Arial"/>
                      </a:endParaRPr>
                    </a:p>
                    <a:p>
                      <a:pPr marL="635" marR="215900">
                        <a:lnSpc>
                          <a:spcPct val="114999"/>
                        </a:lnSpc>
                      </a:pPr>
                      <a:r>
                        <a:rPr sz="1100" spc="-5" dirty="0">
                          <a:solidFill>
                            <a:srgbClr val="1A232D"/>
                          </a:solidFill>
                          <a:latin typeface="Arial"/>
                          <a:cs typeface="Arial"/>
                        </a:rPr>
                        <a:t>will </a:t>
                      </a:r>
                      <a:r>
                        <a:rPr sz="1100" dirty="0">
                          <a:solidFill>
                            <a:srgbClr val="1A232D"/>
                          </a:solidFill>
                          <a:latin typeface="Arial"/>
                          <a:cs typeface="Arial"/>
                        </a:rPr>
                        <a:t>see the result page </a:t>
                      </a:r>
                      <a:r>
                        <a:rPr sz="1100" spc="-5" dirty="0">
                          <a:solidFill>
                            <a:srgbClr val="1A232D"/>
                          </a:solidFill>
                          <a:latin typeface="Arial"/>
                          <a:cs typeface="Arial"/>
                        </a:rPr>
                        <a:t>more</a:t>
                      </a:r>
                      <a:r>
                        <a:rPr sz="1100" spc="-140" dirty="0">
                          <a:solidFill>
                            <a:srgbClr val="1A232D"/>
                          </a:solidFill>
                          <a:latin typeface="Arial"/>
                          <a:cs typeface="Arial"/>
                        </a:rPr>
                        <a:t> </a:t>
                      </a:r>
                      <a:r>
                        <a:rPr sz="1100" dirty="0">
                          <a:solidFill>
                            <a:srgbClr val="1A232D"/>
                          </a:solidFill>
                          <a:latin typeface="Arial"/>
                          <a:cs typeface="Arial"/>
                        </a:rPr>
                        <a:t>easily  </a:t>
                      </a:r>
                      <a:r>
                        <a:rPr sz="1100" spc="-5" dirty="0">
                          <a:solidFill>
                            <a:srgbClr val="1A232D"/>
                          </a:solidFill>
                          <a:latin typeface="Arial"/>
                          <a:cs typeface="Arial"/>
                        </a:rPr>
                        <a:t>and also, </a:t>
                      </a:r>
                      <a:r>
                        <a:rPr sz="1100" spc="-10" dirty="0">
                          <a:solidFill>
                            <a:srgbClr val="1A232D"/>
                          </a:solidFill>
                          <a:latin typeface="Arial"/>
                          <a:cs typeface="Arial"/>
                        </a:rPr>
                        <a:t>it’s </a:t>
                      </a:r>
                      <a:r>
                        <a:rPr sz="1100" dirty="0">
                          <a:solidFill>
                            <a:srgbClr val="1A232D"/>
                          </a:solidFill>
                          <a:latin typeface="Arial"/>
                          <a:cs typeface="Arial"/>
                        </a:rPr>
                        <a:t>a </a:t>
                      </a:r>
                      <a:r>
                        <a:rPr sz="1100" spc="-5" dirty="0">
                          <a:solidFill>
                            <a:srgbClr val="1A232D"/>
                          </a:solidFill>
                          <a:latin typeface="Arial"/>
                          <a:cs typeface="Arial"/>
                        </a:rPr>
                        <a:t>depending </a:t>
                      </a:r>
                      <a:r>
                        <a:rPr sz="1100" dirty="0">
                          <a:solidFill>
                            <a:srgbClr val="1A232D"/>
                          </a:solidFill>
                          <a:latin typeface="Arial"/>
                          <a:cs typeface="Arial"/>
                        </a:rPr>
                        <a:t>factor </a:t>
                      </a:r>
                      <a:r>
                        <a:rPr sz="1100" spc="-5" dirty="0">
                          <a:solidFill>
                            <a:srgbClr val="1A232D"/>
                          </a:solidFill>
                          <a:latin typeface="Arial"/>
                          <a:cs typeface="Arial"/>
                        </a:rPr>
                        <a:t>in  SEO.</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1114293">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marL="133350">
                        <a:lnSpc>
                          <a:spcPct val="100000"/>
                        </a:lnSpc>
                        <a:spcBef>
                          <a:spcPts val="800"/>
                        </a:spcBef>
                      </a:pPr>
                      <a:r>
                        <a:rPr lang="en-US" sz="700" b="1" spc="-5" dirty="0" smtClean="0">
                          <a:solidFill>
                            <a:srgbClr val="1A232D"/>
                          </a:solidFill>
                          <a:latin typeface="Arial"/>
                          <a:cs typeface="Arial"/>
                        </a:rPr>
                        <a:t>11</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4135">
                        <a:lnSpc>
                          <a:spcPct val="100000"/>
                        </a:lnSpc>
                        <a:spcBef>
                          <a:spcPts val="55"/>
                        </a:spcBef>
                      </a:pPr>
                      <a:r>
                        <a:rPr sz="1100" spc="-5" dirty="0">
                          <a:solidFill>
                            <a:srgbClr val="1A232D"/>
                          </a:solidFill>
                          <a:latin typeface="Arial"/>
                          <a:cs typeface="Arial"/>
                        </a:rPr>
                        <a:t>Robot.txt </a:t>
                      </a:r>
                      <a:r>
                        <a:rPr sz="1100" dirty="0">
                          <a:solidFill>
                            <a:srgbClr val="1A232D"/>
                          </a:solidFill>
                          <a:latin typeface="Arial"/>
                          <a:cs typeface="Arial"/>
                        </a:rPr>
                        <a:t>file Generation</a:t>
                      </a:r>
                      <a:r>
                        <a:rPr sz="1100" spc="-110" dirty="0">
                          <a:solidFill>
                            <a:srgbClr val="1A232D"/>
                          </a:solidFill>
                          <a:latin typeface="Arial"/>
                          <a:cs typeface="Arial"/>
                        </a:rPr>
                        <a:t> </a:t>
                      </a:r>
                      <a:r>
                        <a:rPr sz="1100" dirty="0">
                          <a:solidFill>
                            <a:srgbClr val="1A232D"/>
                          </a:solidFill>
                          <a:latin typeface="Arial"/>
                          <a:cs typeface="Arial"/>
                        </a:rPr>
                        <a:t>or</a:t>
                      </a:r>
                      <a:endParaRPr sz="1100" dirty="0">
                        <a:latin typeface="Arial"/>
                        <a:cs typeface="Arial"/>
                      </a:endParaRPr>
                    </a:p>
                    <a:p>
                      <a:pPr marL="64135" marR="384175">
                        <a:lnSpc>
                          <a:spcPct val="114999"/>
                        </a:lnSpc>
                      </a:pPr>
                      <a:r>
                        <a:rPr sz="1100" spc="-5" dirty="0">
                          <a:solidFill>
                            <a:srgbClr val="1A232D"/>
                          </a:solidFill>
                          <a:latin typeface="Arial"/>
                          <a:cs typeface="Arial"/>
                        </a:rPr>
                        <a:t>Optimization </a:t>
                      </a:r>
                      <a:r>
                        <a:rPr sz="1100" dirty="0">
                          <a:solidFill>
                            <a:srgbClr val="1A232D"/>
                          </a:solidFill>
                          <a:latin typeface="Arial"/>
                          <a:cs typeface="Arial"/>
                        </a:rPr>
                        <a:t>and add it</a:t>
                      </a:r>
                      <a:r>
                        <a:rPr sz="1100" spc="-110" dirty="0">
                          <a:solidFill>
                            <a:srgbClr val="1A232D"/>
                          </a:solidFill>
                          <a:latin typeface="Arial"/>
                          <a:cs typeface="Arial"/>
                        </a:rPr>
                        <a:t> </a:t>
                      </a:r>
                      <a:r>
                        <a:rPr sz="1100" dirty="0">
                          <a:solidFill>
                            <a:srgbClr val="1A232D"/>
                          </a:solidFill>
                          <a:latin typeface="Arial"/>
                          <a:cs typeface="Arial"/>
                        </a:rPr>
                        <a:t>into  Google Search</a:t>
                      </a:r>
                      <a:r>
                        <a:rPr sz="1100" spc="-90" dirty="0">
                          <a:solidFill>
                            <a:srgbClr val="1A232D"/>
                          </a:solidFill>
                          <a:latin typeface="Arial"/>
                          <a:cs typeface="Arial"/>
                        </a:rPr>
                        <a:t> </a:t>
                      </a:r>
                      <a:r>
                        <a:rPr sz="1100" dirty="0">
                          <a:solidFill>
                            <a:srgbClr val="1A232D"/>
                          </a:solidFill>
                          <a:latin typeface="Arial"/>
                          <a:cs typeface="Arial"/>
                        </a:rPr>
                        <a:t>Console.</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4769">
                        <a:lnSpc>
                          <a:spcPct val="100000"/>
                        </a:lnSpc>
                        <a:spcBef>
                          <a:spcPts val="55"/>
                        </a:spcBef>
                      </a:pPr>
                      <a:r>
                        <a:rPr sz="1100" dirty="0">
                          <a:solidFill>
                            <a:srgbClr val="1A232D"/>
                          </a:solidFill>
                          <a:latin typeface="Arial"/>
                          <a:cs typeface="Arial"/>
                        </a:rPr>
                        <a:t>It </a:t>
                      </a:r>
                      <a:r>
                        <a:rPr sz="1100" spc="-5" dirty="0">
                          <a:solidFill>
                            <a:srgbClr val="1A232D"/>
                          </a:solidFill>
                          <a:latin typeface="Arial"/>
                          <a:cs typeface="Arial"/>
                        </a:rPr>
                        <a:t>is needed when </a:t>
                      </a:r>
                      <a:r>
                        <a:rPr sz="1100" spc="-10" dirty="0">
                          <a:solidFill>
                            <a:srgbClr val="1A232D"/>
                          </a:solidFill>
                          <a:latin typeface="Arial"/>
                          <a:cs typeface="Arial"/>
                        </a:rPr>
                        <a:t>we </a:t>
                      </a:r>
                      <a:r>
                        <a:rPr sz="1100" spc="-5" dirty="0">
                          <a:solidFill>
                            <a:srgbClr val="1A232D"/>
                          </a:solidFill>
                          <a:latin typeface="Arial"/>
                          <a:cs typeface="Arial"/>
                        </a:rPr>
                        <a:t>don’t want</a:t>
                      </a:r>
                      <a:r>
                        <a:rPr sz="1100" spc="-75" dirty="0">
                          <a:solidFill>
                            <a:srgbClr val="1A232D"/>
                          </a:solidFill>
                          <a:latin typeface="Arial"/>
                          <a:cs typeface="Arial"/>
                        </a:rPr>
                        <a:t> </a:t>
                      </a:r>
                      <a:r>
                        <a:rPr sz="1100" dirty="0">
                          <a:solidFill>
                            <a:srgbClr val="1A232D"/>
                          </a:solidFill>
                          <a:latin typeface="Arial"/>
                          <a:cs typeface="Arial"/>
                        </a:rPr>
                        <a:t>to</a:t>
                      </a:r>
                      <a:endParaRPr sz="1100" dirty="0">
                        <a:latin typeface="Arial"/>
                        <a:cs typeface="Arial"/>
                      </a:endParaRPr>
                    </a:p>
                    <a:p>
                      <a:pPr marL="64769" marR="90170">
                        <a:lnSpc>
                          <a:spcPct val="114999"/>
                        </a:lnSpc>
                      </a:pPr>
                      <a:r>
                        <a:rPr sz="1100" dirty="0">
                          <a:solidFill>
                            <a:srgbClr val="1A232D"/>
                          </a:solidFill>
                          <a:latin typeface="Arial"/>
                          <a:cs typeface="Arial"/>
                        </a:rPr>
                        <a:t>show any particular page/pages to  Search Engine and tell to the spider</a:t>
                      </a:r>
                      <a:r>
                        <a:rPr sz="1100" spc="-204" dirty="0">
                          <a:solidFill>
                            <a:srgbClr val="1A232D"/>
                          </a:solidFill>
                          <a:latin typeface="Arial"/>
                          <a:cs typeface="Arial"/>
                        </a:rPr>
                        <a:t> </a:t>
                      </a:r>
                      <a:r>
                        <a:rPr sz="1100" dirty="0">
                          <a:solidFill>
                            <a:srgbClr val="1A232D"/>
                          </a:solidFill>
                          <a:latin typeface="Arial"/>
                          <a:cs typeface="Arial"/>
                        </a:rPr>
                        <a:t>not  to scroll</a:t>
                      </a:r>
                      <a:r>
                        <a:rPr sz="1100" spc="-55" dirty="0">
                          <a:solidFill>
                            <a:srgbClr val="1A232D"/>
                          </a:solidFill>
                          <a:latin typeface="Arial"/>
                          <a:cs typeface="Arial"/>
                        </a:rPr>
                        <a:t> </a:t>
                      </a:r>
                      <a:r>
                        <a:rPr sz="1100" dirty="0">
                          <a:solidFill>
                            <a:srgbClr val="1A232D"/>
                          </a:solidFill>
                          <a:latin typeface="Arial"/>
                          <a:cs typeface="Arial"/>
                        </a:rPr>
                        <a:t>it.</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35">
                        <a:lnSpc>
                          <a:spcPct val="100000"/>
                        </a:lnSpc>
                        <a:spcBef>
                          <a:spcPts val="55"/>
                        </a:spcBef>
                      </a:pPr>
                      <a:r>
                        <a:rPr sz="1100" spc="-5" dirty="0">
                          <a:solidFill>
                            <a:srgbClr val="1A232D"/>
                          </a:solidFill>
                          <a:latin typeface="Arial"/>
                          <a:cs typeface="Arial"/>
                        </a:rPr>
                        <a:t>Robot.txt </a:t>
                      </a:r>
                      <a:r>
                        <a:rPr sz="1100" dirty="0">
                          <a:solidFill>
                            <a:srgbClr val="1A232D"/>
                          </a:solidFill>
                          <a:latin typeface="Arial"/>
                          <a:cs typeface="Arial"/>
                        </a:rPr>
                        <a:t>file is a </a:t>
                      </a:r>
                      <a:r>
                        <a:rPr sz="1100" spc="-5" dirty="0">
                          <a:solidFill>
                            <a:srgbClr val="1A232D"/>
                          </a:solidFill>
                          <a:latin typeface="Arial"/>
                          <a:cs typeface="Arial"/>
                        </a:rPr>
                        <a:t>very </a:t>
                      </a:r>
                      <a:r>
                        <a:rPr sz="1100" dirty="0">
                          <a:solidFill>
                            <a:srgbClr val="1A232D"/>
                          </a:solidFill>
                          <a:latin typeface="Arial"/>
                          <a:cs typeface="Arial"/>
                        </a:rPr>
                        <a:t>important</a:t>
                      </a:r>
                      <a:r>
                        <a:rPr sz="1100" spc="-125" dirty="0">
                          <a:solidFill>
                            <a:srgbClr val="1A232D"/>
                          </a:solidFill>
                          <a:latin typeface="Arial"/>
                          <a:cs typeface="Arial"/>
                        </a:rPr>
                        <a:t> </a:t>
                      </a:r>
                      <a:r>
                        <a:rPr sz="1100" dirty="0">
                          <a:solidFill>
                            <a:srgbClr val="1A232D"/>
                          </a:solidFill>
                          <a:latin typeface="Arial"/>
                          <a:cs typeface="Arial"/>
                        </a:rPr>
                        <a:t>issue</a:t>
                      </a:r>
                      <a:endParaRPr sz="1100" dirty="0">
                        <a:latin typeface="Arial"/>
                        <a:cs typeface="Arial"/>
                      </a:endParaRPr>
                    </a:p>
                    <a:p>
                      <a:pPr marL="635" marR="20320">
                        <a:lnSpc>
                          <a:spcPct val="114999"/>
                        </a:lnSpc>
                      </a:pPr>
                      <a:r>
                        <a:rPr sz="1100" spc="-5" dirty="0">
                          <a:solidFill>
                            <a:srgbClr val="1A232D"/>
                          </a:solidFill>
                          <a:latin typeface="Arial"/>
                          <a:cs typeface="Arial"/>
                        </a:rPr>
                        <a:t>when analyzing </a:t>
                      </a:r>
                      <a:r>
                        <a:rPr sz="1100" dirty="0">
                          <a:solidFill>
                            <a:srgbClr val="1A232D"/>
                          </a:solidFill>
                          <a:latin typeface="Arial"/>
                          <a:cs typeface="Arial"/>
                        </a:rPr>
                        <a:t>the </a:t>
                      </a:r>
                      <a:r>
                        <a:rPr sz="1100" spc="-5" dirty="0">
                          <a:solidFill>
                            <a:srgbClr val="1A232D"/>
                          </a:solidFill>
                          <a:latin typeface="Arial"/>
                          <a:cs typeface="Arial"/>
                        </a:rPr>
                        <a:t>indexing </a:t>
                      </a:r>
                      <a:r>
                        <a:rPr sz="1100" dirty="0">
                          <a:solidFill>
                            <a:srgbClr val="1A232D"/>
                          </a:solidFill>
                          <a:latin typeface="Arial"/>
                          <a:cs typeface="Arial"/>
                        </a:rPr>
                        <a:t>factor</a:t>
                      </a:r>
                      <a:r>
                        <a:rPr sz="1100" spc="-90" dirty="0">
                          <a:solidFill>
                            <a:srgbClr val="1A232D"/>
                          </a:solidFill>
                          <a:latin typeface="Arial"/>
                          <a:cs typeface="Arial"/>
                        </a:rPr>
                        <a:t> </a:t>
                      </a:r>
                      <a:r>
                        <a:rPr sz="1100" dirty="0">
                          <a:solidFill>
                            <a:srgbClr val="1A232D"/>
                          </a:solidFill>
                          <a:latin typeface="Arial"/>
                          <a:cs typeface="Arial"/>
                        </a:rPr>
                        <a:t>by  </a:t>
                      </a:r>
                      <a:r>
                        <a:rPr sz="1100" spc="-5" dirty="0">
                          <a:solidFill>
                            <a:srgbClr val="1A232D"/>
                          </a:solidFill>
                          <a:latin typeface="Arial"/>
                          <a:cs typeface="Arial"/>
                        </a:rPr>
                        <a:t>unwanted </a:t>
                      </a:r>
                      <a:r>
                        <a:rPr sz="1100" dirty="0">
                          <a:solidFill>
                            <a:srgbClr val="1A232D"/>
                          </a:solidFill>
                          <a:latin typeface="Arial"/>
                          <a:cs typeface="Arial"/>
                        </a:rPr>
                        <a:t>content or images. It also  </a:t>
                      </a:r>
                      <a:r>
                        <a:rPr sz="1100" spc="-5" dirty="0">
                          <a:solidFill>
                            <a:srgbClr val="1A232D"/>
                          </a:solidFill>
                          <a:latin typeface="Arial"/>
                          <a:cs typeface="Arial"/>
                        </a:rPr>
                        <a:t>minimizes </a:t>
                      </a:r>
                      <a:r>
                        <a:rPr sz="1100" dirty="0">
                          <a:solidFill>
                            <a:srgbClr val="1A232D"/>
                          </a:solidFill>
                          <a:latin typeface="Arial"/>
                          <a:cs typeface="Arial"/>
                        </a:rPr>
                        <a:t>the risk of damaging the  brand</a:t>
                      </a:r>
                      <a:r>
                        <a:rPr sz="1100" spc="-40" dirty="0">
                          <a:solidFill>
                            <a:srgbClr val="1A232D"/>
                          </a:solidFill>
                          <a:latin typeface="Arial"/>
                          <a:cs typeface="Arial"/>
                        </a:rPr>
                        <a:t> </a:t>
                      </a:r>
                      <a:r>
                        <a:rPr sz="1100" spc="-5" dirty="0">
                          <a:solidFill>
                            <a:srgbClr val="1A232D"/>
                          </a:solidFill>
                          <a:latin typeface="Arial"/>
                          <a:cs typeface="Arial"/>
                        </a:rPr>
                        <a:t>value.</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r h="891435">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spcBef>
                          <a:spcPts val="5"/>
                        </a:spcBef>
                      </a:pPr>
                      <a:endParaRPr sz="700" dirty="0">
                        <a:latin typeface="Times New Roman"/>
                        <a:cs typeface="Times New Roman"/>
                      </a:endParaRPr>
                    </a:p>
                    <a:p>
                      <a:pPr marL="133350">
                        <a:lnSpc>
                          <a:spcPct val="100000"/>
                        </a:lnSpc>
                        <a:spcBef>
                          <a:spcPts val="5"/>
                        </a:spcBef>
                      </a:pPr>
                      <a:r>
                        <a:rPr sz="700" b="1" spc="-5" dirty="0" smtClean="0">
                          <a:solidFill>
                            <a:srgbClr val="1A232D"/>
                          </a:solidFill>
                          <a:latin typeface="Arial"/>
                          <a:cs typeface="Arial"/>
                        </a:rPr>
                        <a:t>1</a:t>
                      </a:r>
                      <a:r>
                        <a:rPr lang="en-US" sz="700" b="1" spc="-5" dirty="0" smtClean="0">
                          <a:solidFill>
                            <a:srgbClr val="1A232D"/>
                          </a:solidFill>
                          <a:latin typeface="Arial"/>
                          <a:cs typeface="Arial"/>
                        </a:rPr>
                        <a:t>2</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4135">
                        <a:lnSpc>
                          <a:spcPct val="100000"/>
                        </a:lnSpc>
                        <a:spcBef>
                          <a:spcPts val="55"/>
                        </a:spcBef>
                      </a:pPr>
                      <a:r>
                        <a:rPr sz="1100" dirty="0">
                          <a:solidFill>
                            <a:srgbClr val="1A232D"/>
                          </a:solidFill>
                          <a:latin typeface="Arial"/>
                          <a:cs typeface="Arial"/>
                        </a:rPr>
                        <a:t>Adding </a:t>
                      </a:r>
                      <a:r>
                        <a:rPr sz="1100" spc="-5" dirty="0">
                          <a:solidFill>
                            <a:srgbClr val="1A232D"/>
                          </a:solidFill>
                          <a:latin typeface="Arial"/>
                          <a:cs typeface="Arial"/>
                        </a:rPr>
                        <a:t>different </a:t>
                      </a:r>
                      <a:r>
                        <a:rPr sz="1100" dirty="0">
                          <a:solidFill>
                            <a:srgbClr val="1A232D"/>
                          </a:solidFill>
                          <a:latin typeface="Arial"/>
                          <a:cs typeface="Arial"/>
                        </a:rPr>
                        <a:t>SEO</a:t>
                      </a:r>
                      <a:r>
                        <a:rPr sz="1100" spc="-85" dirty="0">
                          <a:solidFill>
                            <a:srgbClr val="1A232D"/>
                          </a:solidFill>
                          <a:latin typeface="Arial"/>
                          <a:cs typeface="Arial"/>
                        </a:rPr>
                        <a:t> </a:t>
                      </a:r>
                      <a:r>
                        <a:rPr sz="1100" dirty="0">
                          <a:solidFill>
                            <a:srgbClr val="1A232D"/>
                          </a:solidFill>
                          <a:latin typeface="Arial"/>
                          <a:cs typeface="Arial"/>
                        </a:rPr>
                        <a:t>Codes</a:t>
                      </a:r>
                      <a:endParaRPr sz="1100" dirty="0">
                        <a:latin typeface="Arial"/>
                        <a:cs typeface="Arial"/>
                      </a:endParaRPr>
                    </a:p>
                    <a:p>
                      <a:pPr marL="64135" marR="464820">
                        <a:lnSpc>
                          <a:spcPct val="114999"/>
                        </a:lnSpc>
                        <a:spcBef>
                          <a:spcPts val="5"/>
                        </a:spcBef>
                      </a:pPr>
                      <a:r>
                        <a:rPr sz="1100" dirty="0">
                          <a:solidFill>
                            <a:srgbClr val="1A232D"/>
                          </a:solidFill>
                          <a:latin typeface="Arial"/>
                          <a:cs typeface="Arial"/>
                        </a:rPr>
                        <a:t>into the Back-end of the  </a:t>
                      </a:r>
                      <a:r>
                        <a:rPr sz="1100" spc="-5" dirty="0">
                          <a:solidFill>
                            <a:srgbClr val="1A232D"/>
                          </a:solidFill>
                          <a:latin typeface="Arial"/>
                          <a:cs typeface="Arial"/>
                        </a:rPr>
                        <a:t>Webpages </a:t>
                      </a:r>
                      <a:r>
                        <a:rPr sz="1100" dirty="0">
                          <a:solidFill>
                            <a:srgbClr val="1A232D"/>
                          </a:solidFill>
                          <a:latin typeface="Arial"/>
                          <a:cs typeface="Arial"/>
                        </a:rPr>
                        <a:t>including</a:t>
                      </a:r>
                      <a:r>
                        <a:rPr sz="1100" spc="-130" dirty="0">
                          <a:solidFill>
                            <a:srgbClr val="1A232D"/>
                          </a:solidFill>
                          <a:latin typeface="Arial"/>
                          <a:cs typeface="Arial"/>
                        </a:rPr>
                        <a:t> </a:t>
                      </a:r>
                      <a:r>
                        <a:rPr sz="1100" dirty="0">
                          <a:solidFill>
                            <a:srgbClr val="1A232D"/>
                          </a:solidFill>
                          <a:latin typeface="Arial"/>
                          <a:cs typeface="Arial"/>
                        </a:rPr>
                        <a:t>index  follow</a:t>
                      </a:r>
                      <a:r>
                        <a:rPr sz="1100" spc="-30" dirty="0">
                          <a:solidFill>
                            <a:srgbClr val="1A232D"/>
                          </a:solidFill>
                          <a:latin typeface="Arial"/>
                          <a:cs typeface="Arial"/>
                        </a:rPr>
                        <a:t> </a:t>
                      </a:r>
                      <a:r>
                        <a:rPr sz="1100" dirty="0">
                          <a:solidFill>
                            <a:srgbClr val="1A232D"/>
                          </a:solidFill>
                          <a:latin typeface="Arial"/>
                          <a:cs typeface="Arial"/>
                        </a:rPr>
                        <a:t>etc.</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4769">
                        <a:lnSpc>
                          <a:spcPct val="100000"/>
                        </a:lnSpc>
                        <a:spcBef>
                          <a:spcPts val="55"/>
                        </a:spcBef>
                      </a:pPr>
                      <a:r>
                        <a:rPr sz="1100" dirty="0">
                          <a:solidFill>
                            <a:srgbClr val="1A232D"/>
                          </a:solidFill>
                          <a:latin typeface="Arial"/>
                          <a:cs typeface="Arial"/>
                        </a:rPr>
                        <a:t>Codes includes Google</a:t>
                      </a:r>
                      <a:r>
                        <a:rPr sz="1100" spc="-110" dirty="0">
                          <a:solidFill>
                            <a:srgbClr val="1A232D"/>
                          </a:solidFill>
                          <a:latin typeface="Arial"/>
                          <a:cs typeface="Arial"/>
                        </a:rPr>
                        <a:t> </a:t>
                      </a:r>
                      <a:r>
                        <a:rPr sz="1100" spc="-10" dirty="0">
                          <a:solidFill>
                            <a:srgbClr val="1A232D"/>
                          </a:solidFill>
                          <a:latin typeface="Arial"/>
                          <a:cs typeface="Arial"/>
                        </a:rPr>
                        <a:t>Webmaster,</a:t>
                      </a:r>
                      <a:endParaRPr sz="1100" dirty="0">
                        <a:latin typeface="Arial"/>
                        <a:cs typeface="Arial"/>
                      </a:endParaRPr>
                    </a:p>
                    <a:p>
                      <a:pPr marL="64769" marR="99695">
                        <a:lnSpc>
                          <a:spcPct val="114999"/>
                        </a:lnSpc>
                        <a:spcBef>
                          <a:spcPts val="5"/>
                        </a:spcBef>
                      </a:pPr>
                      <a:r>
                        <a:rPr sz="1100" dirty="0">
                          <a:solidFill>
                            <a:srgbClr val="1A232D"/>
                          </a:solidFill>
                          <a:latin typeface="Arial"/>
                          <a:cs typeface="Arial"/>
                        </a:rPr>
                        <a:t>Pinterest </a:t>
                      </a:r>
                      <a:r>
                        <a:rPr sz="1100" spc="-5" dirty="0">
                          <a:solidFill>
                            <a:srgbClr val="1A232D"/>
                          </a:solidFill>
                          <a:latin typeface="Arial"/>
                          <a:cs typeface="Arial"/>
                        </a:rPr>
                        <a:t>confirmation, </a:t>
                      </a:r>
                      <a:r>
                        <a:rPr sz="1100" dirty="0">
                          <a:solidFill>
                            <a:srgbClr val="1A232D"/>
                          </a:solidFill>
                          <a:latin typeface="Arial"/>
                          <a:cs typeface="Arial"/>
                        </a:rPr>
                        <a:t>Index and</a:t>
                      </a:r>
                      <a:r>
                        <a:rPr sz="1100" spc="-145" dirty="0">
                          <a:solidFill>
                            <a:srgbClr val="1A232D"/>
                          </a:solidFill>
                          <a:latin typeface="Arial"/>
                          <a:cs typeface="Arial"/>
                        </a:rPr>
                        <a:t> </a:t>
                      </a:r>
                      <a:r>
                        <a:rPr sz="1100" dirty="0">
                          <a:solidFill>
                            <a:srgbClr val="1A232D"/>
                          </a:solidFill>
                          <a:latin typeface="Arial"/>
                          <a:cs typeface="Arial"/>
                        </a:rPr>
                        <a:t>follow  </a:t>
                      </a:r>
                      <a:r>
                        <a:rPr sz="1100" spc="-5" dirty="0">
                          <a:solidFill>
                            <a:srgbClr val="1A232D"/>
                          </a:solidFill>
                          <a:latin typeface="Arial"/>
                          <a:cs typeface="Arial"/>
                        </a:rPr>
                        <a:t>robots.txt</a:t>
                      </a:r>
                      <a:r>
                        <a:rPr sz="1100" spc="-35" dirty="0">
                          <a:solidFill>
                            <a:srgbClr val="1A232D"/>
                          </a:solidFill>
                          <a:latin typeface="Arial"/>
                          <a:cs typeface="Arial"/>
                        </a:rPr>
                        <a:t> </a:t>
                      </a:r>
                      <a:r>
                        <a:rPr sz="1100" dirty="0">
                          <a:solidFill>
                            <a:srgbClr val="1A232D"/>
                          </a:solidFill>
                          <a:latin typeface="Arial"/>
                          <a:cs typeface="Arial"/>
                        </a:rPr>
                        <a:t>etc.</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a:lnSpc>
                          <a:spcPct val="100000"/>
                        </a:lnSpc>
                        <a:spcBef>
                          <a:spcPts val="55"/>
                        </a:spcBef>
                      </a:pPr>
                      <a:r>
                        <a:rPr sz="1100" dirty="0">
                          <a:solidFill>
                            <a:srgbClr val="1A232D"/>
                          </a:solidFill>
                          <a:latin typeface="Arial"/>
                          <a:cs typeface="Arial"/>
                        </a:rPr>
                        <a:t>Footer </a:t>
                      </a:r>
                      <a:r>
                        <a:rPr sz="1100" spc="-5" dirty="0">
                          <a:solidFill>
                            <a:srgbClr val="1A232D"/>
                          </a:solidFill>
                          <a:latin typeface="Arial"/>
                          <a:cs typeface="Arial"/>
                        </a:rPr>
                        <a:t>text with </a:t>
                      </a:r>
                      <a:r>
                        <a:rPr sz="1100" dirty="0">
                          <a:solidFill>
                            <a:srgbClr val="1A232D"/>
                          </a:solidFill>
                          <a:latin typeface="Arial"/>
                          <a:cs typeface="Arial"/>
                        </a:rPr>
                        <a:t>link is completely</a:t>
                      </a:r>
                      <a:r>
                        <a:rPr sz="1100" spc="-135" dirty="0">
                          <a:solidFill>
                            <a:srgbClr val="1A232D"/>
                          </a:solidFill>
                          <a:latin typeface="Arial"/>
                          <a:cs typeface="Arial"/>
                        </a:rPr>
                        <a:t> </a:t>
                      </a:r>
                      <a:r>
                        <a:rPr sz="1100" dirty="0">
                          <a:solidFill>
                            <a:srgbClr val="1A232D"/>
                          </a:solidFill>
                          <a:latin typeface="Arial"/>
                          <a:cs typeface="Arial"/>
                        </a:rPr>
                        <a:t>for</a:t>
                      </a:r>
                      <a:endParaRPr sz="1100" dirty="0">
                        <a:latin typeface="Arial"/>
                        <a:cs typeface="Arial"/>
                      </a:endParaRPr>
                    </a:p>
                    <a:p>
                      <a:pPr marL="635" marR="262255">
                        <a:lnSpc>
                          <a:spcPct val="114999"/>
                        </a:lnSpc>
                        <a:spcBef>
                          <a:spcPts val="5"/>
                        </a:spcBef>
                      </a:pPr>
                      <a:r>
                        <a:rPr sz="1100" dirty="0">
                          <a:solidFill>
                            <a:srgbClr val="1A232D"/>
                          </a:solidFill>
                          <a:latin typeface="Arial"/>
                          <a:cs typeface="Arial"/>
                        </a:rPr>
                        <a:t>SEO </a:t>
                      </a:r>
                      <a:r>
                        <a:rPr sz="1100" spc="-5" dirty="0">
                          <a:solidFill>
                            <a:srgbClr val="1A232D"/>
                          </a:solidFill>
                          <a:latin typeface="Arial"/>
                          <a:cs typeface="Arial"/>
                        </a:rPr>
                        <a:t>perspective </a:t>
                      </a:r>
                      <a:r>
                        <a:rPr sz="1100" dirty="0">
                          <a:solidFill>
                            <a:srgbClr val="1A232D"/>
                          </a:solidFill>
                          <a:latin typeface="Arial"/>
                          <a:cs typeface="Arial"/>
                        </a:rPr>
                        <a:t>and an</a:t>
                      </a:r>
                      <a:r>
                        <a:rPr sz="1100" spc="-100" dirty="0">
                          <a:solidFill>
                            <a:srgbClr val="1A232D"/>
                          </a:solidFill>
                          <a:latin typeface="Arial"/>
                          <a:cs typeface="Arial"/>
                        </a:rPr>
                        <a:t> </a:t>
                      </a:r>
                      <a:r>
                        <a:rPr sz="1100" dirty="0">
                          <a:solidFill>
                            <a:srgbClr val="1A232D"/>
                          </a:solidFill>
                          <a:latin typeface="Arial"/>
                          <a:cs typeface="Arial"/>
                        </a:rPr>
                        <a:t>important  factor to get the good </a:t>
                      </a:r>
                      <a:r>
                        <a:rPr sz="1100" spc="-5" dirty="0">
                          <a:solidFill>
                            <a:srgbClr val="1A232D"/>
                          </a:solidFill>
                          <a:latin typeface="Arial"/>
                          <a:cs typeface="Arial"/>
                        </a:rPr>
                        <a:t>keyword  </a:t>
                      </a:r>
                      <a:r>
                        <a:rPr sz="1100" dirty="0">
                          <a:solidFill>
                            <a:srgbClr val="1A232D"/>
                          </a:solidFill>
                          <a:latin typeface="Arial"/>
                          <a:cs typeface="Arial"/>
                        </a:rPr>
                        <a:t>ranking.</a:t>
                      </a:r>
                      <a:endParaRPr sz="11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1114293">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marL="133350">
                        <a:lnSpc>
                          <a:spcPct val="100000"/>
                        </a:lnSpc>
                        <a:spcBef>
                          <a:spcPts val="805"/>
                        </a:spcBef>
                      </a:pPr>
                      <a:r>
                        <a:rPr sz="700" b="1" spc="-5" dirty="0" smtClean="0">
                          <a:solidFill>
                            <a:srgbClr val="1A232D"/>
                          </a:solidFill>
                          <a:latin typeface="Arial"/>
                          <a:cs typeface="Arial"/>
                        </a:rPr>
                        <a:t>1</a:t>
                      </a:r>
                      <a:r>
                        <a:rPr lang="en-US" sz="700" b="1" spc="-5" dirty="0" smtClean="0">
                          <a:solidFill>
                            <a:srgbClr val="1A232D"/>
                          </a:solidFill>
                          <a:latin typeface="Arial"/>
                          <a:cs typeface="Arial"/>
                        </a:rPr>
                        <a:t>3</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4135">
                        <a:lnSpc>
                          <a:spcPct val="100000"/>
                        </a:lnSpc>
                        <a:spcBef>
                          <a:spcPts val="60"/>
                        </a:spcBef>
                      </a:pPr>
                      <a:r>
                        <a:rPr sz="1100" dirty="0">
                          <a:solidFill>
                            <a:srgbClr val="1A232D"/>
                          </a:solidFill>
                          <a:latin typeface="Arial"/>
                          <a:cs typeface="Arial"/>
                        </a:rPr>
                        <a:t>Xml Sitemap Generation</a:t>
                      </a:r>
                      <a:r>
                        <a:rPr sz="1100" spc="-114" dirty="0">
                          <a:solidFill>
                            <a:srgbClr val="1A232D"/>
                          </a:solidFill>
                          <a:latin typeface="Arial"/>
                          <a:cs typeface="Arial"/>
                        </a:rPr>
                        <a:t> </a:t>
                      </a:r>
                      <a:r>
                        <a:rPr sz="1100" dirty="0">
                          <a:solidFill>
                            <a:srgbClr val="1A232D"/>
                          </a:solidFill>
                          <a:latin typeface="Arial"/>
                          <a:cs typeface="Arial"/>
                        </a:rPr>
                        <a:t>and</a:t>
                      </a:r>
                      <a:endParaRPr sz="1100" dirty="0">
                        <a:latin typeface="Arial"/>
                        <a:cs typeface="Arial"/>
                      </a:endParaRPr>
                    </a:p>
                    <a:p>
                      <a:pPr marL="64135">
                        <a:lnSpc>
                          <a:spcPct val="100000"/>
                        </a:lnSpc>
                        <a:spcBef>
                          <a:spcPts val="250"/>
                        </a:spcBef>
                      </a:pPr>
                      <a:r>
                        <a:rPr sz="1100" dirty="0">
                          <a:solidFill>
                            <a:srgbClr val="1A232D"/>
                          </a:solidFill>
                          <a:latin typeface="Arial"/>
                          <a:cs typeface="Arial"/>
                        </a:rPr>
                        <a:t>add it into Google</a:t>
                      </a:r>
                      <a:r>
                        <a:rPr sz="1100" spc="-95" dirty="0">
                          <a:solidFill>
                            <a:srgbClr val="1A232D"/>
                          </a:solidFill>
                          <a:latin typeface="Arial"/>
                          <a:cs typeface="Arial"/>
                        </a:rPr>
                        <a:t> </a:t>
                      </a:r>
                      <a:r>
                        <a:rPr sz="1100" dirty="0">
                          <a:solidFill>
                            <a:srgbClr val="1A232D"/>
                          </a:solidFill>
                          <a:latin typeface="Arial"/>
                          <a:cs typeface="Arial"/>
                        </a:rPr>
                        <a:t>Search</a:t>
                      </a:r>
                      <a:endParaRPr sz="1100" dirty="0">
                        <a:latin typeface="Arial"/>
                        <a:cs typeface="Arial"/>
                      </a:endParaRPr>
                    </a:p>
                    <a:p>
                      <a:pPr marL="64135">
                        <a:lnSpc>
                          <a:spcPct val="100000"/>
                        </a:lnSpc>
                        <a:spcBef>
                          <a:spcPts val="250"/>
                        </a:spcBef>
                      </a:pPr>
                      <a:r>
                        <a:rPr sz="1100" dirty="0">
                          <a:solidFill>
                            <a:srgbClr val="1A232D"/>
                          </a:solidFill>
                          <a:latin typeface="Arial"/>
                          <a:cs typeface="Arial"/>
                        </a:rPr>
                        <a:t>Console.</a:t>
                      </a:r>
                      <a:endParaRPr sz="11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4769">
                        <a:lnSpc>
                          <a:spcPct val="100000"/>
                        </a:lnSpc>
                        <a:spcBef>
                          <a:spcPts val="60"/>
                        </a:spcBef>
                      </a:pPr>
                      <a:r>
                        <a:rPr sz="1100" dirty="0">
                          <a:solidFill>
                            <a:srgbClr val="1A232D"/>
                          </a:solidFill>
                          <a:latin typeface="Arial"/>
                          <a:cs typeface="Arial"/>
                        </a:rPr>
                        <a:t>Generating or creating </a:t>
                      </a:r>
                      <a:r>
                        <a:rPr sz="1100" spc="-5" dirty="0">
                          <a:solidFill>
                            <a:srgbClr val="1A232D"/>
                          </a:solidFill>
                          <a:latin typeface="Arial"/>
                          <a:cs typeface="Arial"/>
                        </a:rPr>
                        <a:t>Html </a:t>
                      </a:r>
                      <a:r>
                        <a:rPr sz="1100" dirty="0">
                          <a:solidFill>
                            <a:srgbClr val="1A232D"/>
                          </a:solidFill>
                          <a:latin typeface="Arial"/>
                          <a:cs typeface="Arial"/>
                        </a:rPr>
                        <a:t>and</a:t>
                      </a:r>
                      <a:r>
                        <a:rPr sz="1100" spc="-160" dirty="0">
                          <a:solidFill>
                            <a:srgbClr val="1A232D"/>
                          </a:solidFill>
                          <a:latin typeface="Arial"/>
                          <a:cs typeface="Arial"/>
                        </a:rPr>
                        <a:t> </a:t>
                      </a:r>
                      <a:r>
                        <a:rPr sz="1100" spc="-10" dirty="0">
                          <a:solidFill>
                            <a:srgbClr val="1A232D"/>
                          </a:solidFill>
                          <a:latin typeface="Arial"/>
                          <a:cs typeface="Arial"/>
                        </a:rPr>
                        <a:t>xml</a:t>
                      </a:r>
                      <a:endParaRPr sz="1100" dirty="0">
                        <a:latin typeface="Arial"/>
                        <a:cs typeface="Arial"/>
                      </a:endParaRPr>
                    </a:p>
                    <a:p>
                      <a:pPr marL="64769">
                        <a:lnSpc>
                          <a:spcPct val="100000"/>
                        </a:lnSpc>
                        <a:spcBef>
                          <a:spcPts val="250"/>
                        </a:spcBef>
                      </a:pPr>
                      <a:r>
                        <a:rPr sz="1100" dirty="0">
                          <a:solidFill>
                            <a:srgbClr val="1A232D"/>
                          </a:solidFill>
                          <a:latin typeface="Arial"/>
                          <a:cs typeface="Arial"/>
                        </a:rPr>
                        <a:t>sitemap (if already not present into</a:t>
                      </a:r>
                      <a:r>
                        <a:rPr sz="1100" spc="-195" dirty="0">
                          <a:solidFill>
                            <a:srgbClr val="1A232D"/>
                          </a:solidFill>
                          <a:latin typeface="Arial"/>
                          <a:cs typeface="Arial"/>
                        </a:rPr>
                        <a:t> </a:t>
                      </a:r>
                      <a:r>
                        <a:rPr sz="1100" dirty="0">
                          <a:solidFill>
                            <a:srgbClr val="1A232D"/>
                          </a:solidFill>
                          <a:latin typeface="Arial"/>
                          <a:cs typeface="Arial"/>
                        </a:rPr>
                        <a:t>the</a:t>
                      </a:r>
                      <a:endParaRPr sz="1100" dirty="0">
                        <a:latin typeface="Arial"/>
                        <a:cs typeface="Arial"/>
                      </a:endParaRPr>
                    </a:p>
                    <a:p>
                      <a:pPr marL="64769">
                        <a:lnSpc>
                          <a:spcPct val="100000"/>
                        </a:lnSpc>
                        <a:spcBef>
                          <a:spcPts val="250"/>
                        </a:spcBef>
                      </a:pPr>
                      <a:r>
                        <a:rPr sz="1100" dirty="0">
                          <a:solidFill>
                            <a:srgbClr val="1A232D"/>
                          </a:solidFill>
                          <a:latin typeface="Arial"/>
                          <a:cs typeface="Arial"/>
                        </a:rPr>
                        <a:t>site) by manually or using free</a:t>
                      </a:r>
                      <a:r>
                        <a:rPr sz="1100" spc="-175" dirty="0">
                          <a:solidFill>
                            <a:srgbClr val="1A232D"/>
                          </a:solidFill>
                          <a:latin typeface="Arial"/>
                          <a:cs typeface="Arial"/>
                        </a:rPr>
                        <a:t> </a:t>
                      </a:r>
                      <a:r>
                        <a:rPr sz="1100" dirty="0">
                          <a:solidFill>
                            <a:srgbClr val="1A232D"/>
                          </a:solidFill>
                          <a:latin typeface="Arial"/>
                          <a:cs typeface="Arial"/>
                        </a:rPr>
                        <a:t>tools.</a:t>
                      </a:r>
                      <a:endParaRPr sz="11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35">
                        <a:lnSpc>
                          <a:spcPct val="100000"/>
                        </a:lnSpc>
                        <a:spcBef>
                          <a:spcPts val="60"/>
                        </a:spcBef>
                      </a:pPr>
                      <a:r>
                        <a:rPr sz="1100" dirty="0">
                          <a:solidFill>
                            <a:srgbClr val="1A232D"/>
                          </a:solidFill>
                          <a:latin typeface="Arial"/>
                          <a:cs typeface="Arial"/>
                        </a:rPr>
                        <a:t>It is </a:t>
                      </a:r>
                      <a:r>
                        <a:rPr sz="1100" spc="-5" dirty="0">
                          <a:solidFill>
                            <a:srgbClr val="1A232D"/>
                          </a:solidFill>
                          <a:latin typeface="Arial"/>
                          <a:cs typeface="Arial"/>
                        </a:rPr>
                        <a:t>very </a:t>
                      </a:r>
                      <a:r>
                        <a:rPr sz="1100" dirty="0">
                          <a:solidFill>
                            <a:srgbClr val="1A232D"/>
                          </a:solidFill>
                          <a:latin typeface="Arial"/>
                          <a:cs typeface="Arial"/>
                        </a:rPr>
                        <a:t>important for user</a:t>
                      </a:r>
                      <a:r>
                        <a:rPr sz="1100" spc="-145" dirty="0">
                          <a:solidFill>
                            <a:srgbClr val="1A232D"/>
                          </a:solidFill>
                          <a:latin typeface="Arial"/>
                          <a:cs typeface="Arial"/>
                        </a:rPr>
                        <a:t> </a:t>
                      </a:r>
                      <a:r>
                        <a:rPr sz="1100" dirty="0">
                          <a:solidFill>
                            <a:srgbClr val="1A232D"/>
                          </a:solidFill>
                          <a:latin typeface="Arial"/>
                          <a:cs typeface="Arial"/>
                        </a:rPr>
                        <a:t>and</a:t>
                      </a:r>
                      <a:endParaRPr sz="1100" dirty="0">
                        <a:latin typeface="Arial"/>
                        <a:cs typeface="Arial"/>
                      </a:endParaRPr>
                    </a:p>
                    <a:p>
                      <a:pPr marL="635">
                        <a:lnSpc>
                          <a:spcPct val="100000"/>
                        </a:lnSpc>
                        <a:spcBef>
                          <a:spcPts val="250"/>
                        </a:spcBef>
                      </a:pPr>
                      <a:r>
                        <a:rPr sz="1100" dirty="0">
                          <a:solidFill>
                            <a:srgbClr val="1A232D"/>
                          </a:solidFill>
                          <a:latin typeface="Arial"/>
                          <a:cs typeface="Arial"/>
                        </a:rPr>
                        <a:t>search engine </a:t>
                      </a:r>
                      <a:r>
                        <a:rPr sz="1100" spc="-5" dirty="0">
                          <a:solidFill>
                            <a:srgbClr val="1A232D"/>
                          </a:solidFill>
                          <a:latin typeface="Arial"/>
                          <a:cs typeface="Arial"/>
                        </a:rPr>
                        <a:t>perspective </a:t>
                      </a:r>
                      <a:r>
                        <a:rPr sz="1100" dirty="0">
                          <a:solidFill>
                            <a:srgbClr val="1A232D"/>
                          </a:solidFill>
                          <a:latin typeface="Arial"/>
                          <a:cs typeface="Arial"/>
                        </a:rPr>
                        <a:t>to</a:t>
                      </a:r>
                      <a:r>
                        <a:rPr sz="1100" spc="-130" dirty="0">
                          <a:solidFill>
                            <a:srgbClr val="1A232D"/>
                          </a:solidFill>
                          <a:latin typeface="Arial"/>
                          <a:cs typeface="Arial"/>
                        </a:rPr>
                        <a:t> </a:t>
                      </a:r>
                      <a:r>
                        <a:rPr sz="1100" dirty="0">
                          <a:solidFill>
                            <a:srgbClr val="1A232D"/>
                          </a:solidFill>
                          <a:latin typeface="Arial"/>
                          <a:cs typeface="Arial"/>
                        </a:rPr>
                        <a:t>present</a:t>
                      </a:r>
                      <a:endParaRPr sz="1100" dirty="0">
                        <a:latin typeface="Arial"/>
                        <a:cs typeface="Arial"/>
                      </a:endParaRPr>
                    </a:p>
                    <a:p>
                      <a:pPr marL="635">
                        <a:lnSpc>
                          <a:spcPct val="100000"/>
                        </a:lnSpc>
                        <a:spcBef>
                          <a:spcPts val="250"/>
                        </a:spcBef>
                      </a:pPr>
                      <a:r>
                        <a:rPr sz="1100" dirty="0">
                          <a:solidFill>
                            <a:srgbClr val="1A232D"/>
                          </a:solidFill>
                          <a:latin typeface="Arial"/>
                          <a:cs typeface="Arial"/>
                        </a:rPr>
                        <a:t>the site/page and link structure</a:t>
                      </a:r>
                      <a:r>
                        <a:rPr sz="1100" spc="-175" dirty="0">
                          <a:solidFill>
                            <a:srgbClr val="1A232D"/>
                          </a:solidFill>
                          <a:latin typeface="Arial"/>
                          <a:cs typeface="Arial"/>
                        </a:rPr>
                        <a:t> </a:t>
                      </a:r>
                      <a:r>
                        <a:rPr sz="1100" dirty="0">
                          <a:solidFill>
                            <a:srgbClr val="1A232D"/>
                          </a:solidFill>
                          <a:latin typeface="Arial"/>
                          <a:cs typeface="Arial"/>
                        </a:rPr>
                        <a:t>so</a:t>
                      </a:r>
                      <a:endParaRPr sz="1100" dirty="0">
                        <a:latin typeface="Arial"/>
                        <a:cs typeface="Arial"/>
                      </a:endParaRPr>
                    </a:p>
                    <a:p>
                      <a:pPr marL="635" marR="337185">
                        <a:lnSpc>
                          <a:spcPct val="114999"/>
                        </a:lnSpc>
                        <a:spcBef>
                          <a:spcPts val="5"/>
                        </a:spcBef>
                      </a:pPr>
                      <a:r>
                        <a:rPr sz="1100" dirty="0">
                          <a:solidFill>
                            <a:srgbClr val="1A232D"/>
                          </a:solidFill>
                          <a:latin typeface="Arial"/>
                          <a:cs typeface="Arial"/>
                        </a:rPr>
                        <a:t>that these pages and links can</a:t>
                      </a:r>
                      <a:r>
                        <a:rPr sz="1100" spc="-210" dirty="0">
                          <a:solidFill>
                            <a:srgbClr val="1A232D"/>
                          </a:solidFill>
                          <a:latin typeface="Arial"/>
                          <a:cs typeface="Arial"/>
                        </a:rPr>
                        <a:t> </a:t>
                      </a:r>
                      <a:r>
                        <a:rPr sz="1100" dirty="0">
                          <a:solidFill>
                            <a:srgbClr val="1A232D"/>
                          </a:solidFill>
                          <a:latin typeface="Arial"/>
                          <a:cs typeface="Arial"/>
                        </a:rPr>
                        <a:t>be  </a:t>
                      </a:r>
                      <a:r>
                        <a:rPr sz="1100" spc="-5" dirty="0">
                          <a:solidFill>
                            <a:srgbClr val="1A232D"/>
                          </a:solidFill>
                          <a:latin typeface="Arial"/>
                          <a:cs typeface="Arial"/>
                        </a:rPr>
                        <a:t>navigated</a:t>
                      </a:r>
                      <a:r>
                        <a:rPr sz="1100" spc="-35" dirty="0">
                          <a:solidFill>
                            <a:srgbClr val="1A232D"/>
                          </a:solidFill>
                          <a:latin typeface="Arial"/>
                          <a:cs typeface="Arial"/>
                        </a:rPr>
                        <a:t> </a:t>
                      </a:r>
                      <a:r>
                        <a:rPr sz="1100" spc="-20" dirty="0">
                          <a:solidFill>
                            <a:srgbClr val="1A232D"/>
                          </a:solidFill>
                          <a:latin typeface="Arial"/>
                          <a:cs typeface="Arial"/>
                        </a:rPr>
                        <a:t>easily.</a:t>
                      </a:r>
                      <a:endParaRPr sz="11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r h="891435">
                <a:tc>
                  <a:txBody>
                    <a:bodyPr/>
                    <a:lstStyle/>
                    <a:p>
                      <a:pPr>
                        <a:lnSpc>
                          <a:spcPct val="100000"/>
                        </a:lnSpc>
                      </a:pPr>
                      <a:endParaRPr sz="800" dirty="0">
                        <a:latin typeface="Times New Roman"/>
                        <a:cs typeface="Times New Roman"/>
                      </a:endParaRPr>
                    </a:p>
                    <a:p>
                      <a:pPr>
                        <a:lnSpc>
                          <a:spcPct val="100000"/>
                        </a:lnSpc>
                      </a:pPr>
                      <a:endParaRPr sz="800" dirty="0">
                        <a:latin typeface="Times New Roman"/>
                        <a:cs typeface="Times New Roman"/>
                      </a:endParaRPr>
                    </a:p>
                    <a:p>
                      <a:pPr>
                        <a:lnSpc>
                          <a:spcPct val="100000"/>
                        </a:lnSpc>
                        <a:spcBef>
                          <a:spcPts val="10"/>
                        </a:spcBef>
                      </a:pPr>
                      <a:endParaRPr sz="700" dirty="0">
                        <a:latin typeface="Times New Roman"/>
                        <a:cs typeface="Times New Roman"/>
                      </a:endParaRPr>
                    </a:p>
                    <a:p>
                      <a:pPr marL="133350">
                        <a:lnSpc>
                          <a:spcPct val="100000"/>
                        </a:lnSpc>
                        <a:spcBef>
                          <a:spcPts val="5"/>
                        </a:spcBef>
                      </a:pPr>
                      <a:r>
                        <a:rPr sz="700" b="1" spc="-5" dirty="0" smtClean="0">
                          <a:solidFill>
                            <a:srgbClr val="1A232D"/>
                          </a:solidFill>
                          <a:latin typeface="Arial"/>
                          <a:cs typeface="Arial"/>
                        </a:rPr>
                        <a:t>1</a:t>
                      </a:r>
                      <a:r>
                        <a:rPr lang="en-US" sz="700" b="1" spc="-5" dirty="0" smtClean="0">
                          <a:solidFill>
                            <a:srgbClr val="1A232D"/>
                          </a:solidFill>
                          <a:latin typeface="Arial"/>
                          <a:cs typeface="Arial"/>
                        </a:rPr>
                        <a:t>4</a:t>
                      </a:r>
                      <a:endParaRPr sz="7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4135">
                        <a:lnSpc>
                          <a:spcPct val="100000"/>
                        </a:lnSpc>
                        <a:spcBef>
                          <a:spcPts val="60"/>
                        </a:spcBef>
                      </a:pPr>
                      <a:r>
                        <a:rPr sz="1100" dirty="0">
                          <a:solidFill>
                            <a:srgbClr val="1A232D"/>
                          </a:solidFill>
                          <a:latin typeface="Arial"/>
                          <a:cs typeface="Arial"/>
                        </a:rPr>
                        <a:t>Installing Google</a:t>
                      </a:r>
                      <a:r>
                        <a:rPr sz="1100" spc="-90" dirty="0">
                          <a:solidFill>
                            <a:srgbClr val="1A232D"/>
                          </a:solidFill>
                          <a:latin typeface="Arial"/>
                          <a:cs typeface="Arial"/>
                        </a:rPr>
                        <a:t> </a:t>
                      </a:r>
                      <a:r>
                        <a:rPr sz="1100" dirty="0">
                          <a:solidFill>
                            <a:srgbClr val="1A232D"/>
                          </a:solidFill>
                          <a:latin typeface="Arial"/>
                          <a:cs typeface="Arial"/>
                        </a:rPr>
                        <a:t>Search</a:t>
                      </a:r>
                      <a:endParaRPr sz="1100" dirty="0">
                        <a:latin typeface="Arial"/>
                        <a:cs typeface="Arial"/>
                      </a:endParaRPr>
                    </a:p>
                    <a:p>
                      <a:pPr marL="64135" marR="356235">
                        <a:lnSpc>
                          <a:spcPct val="114999"/>
                        </a:lnSpc>
                      </a:pPr>
                      <a:r>
                        <a:rPr sz="1100" dirty="0">
                          <a:solidFill>
                            <a:srgbClr val="1A232D"/>
                          </a:solidFill>
                          <a:latin typeface="Arial"/>
                          <a:cs typeface="Arial"/>
                        </a:rPr>
                        <a:t>Console for proper</a:t>
                      </a:r>
                      <a:r>
                        <a:rPr sz="1100" spc="-135" dirty="0">
                          <a:solidFill>
                            <a:srgbClr val="1A232D"/>
                          </a:solidFill>
                          <a:latin typeface="Arial"/>
                          <a:cs typeface="Arial"/>
                        </a:rPr>
                        <a:t> </a:t>
                      </a:r>
                      <a:r>
                        <a:rPr sz="1100" spc="-5" dirty="0">
                          <a:solidFill>
                            <a:srgbClr val="1A232D"/>
                          </a:solidFill>
                          <a:latin typeface="Arial"/>
                          <a:cs typeface="Arial"/>
                        </a:rPr>
                        <a:t>indexing  </a:t>
                      </a:r>
                      <a:r>
                        <a:rPr sz="1100" dirty="0">
                          <a:solidFill>
                            <a:srgbClr val="1A232D"/>
                          </a:solidFill>
                          <a:latin typeface="Arial"/>
                          <a:cs typeface="Arial"/>
                        </a:rPr>
                        <a:t>and</a:t>
                      </a:r>
                      <a:r>
                        <a:rPr sz="1100" spc="-25" dirty="0">
                          <a:solidFill>
                            <a:srgbClr val="1A232D"/>
                          </a:solidFill>
                          <a:latin typeface="Arial"/>
                          <a:cs typeface="Arial"/>
                        </a:rPr>
                        <a:t> </a:t>
                      </a:r>
                      <a:r>
                        <a:rPr sz="1100" spc="-5" dirty="0">
                          <a:solidFill>
                            <a:srgbClr val="1A232D"/>
                          </a:solidFill>
                          <a:latin typeface="Arial"/>
                          <a:cs typeface="Arial"/>
                        </a:rPr>
                        <a:t>crawling.</a:t>
                      </a:r>
                      <a:endParaRPr sz="11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4769">
                        <a:lnSpc>
                          <a:spcPct val="100000"/>
                        </a:lnSpc>
                        <a:spcBef>
                          <a:spcPts val="60"/>
                        </a:spcBef>
                      </a:pPr>
                      <a:r>
                        <a:rPr sz="1100" dirty="0">
                          <a:solidFill>
                            <a:srgbClr val="1A232D"/>
                          </a:solidFill>
                          <a:latin typeface="Arial"/>
                          <a:cs typeface="Arial"/>
                        </a:rPr>
                        <a:t>Registering into </a:t>
                      </a:r>
                      <a:r>
                        <a:rPr sz="1100" spc="-5" dirty="0">
                          <a:solidFill>
                            <a:srgbClr val="1A232D"/>
                          </a:solidFill>
                          <a:latin typeface="Arial"/>
                          <a:cs typeface="Arial"/>
                        </a:rPr>
                        <a:t>webmaster</a:t>
                      </a:r>
                      <a:r>
                        <a:rPr sz="1100" spc="-105" dirty="0">
                          <a:solidFill>
                            <a:srgbClr val="1A232D"/>
                          </a:solidFill>
                          <a:latin typeface="Arial"/>
                          <a:cs typeface="Arial"/>
                        </a:rPr>
                        <a:t> </a:t>
                      </a:r>
                      <a:r>
                        <a:rPr sz="1100" dirty="0">
                          <a:solidFill>
                            <a:srgbClr val="1A232D"/>
                          </a:solidFill>
                          <a:latin typeface="Arial"/>
                          <a:cs typeface="Arial"/>
                        </a:rPr>
                        <a:t>account</a:t>
                      </a:r>
                      <a:endParaRPr sz="1100" dirty="0">
                        <a:latin typeface="Arial"/>
                        <a:cs typeface="Arial"/>
                      </a:endParaRPr>
                    </a:p>
                    <a:p>
                      <a:pPr marL="64769">
                        <a:lnSpc>
                          <a:spcPct val="100000"/>
                        </a:lnSpc>
                        <a:spcBef>
                          <a:spcPts val="254"/>
                        </a:spcBef>
                      </a:pPr>
                      <a:r>
                        <a:rPr sz="1100" dirty="0">
                          <a:solidFill>
                            <a:srgbClr val="1A232D"/>
                          </a:solidFill>
                          <a:latin typeface="Arial"/>
                          <a:cs typeface="Arial"/>
                        </a:rPr>
                        <a:t>and submitting </a:t>
                      </a:r>
                      <a:r>
                        <a:rPr sz="1100" spc="-10" dirty="0">
                          <a:solidFill>
                            <a:srgbClr val="1A232D"/>
                          </a:solidFill>
                          <a:latin typeface="Arial"/>
                          <a:cs typeface="Arial"/>
                        </a:rPr>
                        <a:t>xml </a:t>
                      </a:r>
                      <a:r>
                        <a:rPr sz="1100" dirty="0">
                          <a:solidFill>
                            <a:srgbClr val="1A232D"/>
                          </a:solidFill>
                          <a:latin typeface="Arial"/>
                          <a:cs typeface="Arial"/>
                        </a:rPr>
                        <a:t>sitemap</a:t>
                      </a:r>
                      <a:r>
                        <a:rPr sz="1100" spc="-100" dirty="0">
                          <a:solidFill>
                            <a:srgbClr val="1A232D"/>
                          </a:solidFill>
                          <a:latin typeface="Arial"/>
                          <a:cs typeface="Arial"/>
                        </a:rPr>
                        <a:t> </a:t>
                      </a:r>
                      <a:r>
                        <a:rPr sz="1100" dirty="0">
                          <a:solidFill>
                            <a:srgbClr val="1A232D"/>
                          </a:solidFill>
                          <a:latin typeface="Arial"/>
                          <a:cs typeface="Arial"/>
                        </a:rPr>
                        <a:t>there.</a:t>
                      </a:r>
                      <a:endParaRPr sz="11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a:lnSpc>
                          <a:spcPct val="100000"/>
                        </a:lnSpc>
                        <a:spcBef>
                          <a:spcPts val="60"/>
                        </a:spcBef>
                      </a:pPr>
                      <a:r>
                        <a:rPr sz="1100" spc="-5" dirty="0">
                          <a:solidFill>
                            <a:srgbClr val="1A232D"/>
                          </a:solidFill>
                          <a:latin typeface="Arial"/>
                          <a:cs typeface="Arial"/>
                        </a:rPr>
                        <a:t>This will </a:t>
                      </a:r>
                      <a:r>
                        <a:rPr sz="1100" dirty="0">
                          <a:solidFill>
                            <a:srgbClr val="1A232D"/>
                          </a:solidFill>
                          <a:latin typeface="Arial"/>
                          <a:cs typeface="Arial"/>
                        </a:rPr>
                        <a:t>help to start the </a:t>
                      </a:r>
                      <a:r>
                        <a:rPr sz="1100" spc="-5" dirty="0">
                          <a:solidFill>
                            <a:srgbClr val="1A232D"/>
                          </a:solidFill>
                          <a:latin typeface="Arial"/>
                          <a:cs typeface="Arial"/>
                        </a:rPr>
                        <a:t>indexing</a:t>
                      </a:r>
                      <a:r>
                        <a:rPr sz="1100" spc="-114" dirty="0">
                          <a:solidFill>
                            <a:srgbClr val="1A232D"/>
                          </a:solidFill>
                          <a:latin typeface="Arial"/>
                          <a:cs typeface="Arial"/>
                        </a:rPr>
                        <a:t> </a:t>
                      </a:r>
                      <a:r>
                        <a:rPr sz="1100" dirty="0">
                          <a:solidFill>
                            <a:srgbClr val="1A232D"/>
                          </a:solidFill>
                          <a:latin typeface="Arial"/>
                          <a:cs typeface="Arial"/>
                        </a:rPr>
                        <a:t>by</a:t>
                      </a:r>
                      <a:endParaRPr sz="1100" dirty="0">
                        <a:latin typeface="Arial"/>
                        <a:cs typeface="Arial"/>
                      </a:endParaRPr>
                    </a:p>
                    <a:p>
                      <a:pPr marL="635" marR="176530">
                        <a:lnSpc>
                          <a:spcPct val="114999"/>
                        </a:lnSpc>
                      </a:pPr>
                      <a:r>
                        <a:rPr sz="1100" dirty="0">
                          <a:solidFill>
                            <a:srgbClr val="1A232D"/>
                          </a:solidFill>
                          <a:latin typeface="Arial"/>
                          <a:cs typeface="Arial"/>
                        </a:rPr>
                        <a:t>the search engines and also</a:t>
                      </a:r>
                      <a:r>
                        <a:rPr sz="1100" spc="-195" dirty="0">
                          <a:solidFill>
                            <a:srgbClr val="1A232D"/>
                          </a:solidFill>
                          <a:latin typeface="Arial"/>
                          <a:cs typeface="Arial"/>
                        </a:rPr>
                        <a:t> </a:t>
                      </a:r>
                      <a:r>
                        <a:rPr sz="1100" dirty="0">
                          <a:solidFill>
                            <a:srgbClr val="1A232D"/>
                          </a:solidFill>
                          <a:latin typeface="Arial"/>
                          <a:cs typeface="Arial"/>
                        </a:rPr>
                        <a:t>getting  the </a:t>
                      </a:r>
                      <a:r>
                        <a:rPr sz="1100" spc="-5" dirty="0">
                          <a:solidFill>
                            <a:srgbClr val="1A232D"/>
                          </a:solidFill>
                          <a:latin typeface="Arial"/>
                          <a:cs typeface="Arial"/>
                        </a:rPr>
                        <a:t>statistics </a:t>
                      </a:r>
                      <a:r>
                        <a:rPr sz="1100" dirty="0">
                          <a:solidFill>
                            <a:srgbClr val="1A232D"/>
                          </a:solidFill>
                          <a:latin typeface="Arial"/>
                          <a:cs typeface="Arial"/>
                        </a:rPr>
                        <a:t>of no. of back</a:t>
                      </a:r>
                      <a:r>
                        <a:rPr sz="1100" spc="-145" dirty="0">
                          <a:solidFill>
                            <a:srgbClr val="1A232D"/>
                          </a:solidFill>
                          <a:latin typeface="Arial"/>
                          <a:cs typeface="Arial"/>
                        </a:rPr>
                        <a:t> </a:t>
                      </a:r>
                      <a:r>
                        <a:rPr sz="1100" dirty="0">
                          <a:solidFill>
                            <a:srgbClr val="1A232D"/>
                          </a:solidFill>
                          <a:latin typeface="Arial"/>
                          <a:cs typeface="Arial"/>
                        </a:rPr>
                        <a:t>links,</a:t>
                      </a:r>
                      <a:endParaRPr sz="1100" dirty="0">
                        <a:latin typeface="Arial"/>
                        <a:cs typeface="Arial"/>
                      </a:endParaRPr>
                    </a:p>
                    <a:p>
                      <a:pPr marL="635">
                        <a:lnSpc>
                          <a:spcPct val="100000"/>
                        </a:lnSpc>
                        <a:spcBef>
                          <a:spcPts val="254"/>
                        </a:spcBef>
                      </a:pPr>
                      <a:r>
                        <a:rPr sz="1100" spc="-5" dirty="0">
                          <a:solidFill>
                            <a:srgbClr val="1A232D"/>
                          </a:solidFill>
                          <a:latin typeface="Arial"/>
                          <a:cs typeface="Arial"/>
                        </a:rPr>
                        <a:t>keywords </a:t>
                      </a:r>
                      <a:r>
                        <a:rPr sz="1100" dirty="0">
                          <a:solidFill>
                            <a:srgbClr val="1A232D"/>
                          </a:solidFill>
                          <a:latin typeface="Arial"/>
                          <a:cs typeface="Arial"/>
                        </a:rPr>
                        <a:t>status, </a:t>
                      </a:r>
                      <a:r>
                        <a:rPr sz="1100" spc="-5" dirty="0">
                          <a:solidFill>
                            <a:srgbClr val="1A232D"/>
                          </a:solidFill>
                          <a:latin typeface="Arial"/>
                          <a:cs typeface="Arial"/>
                        </a:rPr>
                        <a:t>traffic</a:t>
                      </a:r>
                      <a:r>
                        <a:rPr sz="1100" spc="-90" dirty="0">
                          <a:solidFill>
                            <a:srgbClr val="1A232D"/>
                          </a:solidFill>
                          <a:latin typeface="Arial"/>
                          <a:cs typeface="Arial"/>
                        </a:rPr>
                        <a:t> </a:t>
                      </a:r>
                      <a:r>
                        <a:rPr sz="1100" dirty="0">
                          <a:solidFill>
                            <a:srgbClr val="1A232D"/>
                          </a:solidFill>
                          <a:latin typeface="Arial"/>
                          <a:cs typeface="Arial"/>
                        </a:rPr>
                        <a:t>etc.</a:t>
                      </a:r>
                      <a:endParaRPr sz="11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bl>
          </a:graphicData>
        </a:graphic>
      </p:graphicFrame>
      <p:sp>
        <p:nvSpPr>
          <p:cNvPr id="26"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Advanced On Page SEO </a:t>
            </a:r>
            <a:r>
              <a:rPr lang="en-US" sz="3200" dirty="0" smtClean="0">
                <a:latin typeface="Palatino Linotype" panose="02040502050505030304" pitchFamily="18" charset="0"/>
                <a:cs typeface="Calibri" pitchFamily="34" charset="0"/>
              </a:rPr>
              <a:t>Workflow</a:t>
            </a:r>
            <a:endParaRPr lang="en-US" sz="3200" dirty="0">
              <a:latin typeface="Palatino Linotype" panose="02040502050505030304" pitchFamily="18" charset="0"/>
              <a:cs typeface="Calibri" pitchFamily="34" charset="0"/>
            </a:endParaRPr>
          </a:p>
        </p:txBody>
      </p:sp>
    </p:spTree>
    <p:extLst>
      <p:ext uri="{BB962C8B-B14F-4D97-AF65-F5344CB8AC3E}">
        <p14:creationId xmlns:p14="http://schemas.microsoft.com/office/powerpoint/2010/main" val="27110503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2548176" y="0"/>
              <a:ext cx="7100141" cy="208927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0" y="3250169"/>
              <a:ext cx="2179193" cy="1993900"/>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11542903" y="2974848"/>
              <a:ext cx="27305" cy="33655"/>
            </a:xfrm>
            <a:custGeom>
              <a:avLst/>
              <a:gdLst/>
              <a:ahLst/>
              <a:cxnLst/>
              <a:rect l="l" t="t" r="r" b="b"/>
              <a:pathLst>
                <a:path w="27304" h="33655">
                  <a:moveTo>
                    <a:pt x="20447" y="0"/>
                  </a:moveTo>
                  <a:lnTo>
                    <a:pt x="9017" y="0"/>
                  </a:lnTo>
                  <a:lnTo>
                    <a:pt x="0" y="8889"/>
                  </a:lnTo>
                  <a:lnTo>
                    <a:pt x="0" y="17906"/>
                  </a:lnTo>
                  <a:lnTo>
                    <a:pt x="2158" y="22351"/>
                  </a:lnTo>
                  <a:lnTo>
                    <a:pt x="2158" y="24637"/>
                  </a:lnTo>
                  <a:lnTo>
                    <a:pt x="4445" y="29082"/>
                  </a:lnTo>
                  <a:lnTo>
                    <a:pt x="9017" y="31241"/>
                  </a:lnTo>
                  <a:lnTo>
                    <a:pt x="11302" y="33400"/>
                  </a:lnTo>
                  <a:lnTo>
                    <a:pt x="15875" y="33400"/>
                  </a:lnTo>
                  <a:lnTo>
                    <a:pt x="25019" y="29082"/>
                  </a:lnTo>
                  <a:lnTo>
                    <a:pt x="27304" y="26797"/>
                  </a:lnTo>
                  <a:lnTo>
                    <a:pt x="27304" y="11175"/>
                  </a:lnTo>
                  <a:lnTo>
                    <a:pt x="25019" y="4444"/>
                  </a:lnTo>
                  <a:lnTo>
                    <a:pt x="20447" y="0"/>
                  </a:lnTo>
                  <a:close/>
                </a:path>
              </a:pathLst>
            </a:custGeom>
            <a:solidFill>
              <a:srgbClr val="F8F8F8"/>
            </a:solidFill>
          </p:spPr>
          <p:txBody>
            <a:bodyPr wrap="square" lIns="0" tIns="0" rIns="0" bIns="0" rtlCol="0"/>
            <a:lstStyle/>
            <a:p>
              <a:endParaRPr dirty="0"/>
            </a:p>
          </p:txBody>
        </p:sp>
        <p:sp>
          <p:nvSpPr>
            <p:cNvPr id="7" name="object 7"/>
            <p:cNvSpPr/>
            <p:nvPr/>
          </p:nvSpPr>
          <p:spPr>
            <a:xfrm>
              <a:off x="11466703" y="3921378"/>
              <a:ext cx="103504" cy="117220"/>
            </a:xfrm>
            <a:prstGeom prst="rect">
              <a:avLst/>
            </a:prstGeom>
            <a:blipFill>
              <a:blip r:embed="rId5" cstate="print"/>
              <a:stretch>
                <a:fillRect/>
              </a:stretch>
            </a:blipFill>
          </p:spPr>
          <p:txBody>
            <a:bodyPr wrap="square" lIns="0" tIns="0" rIns="0" bIns="0" rtlCol="0"/>
            <a:lstStyle/>
            <a:p>
              <a:endParaRPr dirty="0"/>
            </a:p>
          </p:txBody>
        </p:sp>
        <p:sp>
          <p:nvSpPr>
            <p:cNvPr id="8" name="object 8"/>
            <p:cNvSpPr/>
            <p:nvPr/>
          </p:nvSpPr>
          <p:spPr>
            <a:xfrm>
              <a:off x="11228959" y="2871342"/>
              <a:ext cx="687070" cy="1214755"/>
            </a:xfrm>
            <a:custGeom>
              <a:avLst/>
              <a:gdLst/>
              <a:ahLst/>
              <a:cxnLst/>
              <a:rect l="l" t="t" r="r" b="b"/>
              <a:pathLst>
                <a:path w="687070" h="1214754">
                  <a:moveTo>
                    <a:pt x="222059" y="157607"/>
                  </a:moveTo>
                  <a:lnTo>
                    <a:pt x="197485" y="155321"/>
                  </a:lnTo>
                  <a:lnTo>
                    <a:pt x="186309" y="157607"/>
                  </a:lnTo>
                  <a:lnTo>
                    <a:pt x="222059" y="157607"/>
                  </a:lnTo>
                  <a:close/>
                </a:path>
                <a:path w="687070" h="1214754">
                  <a:moveTo>
                    <a:pt x="422021" y="88138"/>
                  </a:moveTo>
                  <a:lnTo>
                    <a:pt x="417195" y="83693"/>
                  </a:lnTo>
                  <a:lnTo>
                    <a:pt x="405511" y="83693"/>
                  </a:lnTo>
                  <a:lnTo>
                    <a:pt x="400812" y="90297"/>
                  </a:lnTo>
                  <a:lnTo>
                    <a:pt x="400812" y="96901"/>
                  </a:lnTo>
                  <a:lnTo>
                    <a:pt x="405511" y="101346"/>
                  </a:lnTo>
                  <a:lnTo>
                    <a:pt x="412496" y="103378"/>
                  </a:lnTo>
                  <a:lnTo>
                    <a:pt x="422021" y="99060"/>
                  </a:lnTo>
                  <a:lnTo>
                    <a:pt x="422021" y="88138"/>
                  </a:lnTo>
                  <a:close/>
                </a:path>
                <a:path w="687070" h="1214754">
                  <a:moveTo>
                    <a:pt x="467741" y="136906"/>
                  </a:moveTo>
                  <a:lnTo>
                    <a:pt x="465455" y="134747"/>
                  </a:lnTo>
                  <a:lnTo>
                    <a:pt x="454406" y="130429"/>
                  </a:lnTo>
                  <a:lnTo>
                    <a:pt x="438785" y="128270"/>
                  </a:lnTo>
                  <a:lnTo>
                    <a:pt x="412242" y="126111"/>
                  </a:lnTo>
                  <a:lnTo>
                    <a:pt x="385572" y="121920"/>
                  </a:lnTo>
                  <a:lnTo>
                    <a:pt x="372237" y="121920"/>
                  </a:lnTo>
                  <a:lnTo>
                    <a:pt x="367792" y="123952"/>
                  </a:lnTo>
                  <a:lnTo>
                    <a:pt x="361188" y="126111"/>
                  </a:lnTo>
                  <a:lnTo>
                    <a:pt x="361188" y="128270"/>
                  </a:lnTo>
                  <a:lnTo>
                    <a:pt x="365506" y="132588"/>
                  </a:lnTo>
                  <a:lnTo>
                    <a:pt x="372237" y="134747"/>
                  </a:lnTo>
                  <a:lnTo>
                    <a:pt x="383286" y="139065"/>
                  </a:lnTo>
                  <a:lnTo>
                    <a:pt x="409956" y="141224"/>
                  </a:lnTo>
                  <a:lnTo>
                    <a:pt x="436626" y="145542"/>
                  </a:lnTo>
                  <a:lnTo>
                    <a:pt x="452120" y="147701"/>
                  </a:lnTo>
                  <a:lnTo>
                    <a:pt x="465455" y="145542"/>
                  </a:lnTo>
                  <a:lnTo>
                    <a:pt x="467741" y="143383"/>
                  </a:lnTo>
                  <a:lnTo>
                    <a:pt x="467741" y="136906"/>
                  </a:lnTo>
                  <a:close/>
                </a:path>
                <a:path w="687070" h="1214754">
                  <a:moveTo>
                    <a:pt x="636905" y="220218"/>
                  </a:moveTo>
                  <a:lnTo>
                    <a:pt x="634619" y="215646"/>
                  </a:lnTo>
                  <a:lnTo>
                    <a:pt x="630174" y="213487"/>
                  </a:lnTo>
                  <a:lnTo>
                    <a:pt x="625729" y="213004"/>
                  </a:lnTo>
                  <a:lnTo>
                    <a:pt x="625729" y="229108"/>
                  </a:lnTo>
                  <a:lnTo>
                    <a:pt x="616839" y="273812"/>
                  </a:lnTo>
                  <a:lnTo>
                    <a:pt x="610108" y="320802"/>
                  </a:lnTo>
                  <a:lnTo>
                    <a:pt x="598932" y="412369"/>
                  </a:lnTo>
                  <a:lnTo>
                    <a:pt x="572135" y="620268"/>
                  </a:lnTo>
                  <a:lnTo>
                    <a:pt x="558800" y="727583"/>
                  </a:lnTo>
                  <a:lnTo>
                    <a:pt x="543179" y="832739"/>
                  </a:lnTo>
                  <a:lnTo>
                    <a:pt x="509651" y="1045083"/>
                  </a:lnTo>
                  <a:lnTo>
                    <a:pt x="451739" y="1040638"/>
                  </a:lnTo>
                  <a:lnTo>
                    <a:pt x="395986" y="1033907"/>
                  </a:lnTo>
                  <a:lnTo>
                    <a:pt x="282194" y="1016000"/>
                  </a:lnTo>
                  <a:lnTo>
                    <a:pt x="217424" y="1004824"/>
                  </a:lnTo>
                  <a:lnTo>
                    <a:pt x="177419" y="998093"/>
                  </a:lnTo>
                  <a:lnTo>
                    <a:pt x="151447" y="995934"/>
                  </a:lnTo>
                  <a:lnTo>
                    <a:pt x="123952" y="993648"/>
                  </a:lnTo>
                  <a:lnTo>
                    <a:pt x="97155" y="993648"/>
                  </a:lnTo>
                  <a:lnTo>
                    <a:pt x="70358" y="995934"/>
                  </a:lnTo>
                  <a:lnTo>
                    <a:pt x="123952" y="582295"/>
                  </a:lnTo>
                  <a:lnTo>
                    <a:pt x="150622" y="372237"/>
                  </a:lnTo>
                  <a:lnTo>
                    <a:pt x="166243" y="269367"/>
                  </a:lnTo>
                  <a:lnTo>
                    <a:pt x="175133" y="166497"/>
                  </a:lnTo>
                  <a:lnTo>
                    <a:pt x="199771" y="173228"/>
                  </a:lnTo>
                  <a:lnTo>
                    <a:pt x="228727" y="177673"/>
                  </a:lnTo>
                  <a:lnTo>
                    <a:pt x="255524" y="179959"/>
                  </a:lnTo>
                  <a:lnTo>
                    <a:pt x="400431" y="202311"/>
                  </a:lnTo>
                  <a:lnTo>
                    <a:pt x="514223" y="217932"/>
                  </a:lnTo>
                  <a:lnTo>
                    <a:pt x="625729" y="229108"/>
                  </a:lnTo>
                  <a:lnTo>
                    <a:pt x="625729" y="213004"/>
                  </a:lnTo>
                  <a:lnTo>
                    <a:pt x="507492" y="200025"/>
                  </a:lnTo>
                  <a:lnTo>
                    <a:pt x="387096" y="184404"/>
                  </a:lnTo>
                  <a:lnTo>
                    <a:pt x="329057" y="175387"/>
                  </a:lnTo>
                  <a:lnTo>
                    <a:pt x="282460" y="166497"/>
                  </a:lnTo>
                  <a:lnTo>
                    <a:pt x="246634" y="159893"/>
                  </a:lnTo>
                  <a:lnTo>
                    <a:pt x="175133" y="159893"/>
                  </a:lnTo>
                  <a:lnTo>
                    <a:pt x="172974" y="159893"/>
                  </a:lnTo>
                  <a:lnTo>
                    <a:pt x="168529" y="159893"/>
                  </a:lnTo>
                  <a:lnTo>
                    <a:pt x="166243" y="162052"/>
                  </a:lnTo>
                  <a:lnTo>
                    <a:pt x="157353" y="208915"/>
                  </a:lnTo>
                  <a:lnTo>
                    <a:pt x="148463" y="258191"/>
                  </a:lnTo>
                  <a:lnTo>
                    <a:pt x="137287" y="354330"/>
                  </a:lnTo>
                  <a:lnTo>
                    <a:pt x="110490" y="564515"/>
                  </a:lnTo>
                  <a:lnTo>
                    <a:pt x="54737" y="1002538"/>
                  </a:lnTo>
                  <a:lnTo>
                    <a:pt x="54737" y="1007110"/>
                  </a:lnTo>
                  <a:lnTo>
                    <a:pt x="59182" y="1009269"/>
                  </a:lnTo>
                  <a:lnTo>
                    <a:pt x="65913" y="1009269"/>
                  </a:lnTo>
                  <a:lnTo>
                    <a:pt x="68072" y="1004824"/>
                  </a:lnTo>
                  <a:lnTo>
                    <a:pt x="97155" y="1011555"/>
                  </a:lnTo>
                  <a:lnTo>
                    <a:pt x="123952" y="1013841"/>
                  </a:lnTo>
                  <a:lnTo>
                    <a:pt x="293370" y="1033907"/>
                  </a:lnTo>
                  <a:lnTo>
                    <a:pt x="346964" y="1045083"/>
                  </a:lnTo>
                  <a:lnTo>
                    <a:pt x="400431" y="1054100"/>
                  </a:lnTo>
                  <a:lnTo>
                    <a:pt x="454025" y="1060704"/>
                  </a:lnTo>
                  <a:lnTo>
                    <a:pt x="507492" y="1060704"/>
                  </a:lnTo>
                  <a:lnTo>
                    <a:pt x="509651" y="1067435"/>
                  </a:lnTo>
                  <a:lnTo>
                    <a:pt x="514223" y="1069721"/>
                  </a:lnTo>
                  <a:lnTo>
                    <a:pt x="518668" y="1069721"/>
                  </a:lnTo>
                  <a:lnTo>
                    <a:pt x="520954" y="1067435"/>
                  </a:lnTo>
                  <a:lnTo>
                    <a:pt x="523113" y="1065149"/>
                  </a:lnTo>
                  <a:lnTo>
                    <a:pt x="523113" y="1058545"/>
                  </a:lnTo>
                  <a:lnTo>
                    <a:pt x="527558" y="1056259"/>
                  </a:lnTo>
                  <a:lnTo>
                    <a:pt x="529844" y="1054100"/>
                  </a:lnTo>
                  <a:lnTo>
                    <a:pt x="529844" y="1049655"/>
                  </a:lnTo>
                  <a:lnTo>
                    <a:pt x="525399" y="1045083"/>
                  </a:lnTo>
                  <a:lnTo>
                    <a:pt x="545465" y="948944"/>
                  </a:lnTo>
                  <a:lnTo>
                    <a:pt x="558800" y="850646"/>
                  </a:lnTo>
                  <a:lnTo>
                    <a:pt x="585597" y="656082"/>
                  </a:lnTo>
                  <a:lnTo>
                    <a:pt x="610108" y="448183"/>
                  </a:lnTo>
                  <a:lnTo>
                    <a:pt x="625729" y="338709"/>
                  </a:lnTo>
                  <a:lnTo>
                    <a:pt x="630174" y="284988"/>
                  </a:lnTo>
                  <a:lnTo>
                    <a:pt x="632460" y="255905"/>
                  </a:lnTo>
                  <a:lnTo>
                    <a:pt x="632460" y="229108"/>
                  </a:lnTo>
                  <a:lnTo>
                    <a:pt x="636905" y="226949"/>
                  </a:lnTo>
                  <a:lnTo>
                    <a:pt x="636905" y="220218"/>
                  </a:lnTo>
                  <a:close/>
                </a:path>
                <a:path w="687070" h="1214754">
                  <a:moveTo>
                    <a:pt x="687070" y="167386"/>
                  </a:moveTo>
                  <a:lnTo>
                    <a:pt x="684911" y="136144"/>
                  </a:lnTo>
                  <a:lnTo>
                    <a:pt x="678307" y="104902"/>
                  </a:lnTo>
                  <a:lnTo>
                    <a:pt x="680466" y="102616"/>
                  </a:lnTo>
                  <a:lnTo>
                    <a:pt x="678307" y="100457"/>
                  </a:lnTo>
                  <a:lnTo>
                    <a:pt x="673735" y="89154"/>
                  </a:lnTo>
                  <a:lnTo>
                    <a:pt x="673735" y="165100"/>
                  </a:lnTo>
                  <a:lnTo>
                    <a:pt x="673735" y="218694"/>
                  </a:lnTo>
                  <a:lnTo>
                    <a:pt x="669290" y="256667"/>
                  </a:lnTo>
                  <a:lnTo>
                    <a:pt x="660400" y="292354"/>
                  </a:lnTo>
                  <a:lnTo>
                    <a:pt x="644779" y="366014"/>
                  </a:lnTo>
                  <a:lnTo>
                    <a:pt x="633603" y="426339"/>
                  </a:lnTo>
                  <a:lnTo>
                    <a:pt x="624713" y="488823"/>
                  </a:lnTo>
                  <a:lnTo>
                    <a:pt x="611251" y="613918"/>
                  </a:lnTo>
                  <a:lnTo>
                    <a:pt x="597916" y="756793"/>
                  </a:lnTo>
                  <a:lnTo>
                    <a:pt x="580009" y="899668"/>
                  </a:lnTo>
                  <a:lnTo>
                    <a:pt x="571119" y="964438"/>
                  </a:lnTo>
                  <a:lnTo>
                    <a:pt x="548767" y="1089533"/>
                  </a:lnTo>
                  <a:lnTo>
                    <a:pt x="539877" y="1152017"/>
                  </a:lnTo>
                  <a:lnTo>
                    <a:pt x="508635" y="1185418"/>
                  </a:lnTo>
                  <a:lnTo>
                    <a:pt x="466217" y="1198880"/>
                  </a:lnTo>
                  <a:lnTo>
                    <a:pt x="430530" y="1198880"/>
                  </a:lnTo>
                  <a:lnTo>
                    <a:pt x="289941" y="1187704"/>
                  </a:lnTo>
                  <a:lnTo>
                    <a:pt x="189611" y="1180973"/>
                  </a:lnTo>
                  <a:lnTo>
                    <a:pt x="158369" y="1176528"/>
                  </a:lnTo>
                  <a:lnTo>
                    <a:pt x="133858" y="1172083"/>
                  </a:lnTo>
                  <a:lnTo>
                    <a:pt x="109220" y="1165352"/>
                  </a:lnTo>
                  <a:lnTo>
                    <a:pt x="113792" y="1160907"/>
                  </a:lnTo>
                  <a:lnTo>
                    <a:pt x="112280" y="1156462"/>
                  </a:lnTo>
                  <a:lnTo>
                    <a:pt x="111506" y="1154176"/>
                  </a:lnTo>
                  <a:lnTo>
                    <a:pt x="109220" y="1152017"/>
                  </a:lnTo>
                  <a:lnTo>
                    <a:pt x="102489" y="1149731"/>
                  </a:lnTo>
                  <a:lnTo>
                    <a:pt x="91440" y="1154176"/>
                  </a:lnTo>
                  <a:lnTo>
                    <a:pt x="80264" y="1156462"/>
                  </a:lnTo>
                  <a:lnTo>
                    <a:pt x="71374" y="1156462"/>
                  </a:lnTo>
                  <a:lnTo>
                    <a:pt x="62357" y="1154176"/>
                  </a:lnTo>
                  <a:lnTo>
                    <a:pt x="55626" y="1152017"/>
                  </a:lnTo>
                  <a:lnTo>
                    <a:pt x="46736" y="1147572"/>
                  </a:lnTo>
                  <a:lnTo>
                    <a:pt x="42291" y="1140841"/>
                  </a:lnTo>
                  <a:lnTo>
                    <a:pt x="35560" y="1134110"/>
                  </a:lnTo>
                  <a:lnTo>
                    <a:pt x="28956" y="1116330"/>
                  </a:lnTo>
                  <a:lnTo>
                    <a:pt x="24511" y="1096137"/>
                  </a:lnTo>
                  <a:lnTo>
                    <a:pt x="20066" y="1073785"/>
                  </a:lnTo>
                  <a:lnTo>
                    <a:pt x="20066" y="1022477"/>
                  </a:lnTo>
                  <a:lnTo>
                    <a:pt x="22225" y="995680"/>
                  </a:lnTo>
                  <a:lnTo>
                    <a:pt x="28956" y="944372"/>
                  </a:lnTo>
                  <a:lnTo>
                    <a:pt x="40132" y="870712"/>
                  </a:lnTo>
                  <a:lnTo>
                    <a:pt x="80264" y="589407"/>
                  </a:lnTo>
                  <a:lnTo>
                    <a:pt x="122555" y="305816"/>
                  </a:lnTo>
                  <a:lnTo>
                    <a:pt x="142748" y="165100"/>
                  </a:lnTo>
                  <a:lnTo>
                    <a:pt x="147193" y="122682"/>
                  </a:lnTo>
                  <a:lnTo>
                    <a:pt x="151638" y="95885"/>
                  </a:lnTo>
                  <a:lnTo>
                    <a:pt x="169418" y="46863"/>
                  </a:lnTo>
                  <a:lnTo>
                    <a:pt x="198501" y="13335"/>
                  </a:lnTo>
                  <a:lnTo>
                    <a:pt x="209677" y="11049"/>
                  </a:lnTo>
                  <a:lnTo>
                    <a:pt x="225298" y="11049"/>
                  </a:lnTo>
                  <a:lnTo>
                    <a:pt x="243078" y="17780"/>
                  </a:lnTo>
                  <a:lnTo>
                    <a:pt x="263144" y="22225"/>
                  </a:lnTo>
                  <a:lnTo>
                    <a:pt x="423799" y="40132"/>
                  </a:lnTo>
                  <a:lnTo>
                    <a:pt x="557784" y="57912"/>
                  </a:lnTo>
                  <a:lnTo>
                    <a:pt x="602361" y="64643"/>
                  </a:lnTo>
                  <a:lnTo>
                    <a:pt x="646938" y="80264"/>
                  </a:lnTo>
                  <a:lnTo>
                    <a:pt x="664845" y="104902"/>
                  </a:lnTo>
                  <a:lnTo>
                    <a:pt x="667004" y="107061"/>
                  </a:lnTo>
                  <a:lnTo>
                    <a:pt x="671576" y="109347"/>
                  </a:lnTo>
                  <a:lnTo>
                    <a:pt x="673735" y="165100"/>
                  </a:lnTo>
                  <a:lnTo>
                    <a:pt x="673735" y="89154"/>
                  </a:lnTo>
                  <a:lnTo>
                    <a:pt x="667004" y="80264"/>
                  </a:lnTo>
                  <a:lnTo>
                    <a:pt x="658114" y="73660"/>
                  </a:lnTo>
                  <a:lnTo>
                    <a:pt x="649224" y="66929"/>
                  </a:lnTo>
                  <a:lnTo>
                    <a:pt x="629158" y="55753"/>
                  </a:lnTo>
                  <a:lnTo>
                    <a:pt x="604647" y="49022"/>
                  </a:lnTo>
                  <a:lnTo>
                    <a:pt x="580009" y="44577"/>
                  </a:lnTo>
                  <a:lnTo>
                    <a:pt x="510794" y="37846"/>
                  </a:lnTo>
                  <a:lnTo>
                    <a:pt x="372491" y="20066"/>
                  </a:lnTo>
                  <a:lnTo>
                    <a:pt x="315544" y="11049"/>
                  </a:lnTo>
                  <a:lnTo>
                    <a:pt x="301117" y="8763"/>
                  </a:lnTo>
                  <a:lnTo>
                    <a:pt x="282130" y="6604"/>
                  </a:lnTo>
                  <a:lnTo>
                    <a:pt x="263144" y="4445"/>
                  </a:lnTo>
                  <a:lnTo>
                    <a:pt x="245364" y="4445"/>
                  </a:lnTo>
                  <a:lnTo>
                    <a:pt x="227584" y="6604"/>
                  </a:lnTo>
                  <a:lnTo>
                    <a:pt x="227584" y="4445"/>
                  </a:lnTo>
                  <a:lnTo>
                    <a:pt x="225298" y="4445"/>
                  </a:lnTo>
                  <a:lnTo>
                    <a:pt x="209677" y="0"/>
                  </a:lnTo>
                  <a:lnTo>
                    <a:pt x="196215" y="0"/>
                  </a:lnTo>
                  <a:lnTo>
                    <a:pt x="164973" y="22225"/>
                  </a:lnTo>
                  <a:lnTo>
                    <a:pt x="136017" y="107061"/>
                  </a:lnTo>
                  <a:lnTo>
                    <a:pt x="122555" y="196342"/>
                  </a:lnTo>
                  <a:lnTo>
                    <a:pt x="60198" y="620522"/>
                  </a:lnTo>
                  <a:lnTo>
                    <a:pt x="31115" y="812673"/>
                  </a:lnTo>
                  <a:lnTo>
                    <a:pt x="17780" y="908558"/>
                  </a:lnTo>
                  <a:lnTo>
                    <a:pt x="4318" y="1006856"/>
                  </a:lnTo>
                  <a:lnTo>
                    <a:pt x="2159" y="1040384"/>
                  </a:lnTo>
                  <a:lnTo>
                    <a:pt x="0" y="1058164"/>
                  </a:lnTo>
                  <a:lnTo>
                    <a:pt x="2159" y="1076071"/>
                  </a:lnTo>
                  <a:lnTo>
                    <a:pt x="4318" y="1096137"/>
                  </a:lnTo>
                  <a:lnTo>
                    <a:pt x="8763" y="1111758"/>
                  </a:lnTo>
                  <a:lnTo>
                    <a:pt x="40132" y="1156462"/>
                  </a:lnTo>
                  <a:lnTo>
                    <a:pt x="71374" y="1172083"/>
                  </a:lnTo>
                  <a:lnTo>
                    <a:pt x="89154" y="1172083"/>
                  </a:lnTo>
                  <a:lnTo>
                    <a:pt x="162814" y="1192149"/>
                  </a:lnTo>
                  <a:lnTo>
                    <a:pt x="187325" y="1196721"/>
                  </a:lnTo>
                  <a:lnTo>
                    <a:pt x="417195" y="1214501"/>
                  </a:lnTo>
                  <a:lnTo>
                    <a:pt x="479679" y="1214501"/>
                  </a:lnTo>
                  <a:lnTo>
                    <a:pt x="495300" y="1210056"/>
                  </a:lnTo>
                  <a:lnTo>
                    <a:pt x="522097" y="1201166"/>
                  </a:lnTo>
                  <a:lnTo>
                    <a:pt x="525843" y="1198880"/>
                  </a:lnTo>
                  <a:lnTo>
                    <a:pt x="533146" y="1194435"/>
                  </a:lnTo>
                  <a:lnTo>
                    <a:pt x="544322" y="1183259"/>
                  </a:lnTo>
                  <a:lnTo>
                    <a:pt x="551053" y="1172083"/>
                  </a:lnTo>
                  <a:lnTo>
                    <a:pt x="557784" y="1158621"/>
                  </a:lnTo>
                  <a:lnTo>
                    <a:pt x="559943" y="1140841"/>
                  </a:lnTo>
                  <a:lnTo>
                    <a:pt x="559943" y="1136396"/>
                  </a:lnTo>
                  <a:lnTo>
                    <a:pt x="573278" y="1073785"/>
                  </a:lnTo>
                  <a:lnTo>
                    <a:pt x="584581" y="1011301"/>
                  </a:lnTo>
                  <a:lnTo>
                    <a:pt x="593471" y="948817"/>
                  </a:lnTo>
                  <a:lnTo>
                    <a:pt x="602361" y="884047"/>
                  </a:lnTo>
                  <a:lnTo>
                    <a:pt x="615696" y="756793"/>
                  </a:lnTo>
                  <a:lnTo>
                    <a:pt x="626872" y="629539"/>
                  </a:lnTo>
                  <a:lnTo>
                    <a:pt x="640334" y="491109"/>
                  </a:lnTo>
                  <a:lnTo>
                    <a:pt x="649224" y="421894"/>
                  </a:lnTo>
                  <a:lnTo>
                    <a:pt x="662559" y="352679"/>
                  </a:lnTo>
                  <a:lnTo>
                    <a:pt x="676021" y="292354"/>
                  </a:lnTo>
                  <a:lnTo>
                    <a:pt x="684911" y="229870"/>
                  </a:lnTo>
                  <a:lnTo>
                    <a:pt x="687070" y="198628"/>
                  </a:lnTo>
                  <a:lnTo>
                    <a:pt x="687070" y="167386"/>
                  </a:lnTo>
                  <a:close/>
                </a:path>
              </a:pathLst>
            </a:custGeom>
            <a:solidFill>
              <a:srgbClr val="F8F8F8"/>
            </a:solidFill>
          </p:spPr>
          <p:txBody>
            <a:bodyPr wrap="square" lIns="0" tIns="0" rIns="0" bIns="0" rtlCol="0"/>
            <a:lstStyle/>
            <a:p>
              <a:endParaRPr dirty="0"/>
            </a:p>
          </p:txBody>
        </p:sp>
      </p:grpSp>
      <p:sp>
        <p:nvSpPr>
          <p:cNvPr id="9" name="object 9"/>
          <p:cNvSpPr/>
          <p:nvPr/>
        </p:nvSpPr>
        <p:spPr>
          <a:xfrm>
            <a:off x="9500616" y="4792979"/>
            <a:ext cx="356870" cy="1889760"/>
          </a:xfrm>
          <a:custGeom>
            <a:avLst/>
            <a:gdLst/>
            <a:ahLst/>
            <a:cxnLst/>
            <a:rect l="l" t="t" r="r" b="b"/>
            <a:pathLst>
              <a:path w="356870" h="1889759">
                <a:moveTo>
                  <a:pt x="333756" y="33528"/>
                </a:moveTo>
                <a:lnTo>
                  <a:pt x="295656" y="8890"/>
                </a:lnTo>
                <a:lnTo>
                  <a:pt x="255270" y="0"/>
                </a:lnTo>
                <a:lnTo>
                  <a:pt x="235204" y="2286"/>
                </a:lnTo>
                <a:lnTo>
                  <a:pt x="197104" y="15621"/>
                </a:lnTo>
                <a:lnTo>
                  <a:pt x="163576" y="40132"/>
                </a:lnTo>
                <a:lnTo>
                  <a:pt x="134366" y="93726"/>
                </a:lnTo>
                <a:lnTo>
                  <a:pt x="123190" y="133858"/>
                </a:lnTo>
                <a:lnTo>
                  <a:pt x="116459" y="173990"/>
                </a:lnTo>
                <a:lnTo>
                  <a:pt x="100838" y="312420"/>
                </a:lnTo>
                <a:lnTo>
                  <a:pt x="87376" y="450723"/>
                </a:lnTo>
                <a:lnTo>
                  <a:pt x="65024" y="729615"/>
                </a:lnTo>
                <a:lnTo>
                  <a:pt x="42545" y="1017409"/>
                </a:lnTo>
                <a:lnTo>
                  <a:pt x="22479" y="1305217"/>
                </a:lnTo>
                <a:lnTo>
                  <a:pt x="9017" y="1593011"/>
                </a:lnTo>
                <a:lnTo>
                  <a:pt x="0" y="1880819"/>
                </a:lnTo>
                <a:lnTo>
                  <a:pt x="0" y="1885315"/>
                </a:lnTo>
                <a:lnTo>
                  <a:pt x="2286" y="1887512"/>
                </a:lnTo>
                <a:lnTo>
                  <a:pt x="9017" y="1889760"/>
                </a:lnTo>
                <a:lnTo>
                  <a:pt x="15748" y="1887512"/>
                </a:lnTo>
                <a:lnTo>
                  <a:pt x="17907" y="1885315"/>
                </a:lnTo>
                <a:lnTo>
                  <a:pt x="17907" y="1880819"/>
                </a:lnTo>
                <a:lnTo>
                  <a:pt x="26924" y="1633169"/>
                </a:lnTo>
                <a:lnTo>
                  <a:pt x="53721" y="1137881"/>
                </a:lnTo>
                <a:lnTo>
                  <a:pt x="69469" y="887984"/>
                </a:lnTo>
                <a:lnTo>
                  <a:pt x="89662" y="640334"/>
                </a:lnTo>
                <a:lnTo>
                  <a:pt x="112014" y="392684"/>
                </a:lnTo>
                <a:lnTo>
                  <a:pt x="123190" y="272288"/>
                </a:lnTo>
                <a:lnTo>
                  <a:pt x="129921" y="209677"/>
                </a:lnTo>
                <a:lnTo>
                  <a:pt x="138938" y="149479"/>
                </a:lnTo>
                <a:lnTo>
                  <a:pt x="152400" y="96012"/>
                </a:lnTo>
                <a:lnTo>
                  <a:pt x="181356" y="49149"/>
                </a:lnTo>
                <a:lnTo>
                  <a:pt x="212852" y="26797"/>
                </a:lnTo>
                <a:lnTo>
                  <a:pt x="250825" y="17780"/>
                </a:lnTo>
                <a:lnTo>
                  <a:pt x="271018" y="17780"/>
                </a:lnTo>
                <a:lnTo>
                  <a:pt x="291211" y="22352"/>
                </a:lnTo>
                <a:lnTo>
                  <a:pt x="309118" y="29083"/>
                </a:lnTo>
                <a:lnTo>
                  <a:pt x="331470" y="40132"/>
                </a:lnTo>
                <a:lnTo>
                  <a:pt x="333756" y="37846"/>
                </a:lnTo>
                <a:lnTo>
                  <a:pt x="333756" y="33528"/>
                </a:lnTo>
                <a:close/>
              </a:path>
              <a:path w="356870" h="1889759">
                <a:moveTo>
                  <a:pt x="356616" y="255905"/>
                </a:moveTo>
                <a:lnTo>
                  <a:pt x="354330" y="251587"/>
                </a:lnTo>
                <a:lnTo>
                  <a:pt x="347599" y="251587"/>
                </a:lnTo>
                <a:lnTo>
                  <a:pt x="345313" y="255905"/>
                </a:lnTo>
                <a:lnTo>
                  <a:pt x="327279" y="441198"/>
                </a:lnTo>
                <a:lnTo>
                  <a:pt x="293497" y="992416"/>
                </a:lnTo>
                <a:lnTo>
                  <a:pt x="243840" y="1751203"/>
                </a:lnTo>
                <a:lnTo>
                  <a:pt x="246126" y="1753463"/>
                </a:lnTo>
                <a:lnTo>
                  <a:pt x="246126" y="1757895"/>
                </a:lnTo>
                <a:lnTo>
                  <a:pt x="250571" y="1760156"/>
                </a:lnTo>
                <a:lnTo>
                  <a:pt x="252857" y="1760156"/>
                </a:lnTo>
                <a:lnTo>
                  <a:pt x="261874" y="1757895"/>
                </a:lnTo>
                <a:lnTo>
                  <a:pt x="264160" y="1753463"/>
                </a:lnTo>
                <a:lnTo>
                  <a:pt x="264160" y="1751203"/>
                </a:lnTo>
                <a:lnTo>
                  <a:pt x="311531" y="1010310"/>
                </a:lnTo>
                <a:lnTo>
                  <a:pt x="338582" y="633095"/>
                </a:lnTo>
                <a:lnTo>
                  <a:pt x="349885" y="445643"/>
                </a:lnTo>
                <a:lnTo>
                  <a:pt x="354330" y="349758"/>
                </a:lnTo>
                <a:lnTo>
                  <a:pt x="356616" y="255905"/>
                </a:lnTo>
                <a:close/>
              </a:path>
            </a:pathLst>
          </a:custGeom>
          <a:solidFill>
            <a:srgbClr val="F8F8F8"/>
          </a:solidFill>
        </p:spPr>
        <p:txBody>
          <a:bodyPr wrap="square" lIns="0" tIns="0" rIns="0" bIns="0" rtlCol="0"/>
          <a:lstStyle/>
          <a:p>
            <a:endParaRPr dirty="0"/>
          </a:p>
        </p:txBody>
      </p:sp>
      <p:sp>
        <p:nvSpPr>
          <p:cNvPr id="10" name="object 10"/>
          <p:cNvSpPr/>
          <p:nvPr/>
        </p:nvSpPr>
        <p:spPr>
          <a:xfrm>
            <a:off x="9829800" y="4788534"/>
            <a:ext cx="2362200" cy="379730"/>
          </a:xfrm>
          <a:custGeom>
            <a:avLst/>
            <a:gdLst/>
            <a:ahLst/>
            <a:cxnLst/>
            <a:rect l="l" t="t" r="r" b="b"/>
            <a:pathLst>
              <a:path w="2362200" h="379729">
                <a:moveTo>
                  <a:pt x="1267968" y="196215"/>
                </a:moveTo>
                <a:lnTo>
                  <a:pt x="1265682" y="192024"/>
                </a:lnTo>
                <a:lnTo>
                  <a:pt x="1261110" y="187833"/>
                </a:lnTo>
                <a:lnTo>
                  <a:pt x="1258824" y="187833"/>
                </a:lnTo>
                <a:lnTo>
                  <a:pt x="1254252" y="185801"/>
                </a:lnTo>
                <a:lnTo>
                  <a:pt x="1242822" y="185801"/>
                </a:lnTo>
                <a:lnTo>
                  <a:pt x="1240536" y="189992"/>
                </a:lnTo>
                <a:lnTo>
                  <a:pt x="1236091" y="192024"/>
                </a:lnTo>
                <a:lnTo>
                  <a:pt x="1236091" y="204343"/>
                </a:lnTo>
                <a:lnTo>
                  <a:pt x="1238250" y="208534"/>
                </a:lnTo>
                <a:lnTo>
                  <a:pt x="1240536" y="208534"/>
                </a:lnTo>
                <a:lnTo>
                  <a:pt x="1242822" y="212725"/>
                </a:lnTo>
                <a:lnTo>
                  <a:pt x="1249680" y="212725"/>
                </a:lnTo>
                <a:lnTo>
                  <a:pt x="1254252" y="214757"/>
                </a:lnTo>
                <a:lnTo>
                  <a:pt x="1263396" y="210566"/>
                </a:lnTo>
                <a:lnTo>
                  <a:pt x="1267968" y="202311"/>
                </a:lnTo>
                <a:lnTo>
                  <a:pt x="1267968" y="196215"/>
                </a:lnTo>
                <a:close/>
              </a:path>
              <a:path w="2362200" h="379729">
                <a:moveTo>
                  <a:pt x="1382141" y="193929"/>
                </a:moveTo>
                <a:lnTo>
                  <a:pt x="1379982" y="187071"/>
                </a:lnTo>
                <a:lnTo>
                  <a:pt x="1370965" y="173609"/>
                </a:lnTo>
                <a:lnTo>
                  <a:pt x="1364234" y="171323"/>
                </a:lnTo>
                <a:lnTo>
                  <a:pt x="1355217" y="169037"/>
                </a:lnTo>
                <a:lnTo>
                  <a:pt x="1348359" y="169037"/>
                </a:lnTo>
                <a:lnTo>
                  <a:pt x="1341628" y="171323"/>
                </a:lnTo>
                <a:lnTo>
                  <a:pt x="1334897" y="175768"/>
                </a:lnTo>
                <a:lnTo>
                  <a:pt x="1325880" y="184785"/>
                </a:lnTo>
                <a:lnTo>
                  <a:pt x="1321435" y="191643"/>
                </a:lnTo>
                <a:lnTo>
                  <a:pt x="1321435" y="207391"/>
                </a:lnTo>
                <a:lnTo>
                  <a:pt x="1325880" y="214249"/>
                </a:lnTo>
                <a:lnTo>
                  <a:pt x="1328166" y="218694"/>
                </a:lnTo>
                <a:lnTo>
                  <a:pt x="1334897" y="225425"/>
                </a:lnTo>
                <a:lnTo>
                  <a:pt x="1348359" y="229997"/>
                </a:lnTo>
                <a:lnTo>
                  <a:pt x="1355217" y="229997"/>
                </a:lnTo>
                <a:lnTo>
                  <a:pt x="1364234" y="227711"/>
                </a:lnTo>
                <a:lnTo>
                  <a:pt x="1370965" y="223266"/>
                </a:lnTo>
                <a:lnTo>
                  <a:pt x="1379982" y="209677"/>
                </a:lnTo>
                <a:lnTo>
                  <a:pt x="1382141" y="202946"/>
                </a:lnTo>
                <a:lnTo>
                  <a:pt x="1382141" y="193929"/>
                </a:lnTo>
                <a:close/>
              </a:path>
              <a:path w="2362200" h="379729">
                <a:moveTo>
                  <a:pt x="2362073" y="357124"/>
                </a:moveTo>
                <a:lnTo>
                  <a:pt x="1513586" y="317119"/>
                </a:lnTo>
                <a:lnTo>
                  <a:pt x="1229995" y="301625"/>
                </a:lnTo>
                <a:lnTo>
                  <a:pt x="633730" y="263906"/>
                </a:lnTo>
                <a:lnTo>
                  <a:pt x="332232" y="241681"/>
                </a:lnTo>
                <a:lnTo>
                  <a:pt x="173736" y="228346"/>
                </a:lnTo>
                <a:lnTo>
                  <a:pt x="93345" y="224028"/>
                </a:lnTo>
                <a:lnTo>
                  <a:pt x="53213" y="224028"/>
                </a:lnTo>
                <a:lnTo>
                  <a:pt x="12954" y="226187"/>
                </a:lnTo>
                <a:lnTo>
                  <a:pt x="10795" y="228346"/>
                </a:lnTo>
                <a:lnTo>
                  <a:pt x="10795" y="232791"/>
                </a:lnTo>
                <a:lnTo>
                  <a:pt x="12954" y="232791"/>
                </a:lnTo>
                <a:lnTo>
                  <a:pt x="48641" y="239395"/>
                </a:lnTo>
                <a:lnTo>
                  <a:pt x="84455" y="243967"/>
                </a:lnTo>
                <a:lnTo>
                  <a:pt x="155829" y="250571"/>
                </a:lnTo>
                <a:lnTo>
                  <a:pt x="298831" y="257302"/>
                </a:lnTo>
                <a:lnTo>
                  <a:pt x="598043" y="279400"/>
                </a:lnTo>
                <a:lnTo>
                  <a:pt x="1212088" y="319405"/>
                </a:lnTo>
                <a:lnTo>
                  <a:pt x="1788287" y="354838"/>
                </a:lnTo>
                <a:lnTo>
                  <a:pt x="2074037" y="368173"/>
                </a:lnTo>
                <a:lnTo>
                  <a:pt x="2362073" y="379222"/>
                </a:lnTo>
                <a:lnTo>
                  <a:pt x="2362073" y="357124"/>
                </a:lnTo>
                <a:close/>
              </a:path>
              <a:path w="2362200" h="379729">
                <a:moveTo>
                  <a:pt x="2362073" y="151257"/>
                </a:moveTo>
                <a:lnTo>
                  <a:pt x="727837" y="59944"/>
                </a:lnTo>
                <a:lnTo>
                  <a:pt x="727125" y="57785"/>
                </a:lnTo>
                <a:lnTo>
                  <a:pt x="725678" y="53340"/>
                </a:lnTo>
                <a:lnTo>
                  <a:pt x="723392" y="48895"/>
                </a:lnTo>
                <a:lnTo>
                  <a:pt x="712216" y="42164"/>
                </a:lnTo>
                <a:lnTo>
                  <a:pt x="703326" y="39204"/>
                </a:lnTo>
                <a:lnTo>
                  <a:pt x="703326" y="57785"/>
                </a:lnTo>
                <a:lnTo>
                  <a:pt x="455549" y="44450"/>
                </a:lnTo>
                <a:lnTo>
                  <a:pt x="468884" y="37719"/>
                </a:lnTo>
                <a:lnTo>
                  <a:pt x="495681" y="33274"/>
                </a:lnTo>
                <a:lnTo>
                  <a:pt x="509143" y="33274"/>
                </a:lnTo>
                <a:lnTo>
                  <a:pt x="535813" y="35433"/>
                </a:lnTo>
                <a:lnTo>
                  <a:pt x="562610" y="40005"/>
                </a:lnTo>
                <a:lnTo>
                  <a:pt x="625221" y="44450"/>
                </a:lnTo>
                <a:lnTo>
                  <a:pt x="669798" y="51054"/>
                </a:lnTo>
                <a:lnTo>
                  <a:pt x="689864" y="53340"/>
                </a:lnTo>
                <a:lnTo>
                  <a:pt x="703326" y="57785"/>
                </a:lnTo>
                <a:lnTo>
                  <a:pt x="703326" y="39204"/>
                </a:lnTo>
                <a:lnTo>
                  <a:pt x="698881" y="37719"/>
                </a:lnTo>
                <a:lnTo>
                  <a:pt x="685419" y="35433"/>
                </a:lnTo>
                <a:lnTo>
                  <a:pt x="654177" y="33274"/>
                </a:lnTo>
                <a:lnTo>
                  <a:pt x="631952" y="33274"/>
                </a:lnTo>
                <a:lnTo>
                  <a:pt x="488950" y="17653"/>
                </a:lnTo>
                <a:lnTo>
                  <a:pt x="475615" y="17653"/>
                </a:lnTo>
                <a:lnTo>
                  <a:pt x="471043" y="22098"/>
                </a:lnTo>
                <a:lnTo>
                  <a:pt x="464439" y="26670"/>
                </a:lnTo>
                <a:lnTo>
                  <a:pt x="453263" y="42164"/>
                </a:lnTo>
                <a:lnTo>
                  <a:pt x="453263" y="44450"/>
                </a:lnTo>
                <a:lnTo>
                  <a:pt x="366141" y="37719"/>
                </a:lnTo>
                <a:lnTo>
                  <a:pt x="363982" y="33274"/>
                </a:lnTo>
                <a:lnTo>
                  <a:pt x="362864" y="31115"/>
                </a:lnTo>
                <a:lnTo>
                  <a:pt x="361696" y="28829"/>
                </a:lnTo>
                <a:lnTo>
                  <a:pt x="359537" y="28829"/>
                </a:lnTo>
                <a:lnTo>
                  <a:pt x="301498" y="24384"/>
                </a:lnTo>
                <a:lnTo>
                  <a:pt x="245618" y="17653"/>
                </a:lnTo>
                <a:lnTo>
                  <a:pt x="232041" y="15494"/>
                </a:lnTo>
                <a:lnTo>
                  <a:pt x="133985" y="0"/>
                </a:lnTo>
                <a:lnTo>
                  <a:pt x="129540" y="2159"/>
                </a:lnTo>
                <a:lnTo>
                  <a:pt x="127381" y="4318"/>
                </a:lnTo>
                <a:lnTo>
                  <a:pt x="127381" y="24384"/>
                </a:lnTo>
                <a:lnTo>
                  <a:pt x="133985" y="22098"/>
                </a:lnTo>
                <a:lnTo>
                  <a:pt x="136144" y="19939"/>
                </a:lnTo>
                <a:lnTo>
                  <a:pt x="136144" y="15494"/>
                </a:lnTo>
                <a:lnTo>
                  <a:pt x="171958" y="19939"/>
                </a:lnTo>
                <a:lnTo>
                  <a:pt x="209931" y="28829"/>
                </a:lnTo>
                <a:lnTo>
                  <a:pt x="232283" y="31115"/>
                </a:lnTo>
                <a:lnTo>
                  <a:pt x="158496" y="26670"/>
                </a:lnTo>
                <a:lnTo>
                  <a:pt x="91567" y="24384"/>
                </a:lnTo>
                <a:lnTo>
                  <a:pt x="71501" y="22098"/>
                </a:lnTo>
                <a:lnTo>
                  <a:pt x="40259" y="19939"/>
                </a:lnTo>
                <a:lnTo>
                  <a:pt x="13462" y="15494"/>
                </a:lnTo>
                <a:lnTo>
                  <a:pt x="6731" y="11049"/>
                </a:lnTo>
                <a:lnTo>
                  <a:pt x="6731" y="6604"/>
                </a:lnTo>
                <a:lnTo>
                  <a:pt x="8890" y="4318"/>
                </a:lnTo>
                <a:lnTo>
                  <a:pt x="6731" y="2159"/>
                </a:lnTo>
                <a:lnTo>
                  <a:pt x="2286" y="8763"/>
                </a:lnTo>
                <a:lnTo>
                  <a:pt x="0" y="13335"/>
                </a:lnTo>
                <a:lnTo>
                  <a:pt x="0" y="15494"/>
                </a:lnTo>
                <a:lnTo>
                  <a:pt x="4445" y="19939"/>
                </a:lnTo>
                <a:lnTo>
                  <a:pt x="17907" y="26670"/>
                </a:lnTo>
                <a:lnTo>
                  <a:pt x="35687" y="31115"/>
                </a:lnTo>
                <a:lnTo>
                  <a:pt x="73787" y="35433"/>
                </a:lnTo>
                <a:lnTo>
                  <a:pt x="91567" y="37719"/>
                </a:lnTo>
                <a:lnTo>
                  <a:pt x="2362073" y="168910"/>
                </a:lnTo>
                <a:lnTo>
                  <a:pt x="2362073" y="151257"/>
                </a:lnTo>
                <a:close/>
              </a:path>
            </a:pathLst>
          </a:custGeom>
          <a:solidFill>
            <a:srgbClr val="F8F8F8"/>
          </a:solidFill>
        </p:spPr>
        <p:txBody>
          <a:bodyPr wrap="square" lIns="0" tIns="0" rIns="0" bIns="0" rtlCol="0"/>
          <a:lstStyle/>
          <a:p>
            <a:endParaRPr dirty="0"/>
          </a:p>
        </p:txBody>
      </p:sp>
      <p:sp>
        <p:nvSpPr>
          <p:cNvPr id="11" name="object 11"/>
          <p:cNvSpPr/>
          <p:nvPr/>
        </p:nvSpPr>
        <p:spPr>
          <a:xfrm>
            <a:off x="11280775" y="6763577"/>
            <a:ext cx="94360" cy="65465"/>
          </a:xfrm>
          <a:prstGeom prst="rect">
            <a:avLst/>
          </a:prstGeom>
          <a:blipFill>
            <a:blip r:embed="rId6" cstate="print"/>
            <a:stretch>
              <a:fillRect/>
            </a:stretch>
          </a:blipFill>
        </p:spPr>
        <p:txBody>
          <a:bodyPr wrap="square" lIns="0" tIns="0" rIns="0" bIns="0" rtlCol="0"/>
          <a:lstStyle/>
          <a:p>
            <a:endParaRPr dirty="0"/>
          </a:p>
        </p:txBody>
      </p:sp>
      <p:grpSp>
        <p:nvGrpSpPr>
          <p:cNvPr id="12" name="object 12"/>
          <p:cNvGrpSpPr/>
          <p:nvPr/>
        </p:nvGrpSpPr>
        <p:grpSpPr>
          <a:xfrm>
            <a:off x="9490075" y="6551676"/>
            <a:ext cx="2701925" cy="299085"/>
            <a:chOff x="9490075" y="6551676"/>
            <a:chExt cx="2701925" cy="299085"/>
          </a:xfrm>
        </p:grpSpPr>
        <p:sp>
          <p:nvSpPr>
            <p:cNvPr id="13" name="object 13"/>
            <p:cNvSpPr/>
            <p:nvPr/>
          </p:nvSpPr>
          <p:spPr>
            <a:xfrm>
              <a:off x="9749028" y="6551676"/>
              <a:ext cx="2442845" cy="259715"/>
            </a:xfrm>
            <a:custGeom>
              <a:avLst/>
              <a:gdLst/>
              <a:ahLst/>
              <a:cxnLst/>
              <a:rect l="l" t="t" r="r" b="b"/>
              <a:pathLst>
                <a:path w="2442845" h="259715">
                  <a:moveTo>
                    <a:pt x="1447673" y="204660"/>
                  </a:moveTo>
                  <a:lnTo>
                    <a:pt x="1445514" y="202374"/>
                  </a:lnTo>
                  <a:lnTo>
                    <a:pt x="1441069" y="200152"/>
                  </a:lnTo>
                  <a:lnTo>
                    <a:pt x="1423162" y="196176"/>
                  </a:lnTo>
                  <a:lnTo>
                    <a:pt x="1423162" y="220560"/>
                  </a:lnTo>
                  <a:lnTo>
                    <a:pt x="1423162" y="229577"/>
                  </a:lnTo>
                  <a:lnTo>
                    <a:pt x="1420876" y="240969"/>
                  </a:lnTo>
                  <a:lnTo>
                    <a:pt x="1288796" y="229577"/>
                  </a:lnTo>
                  <a:lnTo>
                    <a:pt x="1230630" y="222783"/>
                  </a:lnTo>
                  <a:lnTo>
                    <a:pt x="1201547" y="220560"/>
                  </a:lnTo>
                  <a:lnTo>
                    <a:pt x="1172464" y="222783"/>
                  </a:lnTo>
                  <a:lnTo>
                    <a:pt x="1181354" y="172923"/>
                  </a:lnTo>
                  <a:lnTo>
                    <a:pt x="1212723" y="179730"/>
                  </a:lnTo>
                  <a:lnTo>
                    <a:pt x="1275334" y="184251"/>
                  </a:lnTo>
                  <a:lnTo>
                    <a:pt x="1306703" y="188760"/>
                  </a:lnTo>
                  <a:lnTo>
                    <a:pt x="1371727" y="202374"/>
                  </a:lnTo>
                  <a:lnTo>
                    <a:pt x="1393952" y="204660"/>
                  </a:lnTo>
                  <a:lnTo>
                    <a:pt x="1411986" y="209169"/>
                  </a:lnTo>
                  <a:lnTo>
                    <a:pt x="1418717" y="213753"/>
                  </a:lnTo>
                  <a:lnTo>
                    <a:pt x="1423162" y="220560"/>
                  </a:lnTo>
                  <a:lnTo>
                    <a:pt x="1423162" y="196176"/>
                  </a:lnTo>
                  <a:lnTo>
                    <a:pt x="1369441" y="184251"/>
                  </a:lnTo>
                  <a:lnTo>
                    <a:pt x="1307934" y="172923"/>
                  </a:lnTo>
                  <a:lnTo>
                    <a:pt x="1295527" y="170637"/>
                  </a:lnTo>
                  <a:lnTo>
                    <a:pt x="1237361" y="163830"/>
                  </a:lnTo>
                  <a:lnTo>
                    <a:pt x="1205992" y="161544"/>
                  </a:lnTo>
                  <a:lnTo>
                    <a:pt x="1176909" y="163830"/>
                  </a:lnTo>
                  <a:lnTo>
                    <a:pt x="1170178" y="163830"/>
                  </a:lnTo>
                  <a:lnTo>
                    <a:pt x="1159002" y="166128"/>
                  </a:lnTo>
                  <a:lnTo>
                    <a:pt x="1159002" y="168351"/>
                  </a:lnTo>
                  <a:lnTo>
                    <a:pt x="1167892" y="170637"/>
                  </a:lnTo>
                  <a:lnTo>
                    <a:pt x="1161288" y="195567"/>
                  </a:lnTo>
                  <a:lnTo>
                    <a:pt x="1156716" y="222783"/>
                  </a:lnTo>
                  <a:lnTo>
                    <a:pt x="1159002" y="227355"/>
                  </a:lnTo>
                  <a:lnTo>
                    <a:pt x="1161288" y="231876"/>
                  </a:lnTo>
                  <a:lnTo>
                    <a:pt x="1167892" y="231876"/>
                  </a:lnTo>
                  <a:lnTo>
                    <a:pt x="1172464" y="229577"/>
                  </a:lnTo>
                  <a:lnTo>
                    <a:pt x="1199261" y="236385"/>
                  </a:lnTo>
                  <a:lnTo>
                    <a:pt x="1230630" y="240969"/>
                  </a:lnTo>
                  <a:lnTo>
                    <a:pt x="1288796" y="245478"/>
                  </a:lnTo>
                  <a:lnTo>
                    <a:pt x="1429893" y="259092"/>
                  </a:lnTo>
                  <a:lnTo>
                    <a:pt x="1432052" y="256794"/>
                  </a:lnTo>
                  <a:lnTo>
                    <a:pt x="1436624" y="254571"/>
                  </a:lnTo>
                  <a:lnTo>
                    <a:pt x="1436624" y="245478"/>
                  </a:lnTo>
                  <a:lnTo>
                    <a:pt x="1438084" y="240969"/>
                  </a:lnTo>
                  <a:lnTo>
                    <a:pt x="1447673" y="211467"/>
                  </a:lnTo>
                  <a:lnTo>
                    <a:pt x="1447673" y="204660"/>
                  </a:lnTo>
                  <a:close/>
                </a:path>
                <a:path w="2442845" h="259715">
                  <a:moveTo>
                    <a:pt x="2442845" y="168910"/>
                  </a:moveTo>
                  <a:lnTo>
                    <a:pt x="2148205" y="140068"/>
                  </a:lnTo>
                  <a:lnTo>
                    <a:pt x="1853438" y="115570"/>
                  </a:lnTo>
                  <a:lnTo>
                    <a:pt x="1263904" y="71158"/>
                  </a:lnTo>
                  <a:lnTo>
                    <a:pt x="627507" y="31153"/>
                  </a:lnTo>
                  <a:lnTo>
                    <a:pt x="308229" y="13335"/>
                  </a:lnTo>
                  <a:lnTo>
                    <a:pt x="156337" y="2247"/>
                  </a:lnTo>
                  <a:lnTo>
                    <a:pt x="78232" y="0"/>
                  </a:lnTo>
                  <a:lnTo>
                    <a:pt x="40132" y="0"/>
                  </a:lnTo>
                  <a:lnTo>
                    <a:pt x="2286" y="2247"/>
                  </a:lnTo>
                  <a:lnTo>
                    <a:pt x="0" y="4483"/>
                  </a:lnTo>
                  <a:lnTo>
                    <a:pt x="2286" y="6667"/>
                  </a:lnTo>
                  <a:lnTo>
                    <a:pt x="37973" y="13335"/>
                  </a:lnTo>
                  <a:lnTo>
                    <a:pt x="73660" y="17818"/>
                  </a:lnTo>
                  <a:lnTo>
                    <a:pt x="145161" y="22237"/>
                  </a:lnTo>
                  <a:lnTo>
                    <a:pt x="290322" y="26733"/>
                  </a:lnTo>
                  <a:lnTo>
                    <a:pt x="609600" y="44488"/>
                  </a:lnTo>
                  <a:lnTo>
                    <a:pt x="926719" y="64490"/>
                  </a:lnTo>
                  <a:lnTo>
                    <a:pt x="1245997" y="86728"/>
                  </a:lnTo>
                  <a:lnTo>
                    <a:pt x="1844421" y="135572"/>
                  </a:lnTo>
                  <a:lnTo>
                    <a:pt x="2442845" y="188912"/>
                  </a:lnTo>
                  <a:lnTo>
                    <a:pt x="2442845" y="168910"/>
                  </a:lnTo>
                  <a:close/>
                </a:path>
              </a:pathLst>
            </a:custGeom>
            <a:solidFill>
              <a:srgbClr val="F8F8F8"/>
            </a:solidFill>
          </p:spPr>
          <p:txBody>
            <a:bodyPr wrap="square" lIns="0" tIns="0" rIns="0" bIns="0" rtlCol="0"/>
            <a:lstStyle/>
            <a:p>
              <a:endParaRPr dirty="0"/>
            </a:p>
          </p:txBody>
        </p:sp>
        <p:sp>
          <p:nvSpPr>
            <p:cNvPr id="14" name="object 14"/>
            <p:cNvSpPr/>
            <p:nvPr/>
          </p:nvSpPr>
          <p:spPr>
            <a:xfrm>
              <a:off x="10713719" y="6682803"/>
              <a:ext cx="106552" cy="91309"/>
            </a:xfrm>
            <a:prstGeom prst="rect">
              <a:avLst/>
            </a:prstGeom>
            <a:blipFill>
              <a:blip r:embed="rId7" cstate="print"/>
              <a:stretch>
                <a:fillRect/>
              </a:stretch>
            </a:blipFill>
          </p:spPr>
          <p:txBody>
            <a:bodyPr wrap="square" lIns="0" tIns="0" rIns="0" bIns="0" rtlCol="0"/>
            <a:lstStyle/>
            <a:p>
              <a:endParaRPr dirty="0"/>
            </a:p>
          </p:txBody>
        </p:sp>
        <p:sp>
          <p:nvSpPr>
            <p:cNvPr id="15" name="object 15"/>
            <p:cNvSpPr/>
            <p:nvPr/>
          </p:nvSpPr>
          <p:spPr>
            <a:xfrm>
              <a:off x="9490075" y="6672135"/>
              <a:ext cx="1550035" cy="178435"/>
            </a:xfrm>
            <a:custGeom>
              <a:avLst/>
              <a:gdLst/>
              <a:ahLst/>
              <a:cxnLst/>
              <a:rect l="l" t="t" r="r" b="b"/>
              <a:pathLst>
                <a:path w="1550034" h="178434">
                  <a:moveTo>
                    <a:pt x="6603" y="0"/>
                  </a:moveTo>
                  <a:lnTo>
                    <a:pt x="4445" y="0"/>
                  </a:lnTo>
                  <a:lnTo>
                    <a:pt x="0" y="2184"/>
                  </a:lnTo>
                  <a:lnTo>
                    <a:pt x="0" y="6692"/>
                  </a:lnTo>
                  <a:lnTo>
                    <a:pt x="4445" y="24485"/>
                  </a:lnTo>
                  <a:lnTo>
                    <a:pt x="49149" y="69035"/>
                  </a:lnTo>
                  <a:lnTo>
                    <a:pt x="98171" y="84655"/>
                  </a:lnTo>
                  <a:lnTo>
                    <a:pt x="160781" y="95775"/>
                  </a:lnTo>
                  <a:lnTo>
                    <a:pt x="225425" y="102459"/>
                  </a:lnTo>
                  <a:lnTo>
                    <a:pt x="350520" y="111395"/>
                  </a:lnTo>
                  <a:lnTo>
                    <a:pt x="631951" y="135884"/>
                  </a:lnTo>
                  <a:lnTo>
                    <a:pt x="911098" y="158189"/>
                  </a:lnTo>
                  <a:lnTo>
                    <a:pt x="1201293" y="178243"/>
                  </a:lnTo>
                  <a:lnTo>
                    <a:pt x="1549780" y="178243"/>
                  </a:lnTo>
                  <a:lnTo>
                    <a:pt x="1275079" y="162623"/>
                  </a:lnTo>
                  <a:lnTo>
                    <a:pt x="1000378" y="144819"/>
                  </a:lnTo>
                  <a:lnTo>
                    <a:pt x="745744" y="127015"/>
                  </a:lnTo>
                  <a:lnTo>
                    <a:pt x="491235" y="104710"/>
                  </a:lnTo>
                  <a:lnTo>
                    <a:pt x="227710" y="80220"/>
                  </a:lnTo>
                  <a:lnTo>
                    <a:pt x="171830" y="75721"/>
                  </a:lnTo>
                  <a:lnTo>
                    <a:pt x="102743" y="69035"/>
                  </a:lnTo>
                  <a:lnTo>
                    <a:pt x="55752" y="53479"/>
                  </a:lnTo>
                  <a:lnTo>
                    <a:pt x="22351" y="28930"/>
                  </a:lnTo>
                  <a:lnTo>
                    <a:pt x="11049" y="4432"/>
                  </a:lnTo>
                  <a:lnTo>
                    <a:pt x="6603" y="0"/>
                  </a:lnTo>
                  <a:close/>
                </a:path>
              </a:pathLst>
            </a:custGeom>
            <a:solidFill>
              <a:srgbClr val="F8F8F8"/>
            </a:solidFill>
          </p:spPr>
          <p:txBody>
            <a:bodyPr wrap="square" lIns="0" tIns="0" rIns="0" bIns="0" rtlCol="0"/>
            <a:lstStyle/>
            <a:p>
              <a:endParaRPr dirty="0"/>
            </a:p>
          </p:txBody>
        </p:sp>
      </p:grpSp>
      <p:sp>
        <p:nvSpPr>
          <p:cNvPr id="16" name="object 16"/>
          <p:cNvSpPr/>
          <p:nvPr/>
        </p:nvSpPr>
        <p:spPr>
          <a:xfrm>
            <a:off x="301815" y="1054735"/>
            <a:ext cx="1554289" cy="1086485"/>
          </a:xfrm>
          <a:prstGeom prst="rect">
            <a:avLst/>
          </a:prstGeom>
          <a:blipFill>
            <a:blip r:embed="rId8" cstate="print"/>
            <a:stretch>
              <a:fillRect/>
            </a:stretch>
          </a:blipFill>
        </p:spPr>
        <p:txBody>
          <a:bodyPr wrap="square" lIns="0" tIns="0" rIns="0" bIns="0" rtlCol="0"/>
          <a:lstStyle/>
          <a:p>
            <a:endParaRPr dirty="0"/>
          </a:p>
        </p:txBody>
      </p:sp>
      <p:sp>
        <p:nvSpPr>
          <p:cNvPr id="17" name="object 17"/>
          <p:cNvSpPr/>
          <p:nvPr/>
        </p:nvSpPr>
        <p:spPr>
          <a:xfrm>
            <a:off x="5949696" y="5514022"/>
            <a:ext cx="589915" cy="976630"/>
          </a:xfrm>
          <a:custGeom>
            <a:avLst/>
            <a:gdLst/>
            <a:ahLst/>
            <a:cxnLst/>
            <a:rect l="l" t="t" r="r" b="b"/>
            <a:pathLst>
              <a:path w="589915" h="976629">
                <a:moveTo>
                  <a:pt x="337312" y="0"/>
                </a:moveTo>
                <a:lnTo>
                  <a:pt x="332866" y="0"/>
                </a:lnTo>
                <a:lnTo>
                  <a:pt x="332866" y="2539"/>
                </a:lnTo>
                <a:lnTo>
                  <a:pt x="265811" y="16509"/>
                </a:lnTo>
                <a:lnTo>
                  <a:pt x="201040" y="31749"/>
                </a:lnTo>
                <a:lnTo>
                  <a:pt x="196595" y="34289"/>
                </a:lnTo>
                <a:lnTo>
                  <a:pt x="194309" y="38099"/>
                </a:lnTo>
                <a:lnTo>
                  <a:pt x="172084" y="52069"/>
                </a:lnTo>
                <a:lnTo>
                  <a:pt x="133984" y="87629"/>
                </a:lnTo>
                <a:lnTo>
                  <a:pt x="107187" y="125729"/>
                </a:lnTo>
                <a:lnTo>
                  <a:pt x="82676" y="179069"/>
                </a:lnTo>
                <a:lnTo>
                  <a:pt x="71500" y="217169"/>
                </a:lnTo>
                <a:lnTo>
                  <a:pt x="62611" y="255269"/>
                </a:lnTo>
                <a:lnTo>
                  <a:pt x="49149" y="308609"/>
                </a:lnTo>
                <a:lnTo>
                  <a:pt x="37973" y="364489"/>
                </a:lnTo>
                <a:lnTo>
                  <a:pt x="29082" y="419099"/>
                </a:lnTo>
                <a:lnTo>
                  <a:pt x="20065" y="474979"/>
                </a:lnTo>
                <a:lnTo>
                  <a:pt x="9016" y="562609"/>
                </a:lnTo>
                <a:lnTo>
                  <a:pt x="4571" y="609599"/>
                </a:lnTo>
                <a:lnTo>
                  <a:pt x="2162" y="656589"/>
                </a:lnTo>
                <a:lnTo>
                  <a:pt x="0" y="701039"/>
                </a:lnTo>
                <a:lnTo>
                  <a:pt x="4571" y="789939"/>
                </a:lnTo>
                <a:lnTo>
                  <a:pt x="13462" y="831849"/>
                </a:lnTo>
                <a:lnTo>
                  <a:pt x="31368" y="883919"/>
                </a:lnTo>
                <a:lnTo>
                  <a:pt x="60325" y="923289"/>
                </a:lnTo>
                <a:lnTo>
                  <a:pt x="71500" y="932179"/>
                </a:lnTo>
                <a:lnTo>
                  <a:pt x="84962" y="943609"/>
                </a:lnTo>
                <a:lnTo>
                  <a:pt x="98298" y="949959"/>
                </a:lnTo>
                <a:lnTo>
                  <a:pt x="111759" y="957579"/>
                </a:lnTo>
                <a:lnTo>
                  <a:pt x="143001" y="969009"/>
                </a:lnTo>
                <a:lnTo>
                  <a:pt x="176529" y="975359"/>
                </a:lnTo>
                <a:lnTo>
                  <a:pt x="212216" y="976629"/>
                </a:lnTo>
                <a:lnTo>
                  <a:pt x="252475" y="976629"/>
                </a:lnTo>
                <a:lnTo>
                  <a:pt x="292607" y="975359"/>
                </a:lnTo>
                <a:lnTo>
                  <a:pt x="330580" y="969009"/>
                </a:lnTo>
                <a:lnTo>
                  <a:pt x="366394" y="958849"/>
                </a:lnTo>
                <a:lnTo>
                  <a:pt x="207771" y="958849"/>
                </a:lnTo>
                <a:lnTo>
                  <a:pt x="169799" y="955039"/>
                </a:lnTo>
                <a:lnTo>
                  <a:pt x="151891" y="952499"/>
                </a:lnTo>
                <a:lnTo>
                  <a:pt x="116204" y="939799"/>
                </a:lnTo>
                <a:lnTo>
                  <a:pt x="100456" y="932179"/>
                </a:lnTo>
                <a:lnTo>
                  <a:pt x="87121" y="922019"/>
                </a:lnTo>
                <a:lnTo>
                  <a:pt x="71500" y="910589"/>
                </a:lnTo>
                <a:lnTo>
                  <a:pt x="49149" y="878839"/>
                </a:lnTo>
                <a:lnTo>
                  <a:pt x="31368" y="840739"/>
                </a:lnTo>
                <a:lnTo>
                  <a:pt x="17906" y="769619"/>
                </a:lnTo>
                <a:lnTo>
                  <a:pt x="15620" y="731519"/>
                </a:lnTo>
                <a:lnTo>
                  <a:pt x="17906" y="694689"/>
                </a:lnTo>
                <a:lnTo>
                  <a:pt x="22351" y="618489"/>
                </a:lnTo>
                <a:lnTo>
                  <a:pt x="29082" y="544829"/>
                </a:lnTo>
                <a:lnTo>
                  <a:pt x="51434" y="379729"/>
                </a:lnTo>
                <a:lnTo>
                  <a:pt x="69214" y="299719"/>
                </a:lnTo>
                <a:lnTo>
                  <a:pt x="89407" y="217169"/>
                </a:lnTo>
                <a:lnTo>
                  <a:pt x="107187" y="167639"/>
                </a:lnTo>
                <a:lnTo>
                  <a:pt x="136270" y="116839"/>
                </a:lnTo>
                <a:lnTo>
                  <a:pt x="172084" y="73659"/>
                </a:lnTo>
                <a:lnTo>
                  <a:pt x="216662" y="45719"/>
                </a:lnTo>
                <a:lnTo>
                  <a:pt x="259206" y="34289"/>
                </a:lnTo>
                <a:lnTo>
                  <a:pt x="388746" y="34289"/>
                </a:lnTo>
                <a:lnTo>
                  <a:pt x="382777" y="31749"/>
                </a:lnTo>
                <a:lnTo>
                  <a:pt x="319531" y="31749"/>
                </a:lnTo>
                <a:lnTo>
                  <a:pt x="301625" y="25399"/>
                </a:lnTo>
                <a:lnTo>
                  <a:pt x="323976" y="20319"/>
                </a:lnTo>
                <a:lnTo>
                  <a:pt x="335025" y="20319"/>
                </a:lnTo>
                <a:lnTo>
                  <a:pt x="368680" y="17779"/>
                </a:lnTo>
                <a:lnTo>
                  <a:pt x="431647" y="17779"/>
                </a:lnTo>
                <a:lnTo>
                  <a:pt x="406653" y="7619"/>
                </a:lnTo>
                <a:lnTo>
                  <a:pt x="390905" y="5079"/>
                </a:lnTo>
                <a:lnTo>
                  <a:pt x="382015" y="2539"/>
                </a:lnTo>
                <a:lnTo>
                  <a:pt x="339598" y="2539"/>
                </a:lnTo>
                <a:lnTo>
                  <a:pt x="337312" y="0"/>
                </a:lnTo>
                <a:close/>
              </a:path>
              <a:path w="589915" h="976629">
                <a:moveTo>
                  <a:pt x="438057" y="925829"/>
                </a:moveTo>
                <a:lnTo>
                  <a:pt x="399923" y="925829"/>
                </a:lnTo>
                <a:lnTo>
                  <a:pt x="373125" y="937259"/>
                </a:lnTo>
                <a:lnTo>
                  <a:pt x="346328" y="946149"/>
                </a:lnTo>
                <a:lnTo>
                  <a:pt x="317245" y="952499"/>
                </a:lnTo>
                <a:lnTo>
                  <a:pt x="288163" y="957579"/>
                </a:lnTo>
                <a:lnTo>
                  <a:pt x="247903" y="958849"/>
                </a:lnTo>
                <a:lnTo>
                  <a:pt x="366394" y="958849"/>
                </a:lnTo>
                <a:lnTo>
                  <a:pt x="402208" y="946149"/>
                </a:lnTo>
                <a:lnTo>
                  <a:pt x="417702" y="937259"/>
                </a:lnTo>
                <a:lnTo>
                  <a:pt x="435609" y="928369"/>
                </a:lnTo>
                <a:lnTo>
                  <a:pt x="438057" y="925829"/>
                </a:lnTo>
                <a:close/>
              </a:path>
              <a:path w="589915" h="976629">
                <a:moveTo>
                  <a:pt x="297179" y="43179"/>
                </a:moveTo>
                <a:lnTo>
                  <a:pt x="279273" y="43179"/>
                </a:lnTo>
                <a:lnTo>
                  <a:pt x="263651" y="46989"/>
                </a:lnTo>
                <a:lnTo>
                  <a:pt x="216662" y="69849"/>
                </a:lnTo>
                <a:lnTo>
                  <a:pt x="174243" y="107949"/>
                </a:lnTo>
                <a:lnTo>
                  <a:pt x="147446" y="147319"/>
                </a:lnTo>
                <a:lnTo>
                  <a:pt x="120650" y="212089"/>
                </a:lnTo>
                <a:lnTo>
                  <a:pt x="105028" y="256539"/>
                </a:lnTo>
                <a:lnTo>
                  <a:pt x="87121" y="314959"/>
                </a:lnTo>
                <a:lnTo>
                  <a:pt x="71500" y="374649"/>
                </a:lnTo>
                <a:lnTo>
                  <a:pt x="55879" y="438149"/>
                </a:lnTo>
                <a:lnTo>
                  <a:pt x="33527" y="562609"/>
                </a:lnTo>
                <a:lnTo>
                  <a:pt x="26796" y="624839"/>
                </a:lnTo>
                <a:lnTo>
                  <a:pt x="24637" y="684529"/>
                </a:lnTo>
                <a:lnTo>
                  <a:pt x="26796" y="748029"/>
                </a:lnTo>
                <a:lnTo>
                  <a:pt x="31368" y="787399"/>
                </a:lnTo>
                <a:lnTo>
                  <a:pt x="37973" y="805179"/>
                </a:lnTo>
                <a:lnTo>
                  <a:pt x="44703" y="825499"/>
                </a:lnTo>
                <a:lnTo>
                  <a:pt x="51434" y="843279"/>
                </a:lnTo>
                <a:lnTo>
                  <a:pt x="62611" y="858519"/>
                </a:lnTo>
                <a:lnTo>
                  <a:pt x="71500" y="876299"/>
                </a:lnTo>
                <a:lnTo>
                  <a:pt x="100456" y="908049"/>
                </a:lnTo>
                <a:lnTo>
                  <a:pt x="140715" y="932179"/>
                </a:lnTo>
                <a:lnTo>
                  <a:pt x="183133" y="943609"/>
                </a:lnTo>
                <a:lnTo>
                  <a:pt x="205612" y="948689"/>
                </a:lnTo>
                <a:lnTo>
                  <a:pt x="286003" y="948689"/>
                </a:lnTo>
                <a:lnTo>
                  <a:pt x="323976" y="943609"/>
                </a:lnTo>
                <a:lnTo>
                  <a:pt x="361950" y="937259"/>
                </a:lnTo>
                <a:lnTo>
                  <a:pt x="370388" y="934719"/>
                </a:lnTo>
                <a:lnTo>
                  <a:pt x="261365" y="934719"/>
                </a:lnTo>
                <a:lnTo>
                  <a:pt x="218948" y="932179"/>
                </a:lnTo>
                <a:lnTo>
                  <a:pt x="165353" y="925829"/>
                </a:lnTo>
                <a:lnTo>
                  <a:pt x="122936" y="904239"/>
                </a:lnTo>
                <a:lnTo>
                  <a:pt x="91566" y="875029"/>
                </a:lnTo>
                <a:lnTo>
                  <a:pt x="67055" y="836929"/>
                </a:lnTo>
                <a:lnTo>
                  <a:pt x="53593" y="792479"/>
                </a:lnTo>
                <a:lnTo>
                  <a:pt x="44703" y="745489"/>
                </a:lnTo>
                <a:lnTo>
                  <a:pt x="42417" y="721359"/>
                </a:lnTo>
                <a:lnTo>
                  <a:pt x="42417" y="647699"/>
                </a:lnTo>
                <a:lnTo>
                  <a:pt x="53593" y="557529"/>
                </a:lnTo>
                <a:lnTo>
                  <a:pt x="69214" y="468629"/>
                </a:lnTo>
                <a:lnTo>
                  <a:pt x="87121" y="382269"/>
                </a:lnTo>
                <a:lnTo>
                  <a:pt x="109474" y="294639"/>
                </a:lnTo>
                <a:lnTo>
                  <a:pt x="122936" y="255269"/>
                </a:lnTo>
                <a:lnTo>
                  <a:pt x="133984" y="217169"/>
                </a:lnTo>
                <a:lnTo>
                  <a:pt x="149732" y="179069"/>
                </a:lnTo>
                <a:lnTo>
                  <a:pt x="169799" y="143509"/>
                </a:lnTo>
                <a:lnTo>
                  <a:pt x="198881" y="105409"/>
                </a:lnTo>
                <a:lnTo>
                  <a:pt x="232409" y="81279"/>
                </a:lnTo>
                <a:lnTo>
                  <a:pt x="270255" y="63499"/>
                </a:lnTo>
                <a:lnTo>
                  <a:pt x="314959" y="49529"/>
                </a:lnTo>
                <a:lnTo>
                  <a:pt x="335025" y="49529"/>
                </a:lnTo>
                <a:lnTo>
                  <a:pt x="335025" y="45719"/>
                </a:lnTo>
                <a:lnTo>
                  <a:pt x="312800" y="45719"/>
                </a:lnTo>
                <a:lnTo>
                  <a:pt x="297179" y="43179"/>
                </a:lnTo>
                <a:close/>
              </a:path>
              <a:path w="589915" h="976629">
                <a:moveTo>
                  <a:pt x="500379" y="787399"/>
                </a:moveTo>
                <a:lnTo>
                  <a:pt x="493649" y="787399"/>
                </a:lnTo>
                <a:lnTo>
                  <a:pt x="491489" y="792479"/>
                </a:lnTo>
                <a:lnTo>
                  <a:pt x="487044" y="816609"/>
                </a:lnTo>
                <a:lnTo>
                  <a:pt x="480313" y="836929"/>
                </a:lnTo>
                <a:lnTo>
                  <a:pt x="457962" y="869949"/>
                </a:lnTo>
                <a:lnTo>
                  <a:pt x="426719" y="896619"/>
                </a:lnTo>
                <a:lnTo>
                  <a:pt x="388746" y="914399"/>
                </a:lnTo>
                <a:lnTo>
                  <a:pt x="348488" y="925829"/>
                </a:lnTo>
                <a:lnTo>
                  <a:pt x="303783" y="932179"/>
                </a:lnTo>
                <a:lnTo>
                  <a:pt x="261365" y="934719"/>
                </a:lnTo>
                <a:lnTo>
                  <a:pt x="370388" y="934719"/>
                </a:lnTo>
                <a:lnTo>
                  <a:pt x="399923" y="925829"/>
                </a:lnTo>
                <a:lnTo>
                  <a:pt x="438057" y="925829"/>
                </a:lnTo>
                <a:lnTo>
                  <a:pt x="449071" y="914399"/>
                </a:lnTo>
                <a:lnTo>
                  <a:pt x="464692" y="904239"/>
                </a:lnTo>
                <a:lnTo>
                  <a:pt x="478027" y="890269"/>
                </a:lnTo>
                <a:lnTo>
                  <a:pt x="491489" y="872489"/>
                </a:lnTo>
                <a:lnTo>
                  <a:pt x="502665" y="857249"/>
                </a:lnTo>
                <a:lnTo>
                  <a:pt x="511555" y="857249"/>
                </a:lnTo>
                <a:lnTo>
                  <a:pt x="513841" y="852169"/>
                </a:lnTo>
                <a:lnTo>
                  <a:pt x="516064" y="843279"/>
                </a:lnTo>
                <a:lnTo>
                  <a:pt x="493649" y="843279"/>
                </a:lnTo>
                <a:lnTo>
                  <a:pt x="498220" y="831849"/>
                </a:lnTo>
                <a:lnTo>
                  <a:pt x="500379" y="819149"/>
                </a:lnTo>
                <a:lnTo>
                  <a:pt x="502665" y="805179"/>
                </a:lnTo>
                <a:lnTo>
                  <a:pt x="502665" y="792479"/>
                </a:lnTo>
                <a:lnTo>
                  <a:pt x="500379" y="787399"/>
                </a:lnTo>
                <a:close/>
              </a:path>
              <a:path w="589915" h="976629">
                <a:moveTo>
                  <a:pt x="396421" y="38099"/>
                </a:moveTo>
                <a:lnTo>
                  <a:pt x="359663" y="38099"/>
                </a:lnTo>
                <a:lnTo>
                  <a:pt x="373125" y="40639"/>
                </a:lnTo>
                <a:lnTo>
                  <a:pt x="386461" y="45719"/>
                </a:lnTo>
                <a:lnTo>
                  <a:pt x="408813" y="58419"/>
                </a:lnTo>
                <a:lnTo>
                  <a:pt x="429005" y="76199"/>
                </a:lnTo>
                <a:lnTo>
                  <a:pt x="449071" y="96519"/>
                </a:lnTo>
                <a:lnTo>
                  <a:pt x="464692" y="120649"/>
                </a:lnTo>
                <a:lnTo>
                  <a:pt x="480313" y="143509"/>
                </a:lnTo>
                <a:lnTo>
                  <a:pt x="502665" y="190499"/>
                </a:lnTo>
                <a:lnTo>
                  <a:pt x="516127" y="238759"/>
                </a:lnTo>
                <a:lnTo>
                  <a:pt x="529463" y="314959"/>
                </a:lnTo>
                <a:lnTo>
                  <a:pt x="533907" y="365759"/>
                </a:lnTo>
                <a:lnTo>
                  <a:pt x="536094" y="421639"/>
                </a:lnTo>
                <a:lnTo>
                  <a:pt x="536193" y="539749"/>
                </a:lnTo>
                <a:lnTo>
                  <a:pt x="533907" y="598169"/>
                </a:lnTo>
                <a:lnTo>
                  <a:pt x="529463" y="656589"/>
                </a:lnTo>
                <a:lnTo>
                  <a:pt x="522731" y="713739"/>
                </a:lnTo>
                <a:lnTo>
                  <a:pt x="513841" y="772159"/>
                </a:lnTo>
                <a:lnTo>
                  <a:pt x="502665" y="830579"/>
                </a:lnTo>
                <a:lnTo>
                  <a:pt x="493649" y="843279"/>
                </a:lnTo>
                <a:lnTo>
                  <a:pt x="516064" y="843279"/>
                </a:lnTo>
                <a:lnTo>
                  <a:pt x="518287" y="834389"/>
                </a:lnTo>
                <a:lnTo>
                  <a:pt x="536193" y="798829"/>
                </a:lnTo>
                <a:lnTo>
                  <a:pt x="542348" y="783589"/>
                </a:lnTo>
                <a:lnTo>
                  <a:pt x="527176" y="783589"/>
                </a:lnTo>
                <a:lnTo>
                  <a:pt x="536193" y="730249"/>
                </a:lnTo>
                <a:lnTo>
                  <a:pt x="542925" y="674369"/>
                </a:lnTo>
                <a:lnTo>
                  <a:pt x="547369" y="621029"/>
                </a:lnTo>
                <a:lnTo>
                  <a:pt x="549528" y="566419"/>
                </a:lnTo>
                <a:lnTo>
                  <a:pt x="551814" y="500379"/>
                </a:lnTo>
                <a:lnTo>
                  <a:pt x="551771" y="429259"/>
                </a:lnTo>
                <a:lnTo>
                  <a:pt x="549528" y="364489"/>
                </a:lnTo>
                <a:lnTo>
                  <a:pt x="542925" y="297179"/>
                </a:lnTo>
                <a:lnTo>
                  <a:pt x="531621" y="243839"/>
                </a:lnTo>
                <a:lnTo>
                  <a:pt x="516127" y="191769"/>
                </a:lnTo>
                <a:lnTo>
                  <a:pt x="507111" y="165099"/>
                </a:lnTo>
                <a:lnTo>
                  <a:pt x="480313" y="118109"/>
                </a:lnTo>
                <a:lnTo>
                  <a:pt x="453516" y="81279"/>
                </a:lnTo>
                <a:lnTo>
                  <a:pt x="424433" y="54609"/>
                </a:lnTo>
                <a:lnTo>
                  <a:pt x="406653" y="43179"/>
                </a:lnTo>
                <a:lnTo>
                  <a:pt x="396421" y="38099"/>
                </a:lnTo>
                <a:close/>
              </a:path>
              <a:path w="589915" h="976629">
                <a:moveTo>
                  <a:pt x="431647" y="17779"/>
                </a:moveTo>
                <a:lnTo>
                  <a:pt x="368680" y="17779"/>
                </a:lnTo>
                <a:lnTo>
                  <a:pt x="390905" y="20319"/>
                </a:lnTo>
                <a:lnTo>
                  <a:pt x="411099" y="26669"/>
                </a:lnTo>
                <a:lnTo>
                  <a:pt x="451230" y="49529"/>
                </a:lnTo>
                <a:lnTo>
                  <a:pt x="482600" y="81279"/>
                </a:lnTo>
                <a:lnTo>
                  <a:pt x="509396" y="118109"/>
                </a:lnTo>
                <a:lnTo>
                  <a:pt x="527176" y="152399"/>
                </a:lnTo>
                <a:lnTo>
                  <a:pt x="540638" y="190499"/>
                </a:lnTo>
                <a:lnTo>
                  <a:pt x="551814" y="229869"/>
                </a:lnTo>
                <a:lnTo>
                  <a:pt x="560704" y="273049"/>
                </a:lnTo>
                <a:lnTo>
                  <a:pt x="565150" y="314959"/>
                </a:lnTo>
                <a:lnTo>
                  <a:pt x="569722" y="355599"/>
                </a:lnTo>
                <a:lnTo>
                  <a:pt x="574167" y="435609"/>
                </a:lnTo>
                <a:lnTo>
                  <a:pt x="574167" y="556259"/>
                </a:lnTo>
                <a:lnTo>
                  <a:pt x="569722" y="598169"/>
                </a:lnTo>
                <a:lnTo>
                  <a:pt x="565150" y="638809"/>
                </a:lnTo>
                <a:lnTo>
                  <a:pt x="558419" y="678179"/>
                </a:lnTo>
                <a:lnTo>
                  <a:pt x="549528" y="716279"/>
                </a:lnTo>
                <a:lnTo>
                  <a:pt x="538352" y="756919"/>
                </a:lnTo>
                <a:lnTo>
                  <a:pt x="527176" y="783589"/>
                </a:lnTo>
                <a:lnTo>
                  <a:pt x="542348" y="783589"/>
                </a:lnTo>
                <a:lnTo>
                  <a:pt x="549528" y="765809"/>
                </a:lnTo>
                <a:lnTo>
                  <a:pt x="560704" y="727709"/>
                </a:lnTo>
                <a:lnTo>
                  <a:pt x="569722" y="689609"/>
                </a:lnTo>
                <a:lnTo>
                  <a:pt x="576326" y="651509"/>
                </a:lnTo>
                <a:lnTo>
                  <a:pt x="583056" y="613409"/>
                </a:lnTo>
                <a:lnTo>
                  <a:pt x="587501" y="538479"/>
                </a:lnTo>
                <a:lnTo>
                  <a:pt x="589787" y="488949"/>
                </a:lnTo>
                <a:lnTo>
                  <a:pt x="589787" y="391159"/>
                </a:lnTo>
                <a:lnTo>
                  <a:pt x="585215" y="341629"/>
                </a:lnTo>
                <a:lnTo>
                  <a:pt x="578611" y="292099"/>
                </a:lnTo>
                <a:lnTo>
                  <a:pt x="569722" y="243839"/>
                </a:lnTo>
                <a:lnTo>
                  <a:pt x="558419" y="196849"/>
                </a:lnTo>
                <a:lnTo>
                  <a:pt x="542925" y="149859"/>
                </a:lnTo>
                <a:lnTo>
                  <a:pt x="511555" y="90169"/>
                </a:lnTo>
                <a:lnTo>
                  <a:pt x="464692" y="40639"/>
                </a:lnTo>
                <a:lnTo>
                  <a:pt x="437895" y="20319"/>
                </a:lnTo>
                <a:lnTo>
                  <a:pt x="431647" y="17779"/>
                </a:lnTo>
                <a:close/>
              </a:path>
              <a:path w="589915" h="976629">
                <a:moveTo>
                  <a:pt x="149732" y="406399"/>
                </a:moveTo>
                <a:lnTo>
                  <a:pt x="147446" y="406399"/>
                </a:lnTo>
                <a:lnTo>
                  <a:pt x="145287" y="408939"/>
                </a:lnTo>
                <a:lnTo>
                  <a:pt x="143001" y="411479"/>
                </a:lnTo>
                <a:lnTo>
                  <a:pt x="145287" y="412749"/>
                </a:lnTo>
                <a:lnTo>
                  <a:pt x="167512" y="430529"/>
                </a:lnTo>
                <a:lnTo>
                  <a:pt x="194309" y="444499"/>
                </a:lnTo>
                <a:lnTo>
                  <a:pt x="223392" y="453389"/>
                </a:lnTo>
                <a:lnTo>
                  <a:pt x="252475" y="459739"/>
                </a:lnTo>
                <a:lnTo>
                  <a:pt x="256920" y="464819"/>
                </a:lnTo>
                <a:lnTo>
                  <a:pt x="261365" y="466089"/>
                </a:lnTo>
                <a:lnTo>
                  <a:pt x="265811" y="466089"/>
                </a:lnTo>
                <a:lnTo>
                  <a:pt x="270255" y="462279"/>
                </a:lnTo>
                <a:lnTo>
                  <a:pt x="308228" y="462279"/>
                </a:lnTo>
                <a:lnTo>
                  <a:pt x="348488" y="459739"/>
                </a:lnTo>
                <a:lnTo>
                  <a:pt x="417702" y="447039"/>
                </a:lnTo>
                <a:lnTo>
                  <a:pt x="424433" y="441959"/>
                </a:lnTo>
                <a:lnTo>
                  <a:pt x="424433" y="438149"/>
                </a:lnTo>
                <a:lnTo>
                  <a:pt x="308228" y="438149"/>
                </a:lnTo>
                <a:lnTo>
                  <a:pt x="276987" y="435609"/>
                </a:lnTo>
                <a:lnTo>
                  <a:pt x="277416" y="433069"/>
                </a:lnTo>
                <a:lnTo>
                  <a:pt x="256920" y="433069"/>
                </a:lnTo>
                <a:lnTo>
                  <a:pt x="230124" y="429259"/>
                </a:lnTo>
                <a:lnTo>
                  <a:pt x="149732" y="406399"/>
                </a:lnTo>
                <a:close/>
              </a:path>
              <a:path w="589915" h="976629">
                <a:moveTo>
                  <a:pt x="417702" y="426719"/>
                </a:moveTo>
                <a:lnTo>
                  <a:pt x="413257" y="426719"/>
                </a:lnTo>
                <a:lnTo>
                  <a:pt x="377570" y="433069"/>
                </a:lnTo>
                <a:lnTo>
                  <a:pt x="344042" y="438149"/>
                </a:lnTo>
                <a:lnTo>
                  <a:pt x="424433" y="438149"/>
                </a:lnTo>
                <a:lnTo>
                  <a:pt x="424433" y="433069"/>
                </a:lnTo>
                <a:lnTo>
                  <a:pt x="419988" y="429259"/>
                </a:lnTo>
                <a:lnTo>
                  <a:pt x="417702" y="426719"/>
                </a:lnTo>
                <a:close/>
              </a:path>
              <a:path w="589915" h="976629">
                <a:moveTo>
                  <a:pt x="295849" y="335279"/>
                </a:moveTo>
                <a:lnTo>
                  <a:pt x="274700" y="335279"/>
                </a:lnTo>
                <a:lnTo>
                  <a:pt x="256920" y="433069"/>
                </a:lnTo>
                <a:lnTo>
                  <a:pt x="277416" y="433069"/>
                </a:lnTo>
                <a:lnTo>
                  <a:pt x="286003" y="382269"/>
                </a:lnTo>
                <a:lnTo>
                  <a:pt x="295849" y="335279"/>
                </a:lnTo>
                <a:close/>
              </a:path>
              <a:path w="589915" h="976629">
                <a:moveTo>
                  <a:pt x="335025" y="49529"/>
                </a:moveTo>
                <a:lnTo>
                  <a:pt x="314959" y="49529"/>
                </a:lnTo>
                <a:lnTo>
                  <a:pt x="308228" y="78739"/>
                </a:lnTo>
                <a:lnTo>
                  <a:pt x="303783" y="109219"/>
                </a:lnTo>
                <a:lnTo>
                  <a:pt x="292607" y="116839"/>
                </a:lnTo>
                <a:lnTo>
                  <a:pt x="288163" y="116839"/>
                </a:lnTo>
                <a:lnTo>
                  <a:pt x="281431" y="118109"/>
                </a:lnTo>
                <a:lnTo>
                  <a:pt x="279273" y="125729"/>
                </a:lnTo>
                <a:lnTo>
                  <a:pt x="261365" y="226059"/>
                </a:lnTo>
                <a:lnTo>
                  <a:pt x="247903" y="328929"/>
                </a:lnTo>
                <a:lnTo>
                  <a:pt x="252475" y="337819"/>
                </a:lnTo>
                <a:lnTo>
                  <a:pt x="256920" y="339089"/>
                </a:lnTo>
                <a:lnTo>
                  <a:pt x="261365" y="339089"/>
                </a:lnTo>
                <a:lnTo>
                  <a:pt x="274700" y="335279"/>
                </a:lnTo>
                <a:lnTo>
                  <a:pt x="295849" y="335279"/>
                </a:lnTo>
                <a:lnTo>
                  <a:pt x="297179" y="328929"/>
                </a:lnTo>
                <a:lnTo>
                  <a:pt x="332866" y="318769"/>
                </a:lnTo>
                <a:lnTo>
                  <a:pt x="337312" y="318769"/>
                </a:lnTo>
                <a:lnTo>
                  <a:pt x="339598" y="314959"/>
                </a:lnTo>
                <a:lnTo>
                  <a:pt x="341756" y="308609"/>
                </a:lnTo>
                <a:lnTo>
                  <a:pt x="340119" y="297179"/>
                </a:lnTo>
                <a:lnTo>
                  <a:pt x="301625" y="297179"/>
                </a:lnTo>
                <a:lnTo>
                  <a:pt x="301625" y="288289"/>
                </a:lnTo>
                <a:lnTo>
                  <a:pt x="338846" y="288289"/>
                </a:lnTo>
                <a:lnTo>
                  <a:pt x="335025" y="261619"/>
                </a:lnTo>
                <a:lnTo>
                  <a:pt x="337312" y="214629"/>
                </a:lnTo>
                <a:lnTo>
                  <a:pt x="341756" y="167639"/>
                </a:lnTo>
                <a:lnTo>
                  <a:pt x="352932" y="123189"/>
                </a:lnTo>
                <a:lnTo>
                  <a:pt x="352932" y="120649"/>
                </a:lnTo>
                <a:lnTo>
                  <a:pt x="357377" y="118109"/>
                </a:lnTo>
                <a:lnTo>
                  <a:pt x="357377" y="111759"/>
                </a:lnTo>
                <a:lnTo>
                  <a:pt x="355218" y="107949"/>
                </a:lnTo>
                <a:lnTo>
                  <a:pt x="350774" y="105409"/>
                </a:lnTo>
                <a:lnTo>
                  <a:pt x="344042" y="102869"/>
                </a:lnTo>
                <a:lnTo>
                  <a:pt x="323976" y="102869"/>
                </a:lnTo>
                <a:lnTo>
                  <a:pt x="330580" y="52069"/>
                </a:lnTo>
                <a:lnTo>
                  <a:pt x="335025" y="49529"/>
                </a:lnTo>
                <a:close/>
              </a:path>
              <a:path w="589915" h="976629">
                <a:moveTo>
                  <a:pt x="338846" y="288289"/>
                </a:moveTo>
                <a:lnTo>
                  <a:pt x="317245" y="288289"/>
                </a:lnTo>
                <a:lnTo>
                  <a:pt x="319531" y="292099"/>
                </a:lnTo>
                <a:lnTo>
                  <a:pt x="314959" y="292099"/>
                </a:lnTo>
                <a:lnTo>
                  <a:pt x="301625" y="297179"/>
                </a:lnTo>
                <a:lnTo>
                  <a:pt x="340119" y="297179"/>
                </a:lnTo>
                <a:lnTo>
                  <a:pt x="338846" y="288289"/>
                </a:lnTo>
                <a:close/>
              </a:path>
              <a:path w="589915" h="976629">
                <a:moveTo>
                  <a:pt x="317245" y="288289"/>
                </a:moveTo>
                <a:lnTo>
                  <a:pt x="301625" y="288289"/>
                </a:lnTo>
                <a:lnTo>
                  <a:pt x="306069" y="292099"/>
                </a:lnTo>
                <a:lnTo>
                  <a:pt x="314959" y="292099"/>
                </a:lnTo>
                <a:lnTo>
                  <a:pt x="317245" y="288289"/>
                </a:lnTo>
                <a:close/>
              </a:path>
              <a:path w="589915" h="976629">
                <a:moveTo>
                  <a:pt x="388746" y="34289"/>
                </a:moveTo>
                <a:lnTo>
                  <a:pt x="272541" y="34289"/>
                </a:lnTo>
                <a:lnTo>
                  <a:pt x="286003" y="36829"/>
                </a:lnTo>
                <a:lnTo>
                  <a:pt x="299338" y="40639"/>
                </a:lnTo>
                <a:lnTo>
                  <a:pt x="312800" y="45719"/>
                </a:lnTo>
                <a:lnTo>
                  <a:pt x="335025" y="45719"/>
                </a:lnTo>
                <a:lnTo>
                  <a:pt x="335025" y="43179"/>
                </a:lnTo>
                <a:lnTo>
                  <a:pt x="332866" y="40639"/>
                </a:lnTo>
                <a:lnTo>
                  <a:pt x="346328" y="38099"/>
                </a:lnTo>
                <a:lnTo>
                  <a:pt x="396421" y="38099"/>
                </a:lnTo>
                <a:lnTo>
                  <a:pt x="388746" y="34289"/>
                </a:lnTo>
                <a:close/>
              </a:path>
              <a:path w="589915" h="976629">
                <a:moveTo>
                  <a:pt x="335025" y="20319"/>
                </a:moveTo>
                <a:lnTo>
                  <a:pt x="323976" y="20319"/>
                </a:lnTo>
                <a:lnTo>
                  <a:pt x="319531" y="31749"/>
                </a:lnTo>
                <a:lnTo>
                  <a:pt x="382777" y="31749"/>
                </a:lnTo>
                <a:lnTo>
                  <a:pt x="376809" y="29209"/>
                </a:lnTo>
                <a:lnTo>
                  <a:pt x="335025" y="29209"/>
                </a:lnTo>
                <a:lnTo>
                  <a:pt x="335025" y="20319"/>
                </a:lnTo>
                <a:close/>
              </a:path>
              <a:path w="589915" h="976629">
                <a:moveTo>
                  <a:pt x="370839" y="26669"/>
                </a:moveTo>
                <a:lnTo>
                  <a:pt x="344042" y="26669"/>
                </a:lnTo>
                <a:lnTo>
                  <a:pt x="335025" y="29209"/>
                </a:lnTo>
                <a:lnTo>
                  <a:pt x="376809" y="29209"/>
                </a:lnTo>
                <a:lnTo>
                  <a:pt x="370839" y="26669"/>
                </a:lnTo>
                <a:close/>
              </a:path>
              <a:path w="589915" h="976629">
                <a:moveTo>
                  <a:pt x="373125" y="0"/>
                </a:moveTo>
                <a:lnTo>
                  <a:pt x="355218" y="0"/>
                </a:lnTo>
                <a:lnTo>
                  <a:pt x="339598" y="2539"/>
                </a:lnTo>
                <a:lnTo>
                  <a:pt x="382015" y="2539"/>
                </a:lnTo>
                <a:lnTo>
                  <a:pt x="373125" y="0"/>
                </a:lnTo>
                <a:close/>
              </a:path>
            </a:pathLst>
          </a:custGeom>
          <a:solidFill>
            <a:srgbClr val="F8F8F8"/>
          </a:solidFill>
        </p:spPr>
        <p:txBody>
          <a:bodyPr wrap="square" lIns="0" tIns="0" rIns="0" bIns="0" rtlCol="0"/>
          <a:lstStyle/>
          <a:p>
            <a:endParaRPr dirty="0"/>
          </a:p>
        </p:txBody>
      </p:sp>
      <p:grpSp>
        <p:nvGrpSpPr>
          <p:cNvPr id="18" name="object 18"/>
          <p:cNvGrpSpPr/>
          <p:nvPr/>
        </p:nvGrpSpPr>
        <p:grpSpPr>
          <a:xfrm>
            <a:off x="0" y="0"/>
            <a:ext cx="12192000" cy="6858000"/>
            <a:chOff x="0" y="0"/>
            <a:chExt cx="12192000" cy="6858000"/>
          </a:xfrm>
        </p:grpSpPr>
        <p:sp>
          <p:nvSpPr>
            <p:cNvPr id="19" name="object 19"/>
            <p:cNvSpPr/>
            <p:nvPr/>
          </p:nvSpPr>
          <p:spPr>
            <a:xfrm>
              <a:off x="3259835" y="5163439"/>
              <a:ext cx="2543555" cy="1438529"/>
            </a:xfrm>
            <a:prstGeom prst="rect">
              <a:avLst/>
            </a:prstGeom>
            <a:blipFill>
              <a:blip r:embed="rId9" cstate="print"/>
              <a:stretch>
                <a:fillRect/>
              </a:stretch>
            </a:blipFill>
          </p:spPr>
          <p:txBody>
            <a:bodyPr wrap="square" lIns="0" tIns="0" rIns="0" bIns="0" rtlCol="0"/>
            <a:lstStyle/>
            <a:p>
              <a:endParaRPr dirty="0"/>
            </a:p>
          </p:txBody>
        </p:sp>
        <p:sp>
          <p:nvSpPr>
            <p:cNvPr id="20" name="object 20"/>
            <p:cNvSpPr/>
            <p:nvPr/>
          </p:nvSpPr>
          <p:spPr>
            <a:xfrm>
              <a:off x="0" y="0"/>
              <a:ext cx="12192000" cy="6857998"/>
            </a:xfrm>
            <a:prstGeom prst="rect">
              <a:avLst/>
            </a:prstGeom>
            <a:blipFill>
              <a:blip r:embed="rId10" cstate="print"/>
              <a:stretch>
                <a:fillRect/>
              </a:stretch>
            </a:blipFill>
          </p:spPr>
          <p:txBody>
            <a:bodyPr wrap="square" lIns="0" tIns="0" rIns="0" bIns="0" rtlCol="0"/>
            <a:lstStyle/>
            <a:p>
              <a:endParaRPr dirty="0"/>
            </a:p>
          </p:txBody>
        </p:sp>
      </p:grpSp>
      <p:sp>
        <p:nvSpPr>
          <p:cNvPr id="26"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Advanced On Page SEO </a:t>
            </a:r>
            <a:r>
              <a:rPr lang="en-US" sz="3200" dirty="0" smtClean="0">
                <a:latin typeface="Palatino Linotype" panose="02040502050505030304" pitchFamily="18" charset="0"/>
                <a:cs typeface="Calibri" pitchFamily="34" charset="0"/>
              </a:rPr>
              <a:t>Workflow</a:t>
            </a:r>
            <a:endParaRPr lang="en-US" sz="3200" dirty="0">
              <a:latin typeface="Palatino Linotype" panose="02040502050505030304" pitchFamily="18" charset="0"/>
              <a:cs typeface="Calibri" pitchFamily="34" charset="0"/>
            </a:endParaRPr>
          </a:p>
        </p:txBody>
      </p:sp>
      <p:graphicFrame>
        <p:nvGraphicFramePr>
          <p:cNvPr id="23" name="object 22"/>
          <p:cNvGraphicFramePr>
            <a:graphicFrameLocks noGrp="1"/>
          </p:cNvGraphicFramePr>
          <p:nvPr>
            <p:extLst/>
          </p:nvPr>
        </p:nvGraphicFramePr>
        <p:xfrm>
          <a:off x="732182" y="1331469"/>
          <a:ext cx="9269093" cy="5270499"/>
        </p:xfrm>
        <a:graphic>
          <a:graphicData uri="http://schemas.openxmlformats.org/drawingml/2006/table">
            <a:tbl>
              <a:tblPr firstRow="1" bandRow="1">
                <a:tableStyleId>{2D5ABB26-0587-4C30-8999-92F81FD0307C}</a:tableStyleId>
              </a:tblPr>
              <a:tblGrid>
                <a:gridCol w="395605"/>
                <a:gridCol w="2610485"/>
                <a:gridCol w="3272789"/>
                <a:gridCol w="2990214"/>
              </a:tblGrid>
              <a:tr h="1128902">
                <a:tc>
                  <a:txBody>
                    <a:bodyPr/>
                    <a:lstStyle/>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spcBef>
                          <a:spcPts val="50"/>
                        </a:spcBef>
                      </a:pPr>
                      <a:endParaRPr sz="1050" dirty="0">
                        <a:latin typeface="Times New Roman"/>
                        <a:cs typeface="Times New Roman"/>
                      </a:endParaRPr>
                    </a:p>
                    <a:p>
                      <a:pPr marR="120650" algn="r">
                        <a:lnSpc>
                          <a:spcPct val="100000"/>
                        </a:lnSpc>
                      </a:pPr>
                      <a:r>
                        <a:rPr sz="1000" b="1" spc="-5" dirty="0" smtClean="0">
                          <a:solidFill>
                            <a:srgbClr val="1A232D"/>
                          </a:solidFill>
                          <a:latin typeface="Arial"/>
                          <a:cs typeface="Arial"/>
                        </a:rPr>
                        <a:t>1</a:t>
                      </a:r>
                      <a:r>
                        <a:rPr lang="en-US" sz="1000" b="1" spc="-5" dirty="0" smtClean="0">
                          <a:solidFill>
                            <a:srgbClr val="1A232D"/>
                          </a:solidFill>
                          <a:latin typeface="Arial"/>
                          <a:cs typeface="Arial"/>
                        </a:rPr>
                        <a:t>5</a:t>
                      </a:r>
                      <a:endParaRPr sz="10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nSpc>
                          <a:spcPct val="100000"/>
                        </a:lnSpc>
                        <a:spcBef>
                          <a:spcPts val="55"/>
                        </a:spcBef>
                      </a:pPr>
                      <a:r>
                        <a:rPr sz="1400" dirty="0">
                          <a:solidFill>
                            <a:srgbClr val="1A232D"/>
                          </a:solidFill>
                          <a:latin typeface="Arial"/>
                          <a:cs typeface="Arial"/>
                        </a:rPr>
                        <a:t>Checking </a:t>
                      </a:r>
                      <a:r>
                        <a:rPr sz="1400" spc="-5" dirty="0">
                          <a:solidFill>
                            <a:srgbClr val="1A232D"/>
                          </a:solidFill>
                          <a:latin typeface="Arial"/>
                          <a:cs typeface="Arial"/>
                        </a:rPr>
                        <a:t>Website</a:t>
                      </a:r>
                      <a:r>
                        <a:rPr sz="1400" spc="-90" dirty="0">
                          <a:solidFill>
                            <a:srgbClr val="1A232D"/>
                          </a:solidFill>
                          <a:latin typeface="Arial"/>
                          <a:cs typeface="Arial"/>
                        </a:rPr>
                        <a:t> </a:t>
                      </a:r>
                      <a:r>
                        <a:rPr sz="1400" dirty="0">
                          <a:solidFill>
                            <a:srgbClr val="1A232D"/>
                          </a:solidFill>
                          <a:latin typeface="Arial"/>
                          <a:cs typeface="Arial"/>
                        </a:rPr>
                        <a:t>loading</a:t>
                      </a:r>
                      <a:endParaRPr sz="1400" dirty="0">
                        <a:latin typeface="Arial"/>
                        <a:cs typeface="Arial"/>
                      </a:endParaRPr>
                    </a:p>
                    <a:p>
                      <a:pPr marL="68580">
                        <a:lnSpc>
                          <a:spcPct val="100000"/>
                        </a:lnSpc>
                        <a:spcBef>
                          <a:spcPts val="250"/>
                        </a:spcBef>
                      </a:pPr>
                      <a:r>
                        <a:rPr sz="1400" spc="-5" dirty="0">
                          <a:solidFill>
                            <a:srgbClr val="1A232D"/>
                          </a:solidFill>
                          <a:latin typeface="Arial"/>
                          <a:cs typeface="Arial"/>
                        </a:rPr>
                        <a:t>Speed</a:t>
                      </a:r>
                      <a:endParaRPr sz="14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nSpc>
                          <a:spcPct val="100000"/>
                        </a:lnSpc>
                        <a:spcBef>
                          <a:spcPts val="55"/>
                        </a:spcBef>
                      </a:pPr>
                      <a:r>
                        <a:rPr sz="1400" dirty="0">
                          <a:solidFill>
                            <a:srgbClr val="1A232D"/>
                          </a:solidFill>
                          <a:latin typeface="Arial"/>
                          <a:cs typeface="Arial"/>
                        </a:rPr>
                        <a:t>Checking number of images into</a:t>
                      </a:r>
                      <a:r>
                        <a:rPr sz="1400" spc="-160" dirty="0">
                          <a:solidFill>
                            <a:srgbClr val="1A232D"/>
                          </a:solidFill>
                          <a:latin typeface="Arial"/>
                          <a:cs typeface="Arial"/>
                        </a:rPr>
                        <a:t> </a:t>
                      </a:r>
                      <a:r>
                        <a:rPr sz="1400" dirty="0">
                          <a:solidFill>
                            <a:srgbClr val="1A232D"/>
                          </a:solidFill>
                          <a:latin typeface="Arial"/>
                          <a:cs typeface="Arial"/>
                        </a:rPr>
                        <a:t>the</a:t>
                      </a:r>
                      <a:endParaRPr sz="1400" dirty="0">
                        <a:latin typeface="Arial"/>
                        <a:cs typeface="Arial"/>
                      </a:endParaRPr>
                    </a:p>
                    <a:p>
                      <a:pPr marL="68580" marR="226060">
                        <a:lnSpc>
                          <a:spcPct val="114999"/>
                        </a:lnSpc>
                      </a:pPr>
                      <a:r>
                        <a:rPr sz="1400" spc="-5" dirty="0">
                          <a:solidFill>
                            <a:srgbClr val="1A232D"/>
                          </a:solidFill>
                          <a:latin typeface="Arial"/>
                          <a:cs typeface="Arial"/>
                        </a:rPr>
                        <a:t>website </a:t>
                      </a:r>
                      <a:r>
                        <a:rPr sz="1400" dirty="0">
                          <a:solidFill>
                            <a:srgbClr val="1A232D"/>
                          </a:solidFill>
                          <a:latin typeface="Arial"/>
                          <a:cs typeface="Arial"/>
                        </a:rPr>
                        <a:t>as </a:t>
                      </a:r>
                      <a:r>
                        <a:rPr sz="1400" spc="-5" dirty="0">
                          <a:solidFill>
                            <a:srgbClr val="1A232D"/>
                          </a:solidFill>
                          <a:latin typeface="Arial"/>
                          <a:cs typeface="Arial"/>
                        </a:rPr>
                        <a:t>well </a:t>
                      </a:r>
                      <a:r>
                        <a:rPr sz="1400" dirty="0">
                          <a:solidFill>
                            <a:srgbClr val="1A232D"/>
                          </a:solidFill>
                          <a:latin typeface="Arial"/>
                          <a:cs typeface="Arial"/>
                        </a:rPr>
                        <a:t>as any other</a:t>
                      </a:r>
                      <a:r>
                        <a:rPr sz="1400" spc="-110" dirty="0">
                          <a:solidFill>
                            <a:srgbClr val="1A232D"/>
                          </a:solidFill>
                          <a:latin typeface="Arial"/>
                          <a:cs typeface="Arial"/>
                        </a:rPr>
                        <a:t> </a:t>
                      </a:r>
                      <a:r>
                        <a:rPr sz="1400" dirty="0">
                          <a:solidFill>
                            <a:srgbClr val="1A232D"/>
                          </a:solidFill>
                          <a:latin typeface="Arial"/>
                          <a:cs typeface="Arial"/>
                        </a:rPr>
                        <a:t>technical  issue that is </a:t>
                      </a:r>
                      <a:r>
                        <a:rPr sz="1400" spc="-5" dirty="0">
                          <a:solidFill>
                            <a:srgbClr val="1A232D"/>
                          </a:solidFill>
                          <a:latin typeface="Arial"/>
                          <a:cs typeface="Arial"/>
                        </a:rPr>
                        <a:t>preventing </a:t>
                      </a:r>
                      <a:r>
                        <a:rPr sz="1400" dirty="0">
                          <a:solidFill>
                            <a:srgbClr val="1A232D"/>
                          </a:solidFill>
                          <a:latin typeface="Arial"/>
                          <a:cs typeface="Arial"/>
                        </a:rPr>
                        <a:t>to increase  </a:t>
                      </a:r>
                      <a:r>
                        <a:rPr sz="1400" spc="-5" dirty="0">
                          <a:solidFill>
                            <a:srgbClr val="1A232D"/>
                          </a:solidFill>
                          <a:latin typeface="Arial"/>
                          <a:cs typeface="Arial"/>
                        </a:rPr>
                        <a:t>website </a:t>
                      </a:r>
                      <a:r>
                        <a:rPr sz="1400" dirty="0">
                          <a:solidFill>
                            <a:srgbClr val="1A232D"/>
                          </a:solidFill>
                          <a:latin typeface="Arial"/>
                          <a:cs typeface="Arial"/>
                        </a:rPr>
                        <a:t>loading</a:t>
                      </a:r>
                      <a:r>
                        <a:rPr sz="1400" spc="-55" dirty="0">
                          <a:solidFill>
                            <a:srgbClr val="1A232D"/>
                          </a:solidFill>
                          <a:latin typeface="Arial"/>
                          <a:cs typeface="Arial"/>
                        </a:rPr>
                        <a:t> </a:t>
                      </a:r>
                      <a:r>
                        <a:rPr sz="1400" dirty="0">
                          <a:solidFill>
                            <a:srgbClr val="1A232D"/>
                          </a:solidFill>
                          <a:latin typeface="Arial"/>
                          <a:cs typeface="Arial"/>
                        </a:rPr>
                        <a:t>speed.</a:t>
                      </a:r>
                      <a:endParaRPr sz="14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marR="144780">
                        <a:lnSpc>
                          <a:spcPct val="115100"/>
                        </a:lnSpc>
                        <a:spcBef>
                          <a:spcPts val="380"/>
                        </a:spcBef>
                      </a:pPr>
                      <a:r>
                        <a:rPr sz="1400" spc="-5" dirty="0">
                          <a:solidFill>
                            <a:srgbClr val="1A232D"/>
                          </a:solidFill>
                          <a:latin typeface="Arial"/>
                          <a:cs typeface="Arial"/>
                        </a:rPr>
                        <a:t>Website </a:t>
                      </a:r>
                      <a:r>
                        <a:rPr sz="1400" dirty="0">
                          <a:solidFill>
                            <a:srgbClr val="1A232D"/>
                          </a:solidFill>
                          <a:latin typeface="Arial"/>
                          <a:cs typeface="Arial"/>
                        </a:rPr>
                        <a:t>loading speed is </a:t>
                      </a:r>
                      <a:r>
                        <a:rPr sz="1400" spc="-5" dirty="0">
                          <a:solidFill>
                            <a:srgbClr val="1A232D"/>
                          </a:solidFill>
                          <a:latin typeface="Arial"/>
                          <a:cs typeface="Arial"/>
                        </a:rPr>
                        <a:t>very  </a:t>
                      </a:r>
                      <a:r>
                        <a:rPr sz="1400" dirty="0">
                          <a:solidFill>
                            <a:srgbClr val="1A232D"/>
                          </a:solidFill>
                          <a:latin typeface="Arial"/>
                          <a:cs typeface="Arial"/>
                        </a:rPr>
                        <a:t>important for </a:t>
                      </a:r>
                      <a:r>
                        <a:rPr sz="1400" spc="-5" dirty="0">
                          <a:solidFill>
                            <a:srgbClr val="1A232D"/>
                          </a:solidFill>
                          <a:latin typeface="Arial"/>
                          <a:cs typeface="Arial"/>
                        </a:rPr>
                        <a:t>User </a:t>
                      </a:r>
                      <a:r>
                        <a:rPr sz="1400" dirty="0">
                          <a:solidFill>
                            <a:srgbClr val="1A232D"/>
                          </a:solidFill>
                          <a:latin typeface="Arial"/>
                          <a:cs typeface="Arial"/>
                        </a:rPr>
                        <a:t>access of the</a:t>
                      </a:r>
                      <a:r>
                        <a:rPr sz="1400" spc="-204" dirty="0">
                          <a:solidFill>
                            <a:srgbClr val="1A232D"/>
                          </a:solidFill>
                          <a:latin typeface="Arial"/>
                          <a:cs typeface="Arial"/>
                        </a:rPr>
                        <a:t> </a:t>
                      </a:r>
                      <a:r>
                        <a:rPr sz="1400" dirty="0">
                          <a:solidFill>
                            <a:srgbClr val="1A232D"/>
                          </a:solidFill>
                          <a:latin typeface="Arial"/>
                          <a:cs typeface="Arial"/>
                        </a:rPr>
                        <a:t>site  as </a:t>
                      </a:r>
                      <a:r>
                        <a:rPr sz="1400" spc="-5" dirty="0">
                          <a:solidFill>
                            <a:srgbClr val="1A232D"/>
                          </a:solidFill>
                          <a:latin typeface="Arial"/>
                          <a:cs typeface="Arial"/>
                        </a:rPr>
                        <a:t>well </a:t>
                      </a:r>
                      <a:r>
                        <a:rPr sz="1400" dirty="0">
                          <a:solidFill>
                            <a:srgbClr val="1A232D"/>
                          </a:solidFill>
                          <a:latin typeface="Arial"/>
                          <a:cs typeface="Arial"/>
                        </a:rPr>
                        <a:t>as Search engine  </a:t>
                      </a:r>
                      <a:r>
                        <a:rPr sz="1400" spc="-5" dirty="0">
                          <a:solidFill>
                            <a:srgbClr val="1A232D"/>
                          </a:solidFill>
                          <a:latin typeface="Arial"/>
                          <a:cs typeface="Arial"/>
                        </a:rPr>
                        <a:t>Optimization.</a:t>
                      </a:r>
                      <a:endParaRPr sz="1400" dirty="0">
                        <a:latin typeface="Arial"/>
                        <a:cs typeface="Arial"/>
                      </a:endParaRPr>
                    </a:p>
                  </a:txBody>
                  <a:tcPr marL="0" marR="0" marT="4826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1357503">
                <a:tc>
                  <a:txBody>
                    <a:bodyPr/>
                    <a:lstStyle/>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marR="120650" algn="r">
                        <a:lnSpc>
                          <a:spcPct val="100000"/>
                        </a:lnSpc>
                        <a:spcBef>
                          <a:spcPts val="894"/>
                        </a:spcBef>
                      </a:pPr>
                      <a:r>
                        <a:rPr sz="1000" b="1" spc="-5" dirty="0" smtClean="0">
                          <a:solidFill>
                            <a:srgbClr val="1A232D"/>
                          </a:solidFill>
                          <a:latin typeface="Arial"/>
                          <a:cs typeface="Arial"/>
                        </a:rPr>
                        <a:t>1</a:t>
                      </a:r>
                      <a:r>
                        <a:rPr lang="en-US" sz="1000" b="1" spc="-5" dirty="0" smtClean="0">
                          <a:solidFill>
                            <a:srgbClr val="1A232D"/>
                          </a:solidFill>
                          <a:latin typeface="Arial"/>
                          <a:cs typeface="Arial"/>
                        </a:rPr>
                        <a:t>6</a:t>
                      </a:r>
                      <a:endParaRPr sz="10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8580">
                        <a:lnSpc>
                          <a:spcPct val="100000"/>
                        </a:lnSpc>
                        <a:spcBef>
                          <a:spcPts val="55"/>
                        </a:spcBef>
                      </a:pPr>
                      <a:r>
                        <a:rPr sz="1400" dirty="0">
                          <a:solidFill>
                            <a:srgbClr val="1A232D"/>
                          </a:solidFill>
                          <a:latin typeface="Arial"/>
                          <a:cs typeface="Arial"/>
                        </a:rPr>
                        <a:t>Google </a:t>
                      </a:r>
                      <a:r>
                        <a:rPr sz="1400" spc="-5" dirty="0">
                          <a:solidFill>
                            <a:srgbClr val="1A232D"/>
                          </a:solidFill>
                          <a:latin typeface="Arial"/>
                          <a:cs typeface="Arial"/>
                        </a:rPr>
                        <a:t>Analytics</a:t>
                      </a:r>
                      <a:r>
                        <a:rPr sz="1400" spc="-125" dirty="0">
                          <a:solidFill>
                            <a:srgbClr val="1A232D"/>
                          </a:solidFill>
                          <a:latin typeface="Arial"/>
                          <a:cs typeface="Arial"/>
                        </a:rPr>
                        <a:t> </a:t>
                      </a:r>
                      <a:r>
                        <a:rPr sz="1400" dirty="0">
                          <a:solidFill>
                            <a:srgbClr val="1A232D"/>
                          </a:solidFill>
                          <a:latin typeface="Arial"/>
                          <a:cs typeface="Arial"/>
                        </a:rPr>
                        <a:t>code</a:t>
                      </a:r>
                      <a:endParaRPr sz="1400" dirty="0">
                        <a:latin typeface="Arial"/>
                        <a:cs typeface="Arial"/>
                      </a:endParaRPr>
                    </a:p>
                    <a:p>
                      <a:pPr marL="68580">
                        <a:lnSpc>
                          <a:spcPct val="100000"/>
                        </a:lnSpc>
                        <a:spcBef>
                          <a:spcPts val="250"/>
                        </a:spcBef>
                      </a:pPr>
                      <a:r>
                        <a:rPr sz="1400" dirty="0">
                          <a:solidFill>
                            <a:srgbClr val="1A232D"/>
                          </a:solidFill>
                          <a:latin typeface="Arial"/>
                          <a:cs typeface="Arial"/>
                        </a:rPr>
                        <a:t>Installation for</a:t>
                      </a:r>
                      <a:r>
                        <a:rPr sz="1400" spc="-110" dirty="0">
                          <a:solidFill>
                            <a:srgbClr val="1A232D"/>
                          </a:solidFill>
                          <a:latin typeface="Arial"/>
                          <a:cs typeface="Arial"/>
                        </a:rPr>
                        <a:t> </a:t>
                      </a:r>
                      <a:r>
                        <a:rPr sz="1400" spc="-5" dirty="0">
                          <a:solidFill>
                            <a:srgbClr val="1A232D"/>
                          </a:solidFill>
                          <a:latin typeface="Arial"/>
                          <a:cs typeface="Arial"/>
                        </a:rPr>
                        <a:t>Tracking</a:t>
                      </a:r>
                      <a:endParaRPr sz="14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8580" algn="just">
                        <a:lnSpc>
                          <a:spcPct val="100000"/>
                        </a:lnSpc>
                        <a:spcBef>
                          <a:spcPts val="55"/>
                        </a:spcBef>
                      </a:pPr>
                      <a:r>
                        <a:rPr sz="1400" dirty="0">
                          <a:solidFill>
                            <a:srgbClr val="1A232D"/>
                          </a:solidFill>
                          <a:latin typeface="Arial"/>
                          <a:cs typeface="Arial"/>
                        </a:rPr>
                        <a:t>It is a </a:t>
                      </a:r>
                      <a:r>
                        <a:rPr sz="1400" spc="-5" dirty="0">
                          <a:solidFill>
                            <a:srgbClr val="1A232D"/>
                          </a:solidFill>
                          <a:latin typeface="Arial"/>
                          <a:cs typeface="Arial"/>
                        </a:rPr>
                        <a:t>most </a:t>
                      </a:r>
                      <a:r>
                        <a:rPr sz="1400" dirty="0">
                          <a:solidFill>
                            <a:srgbClr val="1A232D"/>
                          </a:solidFill>
                          <a:latin typeface="Arial"/>
                          <a:cs typeface="Arial"/>
                        </a:rPr>
                        <a:t>popular free </a:t>
                      </a:r>
                      <a:r>
                        <a:rPr sz="1400" spc="-5" dirty="0">
                          <a:solidFill>
                            <a:srgbClr val="1A232D"/>
                          </a:solidFill>
                          <a:latin typeface="Arial"/>
                          <a:cs typeface="Arial"/>
                        </a:rPr>
                        <a:t>web</a:t>
                      </a:r>
                      <a:r>
                        <a:rPr sz="1400" spc="-125" dirty="0">
                          <a:solidFill>
                            <a:srgbClr val="1A232D"/>
                          </a:solidFill>
                          <a:latin typeface="Arial"/>
                          <a:cs typeface="Arial"/>
                        </a:rPr>
                        <a:t> </a:t>
                      </a:r>
                      <a:r>
                        <a:rPr sz="1400" spc="-5" dirty="0">
                          <a:solidFill>
                            <a:srgbClr val="1A232D"/>
                          </a:solidFill>
                          <a:latin typeface="Arial"/>
                          <a:cs typeface="Arial"/>
                        </a:rPr>
                        <a:t>analytics</a:t>
                      </a:r>
                      <a:endParaRPr sz="1400" dirty="0">
                        <a:latin typeface="Arial"/>
                        <a:cs typeface="Arial"/>
                      </a:endParaRPr>
                    </a:p>
                    <a:p>
                      <a:pPr marL="68580" marR="147320" algn="just">
                        <a:lnSpc>
                          <a:spcPct val="114999"/>
                        </a:lnSpc>
                      </a:pPr>
                      <a:r>
                        <a:rPr sz="1400" dirty="0">
                          <a:solidFill>
                            <a:srgbClr val="1A232D"/>
                          </a:solidFill>
                          <a:latin typeface="Arial"/>
                          <a:cs typeface="Arial"/>
                        </a:rPr>
                        <a:t>tool and the </a:t>
                      </a:r>
                      <a:r>
                        <a:rPr sz="1400" spc="-5" dirty="0">
                          <a:solidFill>
                            <a:srgbClr val="1A232D"/>
                          </a:solidFill>
                          <a:latin typeface="Arial"/>
                          <a:cs typeface="Arial"/>
                        </a:rPr>
                        <a:t>works </a:t>
                      </a:r>
                      <a:r>
                        <a:rPr sz="1400" dirty="0">
                          <a:solidFill>
                            <a:srgbClr val="1A232D"/>
                          </a:solidFill>
                          <a:latin typeface="Arial"/>
                          <a:cs typeface="Arial"/>
                        </a:rPr>
                        <a:t>includes setting the  Google </a:t>
                      </a:r>
                      <a:r>
                        <a:rPr sz="1400" spc="-5" dirty="0">
                          <a:solidFill>
                            <a:srgbClr val="1A232D"/>
                          </a:solidFill>
                          <a:latin typeface="Arial"/>
                          <a:cs typeface="Arial"/>
                        </a:rPr>
                        <a:t>analytics </a:t>
                      </a:r>
                      <a:r>
                        <a:rPr sz="1400" dirty="0">
                          <a:solidFill>
                            <a:srgbClr val="1A232D"/>
                          </a:solidFill>
                          <a:latin typeface="Arial"/>
                          <a:cs typeface="Arial"/>
                        </a:rPr>
                        <a:t>code and registering  in the account. It also includes</a:t>
                      </a:r>
                      <a:r>
                        <a:rPr sz="1400" spc="-180" dirty="0">
                          <a:solidFill>
                            <a:srgbClr val="1A232D"/>
                          </a:solidFill>
                          <a:latin typeface="Arial"/>
                          <a:cs typeface="Arial"/>
                        </a:rPr>
                        <a:t> </a:t>
                      </a:r>
                      <a:r>
                        <a:rPr sz="1400" dirty="0">
                          <a:solidFill>
                            <a:srgbClr val="1A232D"/>
                          </a:solidFill>
                          <a:latin typeface="Arial"/>
                          <a:cs typeface="Arial"/>
                        </a:rPr>
                        <a:t>tracking  the </a:t>
                      </a:r>
                      <a:r>
                        <a:rPr sz="1400" spc="-5" dirty="0">
                          <a:solidFill>
                            <a:srgbClr val="1A232D"/>
                          </a:solidFill>
                          <a:latin typeface="Arial"/>
                          <a:cs typeface="Arial"/>
                        </a:rPr>
                        <a:t>traffic</a:t>
                      </a:r>
                      <a:r>
                        <a:rPr sz="1400" spc="-75" dirty="0">
                          <a:solidFill>
                            <a:srgbClr val="1A232D"/>
                          </a:solidFill>
                          <a:latin typeface="Arial"/>
                          <a:cs typeface="Arial"/>
                        </a:rPr>
                        <a:t> </a:t>
                      </a:r>
                      <a:r>
                        <a:rPr sz="1400" spc="-5" dirty="0">
                          <a:solidFill>
                            <a:srgbClr val="1A232D"/>
                          </a:solidFill>
                          <a:latin typeface="Arial"/>
                          <a:cs typeface="Arial"/>
                        </a:rPr>
                        <a:t>statistics.</a:t>
                      </a:r>
                      <a:endParaRPr sz="14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35" marR="35560">
                        <a:lnSpc>
                          <a:spcPct val="115100"/>
                        </a:lnSpc>
                        <a:spcBef>
                          <a:spcPts val="1280"/>
                        </a:spcBef>
                      </a:pPr>
                      <a:r>
                        <a:rPr sz="1400" dirty="0">
                          <a:solidFill>
                            <a:srgbClr val="1A232D"/>
                          </a:solidFill>
                          <a:latin typeface="Arial"/>
                          <a:cs typeface="Arial"/>
                        </a:rPr>
                        <a:t>It is important to track the </a:t>
                      </a:r>
                      <a:r>
                        <a:rPr sz="1400" spc="-5" dirty="0">
                          <a:solidFill>
                            <a:srgbClr val="1A232D"/>
                          </a:solidFill>
                          <a:latin typeface="Arial"/>
                          <a:cs typeface="Arial"/>
                        </a:rPr>
                        <a:t>visitors,  advertising ROI </a:t>
                      </a:r>
                      <a:r>
                        <a:rPr sz="1400" dirty="0">
                          <a:solidFill>
                            <a:srgbClr val="1A232D"/>
                          </a:solidFill>
                          <a:latin typeface="Arial"/>
                          <a:cs typeface="Arial"/>
                        </a:rPr>
                        <a:t>and other statistics</a:t>
                      </a:r>
                      <a:r>
                        <a:rPr sz="1400" spc="-150" dirty="0">
                          <a:solidFill>
                            <a:srgbClr val="1A232D"/>
                          </a:solidFill>
                          <a:latin typeface="Arial"/>
                          <a:cs typeface="Arial"/>
                        </a:rPr>
                        <a:t> </a:t>
                      </a:r>
                      <a:r>
                        <a:rPr sz="1400" dirty="0">
                          <a:solidFill>
                            <a:srgbClr val="1A232D"/>
                          </a:solidFill>
                          <a:latin typeface="Arial"/>
                          <a:cs typeface="Arial"/>
                        </a:rPr>
                        <a:t>to  measure the business and setting</a:t>
                      </a:r>
                      <a:r>
                        <a:rPr sz="1400" spc="-200" dirty="0">
                          <a:solidFill>
                            <a:srgbClr val="1A232D"/>
                          </a:solidFill>
                          <a:latin typeface="Arial"/>
                          <a:cs typeface="Arial"/>
                        </a:rPr>
                        <a:t> </a:t>
                      </a:r>
                      <a:r>
                        <a:rPr sz="1400" dirty="0">
                          <a:solidFill>
                            <a:srgbClr val="1A232D"/>
                          </a:solidFill>
                          <a:latin typeface="Arial"/>
                          <a:cs typeface="Arial"/>
                        </a:rPr>
                        <a:t>the  future</a:t>
                      </a:r>
                      <a:r>
                        <a:rPr sz="1400" spc="-50" dirty="0">
                          <a:solidFill>
                            <a:srgbClr val="1A232D"/>
                          </a:solidFill>
                          <a:latin typeface="Arial"/>
                          <a:cs typeface="Arial"/>
                        </a:rPr>
                        <a:t> </a:t>
                      </a:r>
                      <a:r>
                        <a:rPr sz="1400" dirty="0">
                          <a:solidFill>
                            <a:srgbClr val="1A232D"/>
                          </a:solidFill>
                          <a:latin typeface="Arial"/>
                          <a:cs typeface="Arial"/>
                        </a:rPr>
                        <a:t>plans.</a:t>
                      </a:r>
                      <a:endParaRPr sz="1400" dirty="0">
                        <a:latin typeface="Arial"/>
                        <a:cs typeface="Arial"/>
                      </a:endParaRPr>
                    </a:p>
                  </a:txBody>
                  <a:tcPr marL="0" marR="0" marT="16256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r h="1815084">
                <a:tc>
                  <a:txBody>
                    <a:bodyPr/>
                    <a:lstStyle/>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spcBef>
                          <a:spcPts val="55"/>
                        </a:spcBef>
                      </a:pPr>
                      <a:endParaRPr sz="1200" dirty="0">
                        <a:latin typeface="Times New Roman"/>
                        <a:cs typeface="Times New Roman"/>
                      </a:endParaRPr>
                    </a:p>
                    <a:p>
                      <a:pPr marR="120650" algn="r">
                        <a:lnSpc>
                          <a:spcPct val="100000"/>
                        </a:lnSpc>
                      </a:pPr>
                      <a:r>
                        <a:rPr sz="1000" b="1" spc="-5" dirty="0" smtClean="0">
                          <a:solidFill>
                            <a:srgbClr val="1A232D"/>
                          </a:solidFill>
                          <a:latin typeface="Arial"/>
                          <a:cs typeface="Arial"/>
                        </a:rPr>
                        <a:t>1</a:t>
                      </a:r>
                      <a:r>
                        <a:rPr lang="en-US" sz="1000" b="1" spc="-5" dirty="0" smtClean="0">
                          <a:solidFill>
                            <a:srgbClr val="1A232D"/>
                          </a:solidFill>
                          <a:latin typeface="Arial"/>
                          <a:cs typeface="Arial"/>
                        </a:rPr>
                        <a:t>7</a:t>
                      </a:r>
                      <a:endParaRPr sz="10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nSpc>
                          <a:spcPct val="100000"/>
                        </a:lnSpc>
                        <a:spcBef>
                          <a:spcPts val="60"/>
                        </a:spcBef>
                      </a:pPr>
                      <a:r>
                        <a:rPr sz="1400" spc="-5" dirty="0">
                          <a:solidFill>
                            <a:srgbClr val="1A232D"/>
                          </a:solidFill>
                          <a:latin typeface="Arial"/>
                          <a:cs typeface="Arial"/>
                        </a:rPr>
                        <a:t>URL </a:t>
                      </a:r>
                      <a:r>
                        <a:rPr sz="1400" dirty="0">
                          <a:solidFill>
                            <a:srgbClr val="1A232D"/>
                          </a:solidFill>
                          <a:latin typeface="Arial"/>
                          <a:cs typeface="Arial"/>
                        </a:rPr>
                        <a:t>Canonicalization</a:t>
                      </a:r>
                      <a:r>
                        <a:rPr sz="1400" spc="-110" dirty="0">
                          <a:solidFill>
                            <a:srgbClr val="1A232D"/>
                          </a:solidFill>
                          <a:latin typeface="Arial"/>
                          <a:cs typeface="Arial"/>
                        </a:rPr>
                        <a:t> </a:t>
                      </a:r>
                      <a:r>
                        <a:rPr sz="1400" dirty="0">
                          <a:solidFill>
                            <a:srgbClr val="1A232D"/>
                          </a:solidFill>
                          <a:latin typeface="Arial"/>
                          <a:cs typeface="Arial"/>
                        </a:rPr>
                        <a:t>and</a:t>
                      </a:r>
                      <a:endParaRPr sz="1400" dirty="0">
                        <a:latin typeface="Arial"/>
                        <a:cs typeface="Arial"/>
                      </a:endParaRPr>
                    </a:p>
                    <a:p>
                      <a:pPr marL="68580">
                        <a:lnSpc>
                          <a:spcPct val="100000"/>
                        </a:lnSpc>
                        <a:spcBef>
                          <a:spcPts val="250"/>
                        </a:spcBef>
                      </a:pPr>
                      <a:r>
                        <a:rPr sz="1400" spc="-5" dirty="0">
                          <a:solidFill>
                            <a:srgbClr val="1A232D"/>
                          </a:solidFill>
                          <a:latin typeface="Arial"/>
                          <a:cs typeface="Arial"/>
                        </a:rPr>
                        <a:t>Rewriting </a:t>
                      </a:r>
                      <a:r>
                        <a:rPr sz="1400" dirty="0">
                          <a:solidFill>
                            <a:srgbClr val="1A232D"/>
                          </a:solidFill>
                          <a:latin typeface="Arial"/>
                          <a:cs typeface="Arial"/>
                        </a:rPr>
                        <a:t>if</a:t>
                      </a:r>
                      <a:r>
                        <a:rPr sz="1400" spc="-30" dirty="0">
                          <a:solidFill>
                            <a:srgbClr val="1A232D"/>
                          </a:solidFill>
                          <a:latin typeface="Arial"/>
                          <a:cs typeface="Arial"/>
                        </a:rPr>
                        <a:t> </a:t>
                      </a:r>
                      <a:r>
                        <a:rPr sz="1400" dirty="0">
                          <a:solidFill>
                            <a:srgbClr val="1A232D"/>
                          </a:solidFill>
                          <a:latin typeface="Arial"/>
                          <a:cs typeface="Arial"/>
                        </a:rPr>
                        <a:t>necessary</a:t>
                      </a:r>
                      <a:endParaRPr sz="14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nSpc>
                          <a:spcPct val="100000"/>
                        </a:lnSpc>
                        <a:spcBef>
                          <a:spcPts val="60"/>
                        </a:spcBef>
                      </a:pPr>
                      <a:r>
                        <a:rPr sz="1400" spc="-5" dirty="0">
                          <a:solidFill>
                            <a:srgbClr val="1A232D"/>
                          </a:solidFill>
                          <a:latin typeface="Arial"/>
                          <a:cs typeface="Arial"/>
                        </a:rPr>
                        <a:t>This </a:t>
                      </a:r>
                      <a:r>
                        <a:rPr sz="1400" dirty="0">
                          <a:solidFill>
                            <a:srgbClr val="1A232D"/>
                          </a:solidFill>
                          <a:latin typeface="Arial"/>
                          <a:cs typeface="Arial"/>
                        </a:rPr>
                        <a:t>means there should </a:t>
                      </a:r>
                      <a:r>
                        <a:rPr sz="1400" spc="-5" dirty="0">
                          <a:solidFill>
                            <a:srgbClr val="1A232D"/>
                          </a:solidFill>
                          <a:latin typeface="Arial"/>
                          <a:cs typeface="Arial"/>
                        </a:rPr>
                        <a:t>always</a:t>
                      </a:r>
                      <a:r>
                        <a:rPr sz="1400" spc="-110" dirty="0">
                          <a:solidFill>
                            <a:srgbClr val="1A232D"/>
                          </a:solidFill>
                          <a:latin typeface="Arial"/>
                          <a:cs typeface="Arial"/>
                        </a:rPr>
                        <a:t> </a:t>
                      </a:r>
                      <a:r>
                        <a:rPr sz="1400" dirty="0">
                          <a:solidFill>
                            <a:srgbClr val="1A232D"/>
                          </a:solidFill>
                          <a:latin typeface="Arial"/>
                          <a:cs typeface="Arial"/>
                        </a:rPr>
                        <a:t>be</a:t>
                      </a:r>
                      <a:endParaRPr sz="1400" dirty="0">
                        <a:latin typeface="Arial"/>
                        <a:cs typeface="Arial"/>
                      </a:endParaRPr>
                    </a:p>
                    <a:p>
                      <a:pPr marL="68580" marR="101600">
                        <a:lnSpc>
                          <a:spcPct val="114999"/>
                        </a:lnSpc>
                      </a:pPr>
                      <a:r>
                        <a:rPr sz="1400" spc="-15" dirty="0">
                          <a:solidFill>
                            <a:srgbClr val="1A232D"/>
                          </a:solidFill>
                          <a:latin typeface="Arial"/>
                          <a:cs typeface="Arial"/>
                        </a:rPr>
                        <a:t>www </a:t>
                      </a:r>
                      <a:r>
                        <a:rPr sz="1400" dirty="0">
                          <a:solidFill>
                            <a:srgbClr val="1A232D"/>
                          </a:solidFill>
                          <a:latin typeface="Arial"/>
                          <a:cs typeface="Arial"/>
                        </a:rPr>
                        <a:t>(not </a:t>
                      </a:r>
                      <a:r>
                        <a:rPr sz="1400" spc="-5" dirty="0">
                          <a:solidFill>
                            <a:srgbClr val="1A232D"/>
                          </a:solidFill>
                          <a:latin typeface="Arial"/>
                          <a:cs typeface="Arial"/>
                        </a:rPr>
                        <a:t>http://) come </a:t>
                      </a:r>
                      <a:r>
                        <a:rPr sz="1400" dirty="0">
                          <a:solidFill>
                            <a:srgbClr val="1A232D"/>
                          </a:solidFill>
                          <a:latin typeface="Arial"/>
                          <a:cs typeface="Arial"/>
                        </a:rPr>
                        <a:t>in the </a:t>
                      </a:r>
                      <a:r>
                        <a:rPr sz="1400" spc="-5" dirty="0">
                          <a:solidFill>
                            <a:srgbClr val="1A232D"/>
                          </a:solidFill>
                          <a:latin typeface="Arial"/>
                          <a:cs typeface="Arial"/>
                        </a:rPr>
                        <a:t>URL  whenever </a:t>
                      </a:r>
                      <a:r>
                        <a:rPr sz="1400" dirty="0">
                          <a:solidFill>
                            <a:srgbClr val="1A232D"/>
                          </a:solidFill>
                          <a:latin typeface="Arial"/>
                          <a:cs typeface="Arial"/>
                        </a:rPr>
                        <a:t>a somebody click on any link  or </a:t>
                      </a:r>
                      <a:r>
                        <a:rPr sz="1400" spc="-5" dirty="0">
                          <a:solidFill>
                            <a:srgbClr val="1A232D"/>
                          </a:solidFill>
                          <a:latin typeface="Arial"/>
                          <a:cs typeface="Arial"/>
                        </a:rPr>
                        <a:t>type </a:t>
                      </a:r>
                      <a:r>
                        <a:rPr sz="1400" dirty="0">
                          <a:solidFill>
                            <a:srgbClr val="1A232D"/>
                          </a:solidFill>
                          <a:latin typeface="Arial"/>
                          <a:cs typeface="Arial"/>
                        </a:rPr>
                        <a:t>that. And </a:t>
                      </a:r>
                      <a:r>
                        <a:rPr sz="1400" spc="-5" dirty="0">
                          <a:solidFill>
                            <a:srgbClr val="1A232D"/>
                          </a:solidFill>
                          <a:latin typeface="Arial"/>
                          <a:cs typeface="Arial"/>
                        </a:rPr>
                        <a:t>URL rewriting </a:t>
                      </a:r>
                      <a:r>
                        <a:rPr sz="1400" dirty="0">
                          <a:solidFill>
                            <a:srgbClr val="1A232D"/>
                          </a:solidFill>
                          <a:latin typeface="Arial"/>
                          <a:cs typeface="Arial"/>
                        </a:rPr>
                        <a:t>means  to add the </a:t>
                      </a:r>
                      <a:r>
                        <a:rPr sz="1400" spc="-5" dirty="0">
                          <a:solidFill>
                            <a:srgbClr val="1A232D"/>
                          </a:solidFill>
                          <a:latin typeface="Arial"/>
                          <a:cs typeface="Arial"/>
                        </a:rPr>
                        <a:t>main keywords </a:t>
                      </a:r>
                      <a:r>
                        <a:rPr sz="1400" dirty="0">
                          <a:solidFill>
                            <a:srgbClr val="1A232D"/>
                          </a:solidFill>
                          <a:latin typeface="Arial"/>
                          <a:cs typeface="Arial"/>
                        </a:rPr>
                        <a:t>into the</a:t>
                      </a:r>
                      <a:r>
                        <a:rPr sz="1400" spc="-150" dirty="0">
                          <a:solidFill>
                            <a:srgbClr val="1A232D"/>
                          </a:solidFill>
                          <a:latin typeface="Arial"/>
                          <a:cs typeface="Arial"/>
                        </a:rPr>
                        <a:t> </a:t>
                      </a:r>
                      <a:r>
                        <a:rPr sz="1400" dirty="0">
                          <a:solidFill>
                            <a:srgbClr val="1A232D"/>
                          </a:solidFill>
                          <a:latin typeface="Arial"/>
                          <a:cs typeface="Arial"/>
                        </a:rPr>
                        <a:t>page  </a:t>
                      </a:r>
                      <a:r>
                        <a:rPr sz="1400" spc="-5" dirty="0">
                          <a:solidFill>
                            <a:srgbClr val="1A232D"/>
                          </a:solidFill>
                          <a:latin typeface="Arial"/>
                          <a:cs typeface="Arial"/>
                        </a:rPr>
                        <a:t>URL </a:t>
                      </a:r>
                      <a:r>
                        <a:rPr sz="1400" dirty="0">
                          <a:solidFill>
                            <a:srgbClr val="1A232D"/>
                          </a:solidFill>
                          <a:latin typeface="Arial"/>
                          <a:cs typeface="Arial"/>
                        </a:rPr>
                        <a:t>according to the subject of the  particular</a:t>
                      </a:r>
                      <a:r>
                        <a:rPr sz="1400" spc="-60" dirty="0">
                          <a:solidFill>
                            <a:srgbClr val="1A232D"/>
                          </a:solidFill>
                          <a:latin typeface="Arial"/>
                          <a:cs typeface="Arial"/>
                        </a:rPr>
                        <a:t> </a:t>
                      </a:r>
                      <a:r>
                        <a:rPr sz="1400" dirty="0">
                          <a:solidFill>
                            <a:srgbClr val="1A232D"/>
                          </a:solidFill>
                          <a:latin typeface="Arial"/>
                          <a:cs typeface="Arial"/>
                        </a:rPr>
                        <a:t>page.</a:t>
                      </a:r>
                      <a:endParaRPr sz="14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a:lnSpc>
                          <a:spcPct val="100000"/>
                        </a:lnSpc>
                      </a:pPr>
                      <a:endParaRPr sz="1500" dirty="0">
                        <a:latin typeface="Times New Roman"/>
                        <a:cs typeface="Times New Roman"/>
                      </a:endParaRPr>
                    </a:p>
                    <a:p>
                      <a:pPr>
                        <a:lnSpc>
                          <a:spcPct val="100000"/>
                        </a:lnSpc>
                        <a:spcBef>
                          <a:spcPts val="40"/>
                        </a:spcBef>
                      </a:pPr>
                      <a:endParaRPr sz="1150" dirty="0">
                        <a:latin typeface="Times New Roman"/>
                        <a:cs typeface="Times New Roman"/>
                      </a:endParaRPr>
                    </a:p>
                    <a:p>
                      <a:pPr marL="635" marR="529590">
                        <a:lnSpc>
                          <a:spcPct val="114999"/>
                        </a:lnSpc>
                      </a:pPr>
                      <a:r>
                        <a:rPr sz="1400" dirty="0">
                          <a:solidFill>
                            <a:srgbClr val="1A232D"/>
                          </a:solidFill>
                          <a:latin typeface="Arial"/>
                          <a:cs typeface="Arial"/>
                        </a:rPr>
                        <a:t>It is </a:t>
                      </a:r>
                      <a:r>
                        <a:rPr sz="1400" spc="-5" dirty="0">
                          <a:solidFill>
                            <a:srgbClr val="1A232D"/>
                          </a:solidFill>
                          <a:latin typeface="Arial"/>
                          <a:cs typeface="Arial"/>
                        </a:rPr>
                        <a:t>very </a:t>
                      </a:r>
                      <a:r>
                        <a:rPr sz="1400" dirty="0">
                          <a:solidFill>
                            <a:srgbClr val="1A232D"/>
                          </a:solidFill>
                          <a:latin typeface="Arial"/>
                          <a:cs typeface="Arial"/>
                        </a:rPr>
                        <a:t>important for SEO  </a:t>
                      </a:r>
                      <a:r>
                        <a:rPr sz="1400" spc="-5" dirty="0">
                          <a:solidFill>
                            <a:srgbClr val="1A232D"/>
                          </a:solidFill>
                          <a:latin typeface="Arial"/>
                          <a:cs typeface="Arial"/>
                        </a:rPr>
                        <a:t>perspective </a:t>
                      </a:r>
                      <a:r>
                        <a:rPr sz="1400" dirty="0">
                          <a:solidFill>
                            <a:srgbClr val="1A232D"/>
                          </a:solidFill>
                          <a:latin typeface="Arial"/>
                          <a:cs typeface="Arial"/>
                        </a:rPr>
                        <a:t>because it create</a:t>
                      </a:r>
                      <a:r>
                        <a:rPr sz="1400" spc="-150" dirty="0">
                          <a:solidFill>
                            <a:srgbClr val="1A232D"/>
                          </a:solidFill>
                          <a:latin typeface="Arial"/>
                          <a:cs typeface="Arial"/>
                        </a:rPr>
                        <a:t> </a:t>
                      </a:r>
                      <a:r>
                        <a:rPr sz="1400" dirty="0">
                          <a:solidFill>
                            <a:srgbClr val="1A232D"/>
                          </a:solidFill>
                          <a:latin typeface="Arial"/>
                          <a:cs typeface="Arial"/>
                        </a:rPr>
                        <a:t>a  </a:t>
                      </a:r>
                      <a:r>
                        <a:rPr sz="1400" spc="-5" dirty="0">
                          <a:solidFill>
                            <a:srgbClr val="1A232D"/>
                          </a:solidFill>
                          <a:latin typeface="Arial"/>
                          <a:cs typeface="Arial"/>
                        </a:rPr>
                        <a:t>positive </a:t>
                      </a:r>
                      <a:r>
                        <a:rPr sz="1400" dirty="0">
                          <a:solidFill>
                            <a:srgbClr val="1A232D"/>
                          </a:solidFill>
                          <a:latin typeface="Arial"/>
                          <a:cs typeface="Arial"/>
                        </a:rPr>
                        <a:t>chance to increase the  ranking and</a:t>
                      </a:r>
                      <a:r>
                        <a:rPr sz="1400" spc="-60" dirty="0">
                          <a:solidFill>
                            <a:srgbClr val="1A232D"/>
                          </a:solidFill>
                          <a:latin typeface="Arial"/>
                          <a:cs typeface="Arial"/>
                        </a:rPr>
                        <a:t> </a:t>
                      </a:r>
                      <a:r>
                        <a:rPr sz="1400" spc="-15" dirty="0">
                          <a:solidFill>
                            <a:srgbClr val="1A232D"/>
                          </a:solidFill>
                          <a:latin typeface="Arial"/>
                          <a:cs typeface="Arial"/>
                        </a:rPr>
                        <a:t>relevancy.</a:t>
                      </a:r>
                      <a:endParaRPr sz="14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969010">
                <a:tc>
                  <a:txBody>
                    <a:bodyPr/>
                    <a:lstStyle/>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marR="120650" algn="r">
                        <a:lnSpc>
                          <a:spcPct val="100000"/>
                        </a:lnSpc>
                        <a:spcBef>
                          <a:spcPts val="635"/>
                        </a:spcBef>
                      </a:pPr>
                      <a:r>
                        <a:rPr sz="1000" b="1" spc="-5" dirty="0" smtClean="0">
                          <a:solidFill>
                            <a:srgbClr val="1A232D"/>
                          </a:solidFill>
                          <a:latin typeface="Arial"/>
                          <a:cs typeface="Arial"/>
                        </a:rPr>
                        <a:t>1</a:t>
                      </a:r>
                      <a:r>
                        <a:rPr lang="en-US" sz="1000" b="1" spc="-5" dirty="0" smtClean="0">
                          <a:solidFill>
                            <a:srgbClr val="1A232D"/>
                          </a:solidFill>
                          <a:latin typeface="Arial"/>
                          <a:cs typeface="Arial"/>
                        </a:rPr>
                        <a:t>8</a:t>
                      </a:r>
                      <a:endParaRPr sz="10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8580">
                        <a:lnSpc>
                          <a:spcPct val="100000"/>
                        </a:lnSpc>
                        <a:spcBef>
                          <a:spcPts val="60"/>
                        </a:spcBef>
                      </a:pPr>
                      <a:r>
                        <a:rPr sz="1400" dirty="0">
                          <a:solidFill>
                            <a:srgbClr val="1A232D"/>
                          </a:solidFill>
                          <a:latin typeface="Arial"/>
                          <a:cs typeface="Arial"/>
                        </a:rPr>
                        <a:t>Looking for </a:t>
                      </a:r>
                      <a:r>
                        <a:rPr sz="1400" spc="-5" dirty="0">
                          <a:solidFill>
                            <a:srgbClr val="1A232D"/>
                          </a:solidFill>
                          <a:latin typeface="Arial"/>
                          <a:cs typeface="Arial"/>
                        </a:rPr>
                        <a:t>DNS server</a:t>
                      </a:r>
                      <a:r>
                        <a:rPr sz="1400" spc="-110" dirty="0">
                          <a:solidFill>
                            <a:srgbClr val="1A232D"/>
                          </a:solidFill>
                          <a:latin typeface="Arial"/>
                          <a:cs typeface="Arial"/>
                        </a:rPr>
                        <a:t> </a:t>
                      </a:r>
                      <a:r>
                        <a:rPr sz="1400" dirty="0">
                          <a:solidFill>
                            <a:srgbClr val="1A232D"/>
                          </a:solidFill>
                          <a:latin typeface="Arial"/>
                          <a:cs typeface="Arial"/>
                        </a:rPr>
                        <a:t>errors,</a:t>
                      </a:r>
                      <a:endParaRPr sz="1400" dirty="0">
                        <a:latin typeface="Arial"/>
                        <a:cs typeface="Arial"/>
                      </a:endParaRPr>
                    </a:p>
                    <a:p>
                      <a:pPr marL="68580">
                        <a:lnSpc>
                          <a:spcPct val="100000"/>
                        </a:lnSpc>
                        <a:spcBef>
                          <a:spcPts val="250"/>
                        </a:spcBef>
                      </a:pPr>
                      <a:r>
                        <a:rPr sz="1400" dirty="0">
                          <a:solidFill>
                            <a:srgbClr val="1A232D"/>
                          </a:solidFill>
                          <a:latin typeface="Arial"/>
                          <a:cs typeface="Arial"/>
                        </a:rPr>
                        <a:t>404 errors and structured</a:t>
                      </a:r>
                      <a:r>
                        <a:rPr sz="1400" spc="-204" dirty="0">
                          <a:solidFill>
                            <a:srgbClr val="1A232D"/>
                          </a:solidFill>
                          <a:latin typeface="Arial"/>
                          <a:cs typeface="Arial"/>
                        </a:rPr>
                        <a:t> </a:t>
                      </a:r>
                      <a:r>
                        <a:rPr sz="1400" dirty="0">
                          <a:solidFill>
                            <a:srgbClr val="1A232D"/>
                          </a:solidFill>
                          <a:latin typeface="Arial"/>
                          <a:cs typeface="Arial"/>
                        </a:rPr>
                        <a:t>data</a:t>
                      </a:r>
                      <a:endParaRPr sz="14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8580">
                        <a:lnSpc>
                          <a:spcPct val="100000"/>
                        </a:lnSpc>
                        <a:spcBef>
                          <a:spcPts val="60"/>
                        </a:spcBef>
                      </a:pPr>
                      <a:r>
                        <a:rPr sz="1400" dirty="0">
                          <a:solidFill>
                            <a:srgbClr val="1A232D"/>
                          </a:solidFill>
                          <a:latin typeface="Arial"/>
                          <a:cs typeface="Arial"/>
                        </a:rPr>
                        <a:t>These errors can be noticed</a:t>
                      </a:r>
                      <a:r>
                        <a:rPr sz="1400" spc="-170" dirty="0">
                          <a:solidFill>
                            <a:srgbClr val="1A232D"/>
                          </a:solidFill>
                          <a:latin typeface="Arial"/>
                          <a:cs typeface="Arial"/>
                        </a:rPr>
                        <a:t> </a:t>
                      </a:r>
                      <a:r>
                        <a:rPr sz="1400" dirty="0">
                          <a:solidFill>
                            <a:srgbClr val="1A232D"/>
                          </a:solidFill>
                          <a:latin typeface="Arial"/>
                          <a:cs typeface="Arial"/>
                        </a:rPr>
                        <a:t>through</a:t>
                      </a:r>
                      <a:endParaRPr sz="1400" dirty="0">
                        <a:latin typeface="Arial"/>
                        <a:cs typeface="Arial"/>
                      </a:endParaRPr>
                    </a:p>
                    <a:p>
                      <a:pPr marL="68580">
                        <a:lnSpc>
                          <a:spcPct val="100000"/>
                        </a:lnSpc>
                        <a:spcBef>
                          <a:spcPts val="250"/>
                        </a:spcBef>
                      </a:pPr>
                      <a:r>
                        <a:rPr sz="1400" dirty="0">
                          <a:solidFill>
                            <a:srgbClr val="1A232D"/>
                          </a:solidFill>
                          <a:latin typeface="Arial"/>
                          <a:cs typeface="Arial"/>
                        </a:rPr>
                        <a:t>Google </a:t>
                      </a:r>
                      <a:r>
                        <a:rPr sz="1400" spc="-5" dirty="0">
                          <a:solidFill>
                            <a:srgbClr val="1A232D"/>
                          </a:solidFill>
                          <a:latin typeface="Arial"/>
                          <a:cs typeface="Arial"/>
                        </a:rPr>
                        <a:t>Webmaster </a:t>
                      </a:r>
                      <a:r>
                        <a:rPr sz="1400" dirty="0">
                          <a:solidFill>
                            <a:srgbClr val="1A232D"/>
                          </a:solidFill>
                          <a:latin typeface="Arial"/>
                          <a:cs typeface="Arial"/>
                        </a:rPr>
                        <a:t>and can be</a:t>
                      </a:r>
                      <a:r>
                        <a:rPr sz="1400" spc="-160" dirty="0">
                          <a:solidFill>
                            <a:srgbClr val="1A232D"/>
                          </a:solidFill>
                          <a:latin typeface="Arial"/>
                          <a:cs typeface="Arial"/>
                        </a:rPr>
                        <a:t> </a:t>
                      </a:r>
                      <a:r>
                        <a:rPr sz="1400" spc="-5" dirty="0">
                          <a:solidFill>
                            <a:srgbClr val="1A232D"/>
                          </a:solidFill>
                          <a:latin typeface="Arial"/>
                          <a:cs typeface="Arial"/>
                        </a:rPr>
                        <a:t>solved</a:t>
                      </a:r>
                      <a:endParaRPr sz="1400" dirty="0">
                        <a:latin typeface="Arial"/>
                        <a:cs typeface="Arial"/>
                      </a:endParaRPr>
                    </a:p>
                    <a:p>
                      <a:pPr marL="68580">
                        <a:lnSpc>
                          <a:spcPct val="100000"/>
                        </a:lnSpc>
                        <a:spcBef>
                          <a:spcPts val="254"/>
                        </a:spcBef>
                      </a:pPr>
                      <a:r>
                        <a:rPr sz="1400" dirty="0">
                          <a:solidFill>
                            <a:srgbClr val="1A232D"/>
                          </a:solidFill>
                          <a:latin typeface="Arial"/>
                          <a:cs typeface="Arial"/>
                        </a:rPr>
                        <a:t>by </a:t>
                      </a:r>
                      <a:r>
                        <a:rPr sz="1400" spc="-5" dirty="0">
                          <a:solidFill>
                            <a:srgbClr val="1A232D"/>
                          </a:solidFill>
                          <a:latin typeface="Arial"/>
                          <a:cs typeface="Arial"/>
                        </a:rPr>
                        <a:t>following </a:t>
                      </a:r>
                      <a:r>
                        <a:rPr sz="1400" dirty="0">
                          <a:solidFill>
                            <a:srgbClr val="1A232D"/>
                          </a:solidFill>
                          <a:latin typeface="Arial"/>
                          <a:cs typeface="Arial"/>
                        </a:rPr>
                        <a:t>certain Google</a:t>
                      </a:r>
                      <a:r>
                        <a:rPr sz="1400" spc="-110" dirty="0">
                          <a:solidFill>
                            <a:srgbClr val="1A232D"/>
                          </a:solidFill>
                          <a:latin typeface="Arial"/>
                          <a:cs typeface="Arial"/>
                        </a:rPr>
                        <a:t> </a:t>
                      </a:r>
                      <a:r>
                        <a:rPr sz="1400" dirty="0">
                          <a:solidFill>
                            <a:srgbClr val="1A232D"/>
                          </a:solidFill>
                          <a:latin typeface="Arial"/>
                          <a:cs typeface="Arial"/>
                        </a:rPr>
                        <a:t>guidelines.</a:t>
                      </a:r>
                      <a:endParaRPr sz="14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a:lnSpc>
                          <a:spcPct val="100000"/>
                        </a:lnSpc>
                        <a:spcBef>
                          <a:spcPts val="25"/>
                        </a:spcBef>
                      </a:pPr>
                      <a:endParaRPr sz="1450" dirty="0">
                        <a:latin typeface="Times New Roman"/>
                        <a:cs typeface="Times New Roman"/>
                      </a:endParaRPr>
                    </a:p>
                    <a:p>
                      <a:pPr marL="635" marR="130810">
                        <a:lnSpc>
                          <a:spcPct val="114999"/>
                        </a:lnSpc>
                      </a:pPr>
                      <a:r>
                        <a:rPr sz="1400" spc="-5" dirty="0">
                          <a:solidFill>
                            <a:srgbClr val="1A232D"/>
                          </a:solidFill>
                          <a:latin typeface="Arial"/>
                          <a:cs typeface="Arial"/>
                        </a:rPr>
                        <a:t>Rectifying </a:t>
                      </a:r>
                      <a:r>
                        <a:rPr sz="1400" dirty="0">
                          <a:solidFill>
                            <a:srgbClr val="1A232D"/>
                          </a:solidFill>
                          <a:latin typeface="Arial"/>
                          <a:cs typeface="Arial"/>
                        </a:rPr>
                        <a:t>these </a:t>
                      </a:r>
                      <a:r>
                        <a:rPr sz="1400" spc="-5" dirty="0">
                          <a:solidFill>
                            <a:srgbClr val="1A232D"/>
                          </a:solidFill>
                          <a:latin typeface="Arial"/>
                          <a:cs typeface="Arial"/>
                        </a:rPr>
                        <a:t>will </a:t>
                      </a:r>
                      <a:r>
                        <a:rPr sz="1400" dirty="0">
                          <a:solidFill>
                            <a:srgbClr val="1A232D"/>
                          </a:solidFill>
                          <a:latin typeface="Arial"/>
                          <a:cs typeface="Arial"/>
                        </a:rPr>
                        <a:t>help to</a:t>
                      </a:r>
                      <a:r>
                        <a:rPr sz="1400" spc="-114" dirty="0">
                          <a:solidFill>
                            <a:srgbClr val="1A232D"/>
                          </a:solidFill>
                          <a:latin typeface="Arial"/>
                          <a:cs typeface="Arial"/>
                        </a:rPr>
                        <a:t> </a:t>
                      </a:r>
                      <a:r>
                        <a:rPr sz="1400" dirty="0">
                          <a:solidFill>
                            <a:srgbClr val="1A232D"/>
                          </a:solidFill>
                          <a:latin typeface="Arial"/>
                          <a:cs typeface="Arial"/>
                        </a:rPr>
                        <a:t>optimize  the site in a better </a:t>
                      </a:r>
                      <a:r>
                        <a:rPr sz="1400" spc="-5" dirty="0">
                          <a:solidFill>
                            <a:srgbClr val="1A232D"/>
                          </a:solidFill>
                          <a:latin typeface="Arial"/>
                          <a:cs typeface="Arial"/>
                        </a:rPr>
                        <a:t>way </a:t>
                      </a:r>
                      <a:r>
                        <a:rPr sz="1400" dirty="0">
                          <a:solidFill>
                            <a:srgbClr val="1A232D"/>
                          </a:solidFill>
                          <a:latin typeface="Arial"/>
                          <a:cs typeface="Arial"/>
                        </a:rPr>
                        <a:t>by</a:t>
                      </a:r>
                      <a:r>
                        <a:rPr sz="1400" spc="-155" dirty="0">
                          <a:solidFill>
                            <a:srgbClr val="1A232D"/>
                          </a:solidFill>
                          <a:latin typeface="Arial"/>
                          <a:cs typeface="Arial"/>
                        </a:rPr>
                        <a:t> </a:t>
                      </a:r>
                      <a:r>
                        <a:rPr sz="1400" dirty="0">
                          <a:solidFill>
                            <a:srgbClr val="1A232D"/>
                          </a:solidFill>
                          <a:latin typeface="Arial"/>
                          <a:cs typeface="Arial"/>
                        </a:rPr>
                        <a:t>Google.</a:t>
                      </a:r>
                      <a:endParaRPr sz="1400" dirty="0">
                        <a:latin typeface="Arial"/>
                        <a:cs typeface="Arial"/>
                      </a:endParaRPr>
                    </a:p>
                  </a:txBody>
                  <a:tcPr marL="0" marR="0" marT="317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bl>
          </a:graphicData>
        </a:graphic>
      </p:graphicFrame>
    </p:spTree>
    <p:extLst>
      <p:ext uri="{BB962C8B-B14F-4D97-AF65-F5344CB8AC3E}">
        <p14:creationId xmlns:p14="http://schemas.microsoft.com/office/powerpoint/2010/main" val="20619543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2548176" y="0"/>
              <a:ext cx="7100141" cy="208927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0" y="3250169"/>
              <a:ext cx="2179193" cy="1993900"/>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11542903" y="2974848"/>
              <a:ext cx="27305" cy="33655"/>
            </a:xfrm>
            <a:custGeom>
              <a:avLst/>
              <a:gdLst/>
              <a:ahLst/>
              <a:cxnLst/>
              <a:rect l="l" t="t" r="r" b="b"/>
              <a:pathLst>
                <a:path w="27304" h="33655">
                  <a:moveTo>
                    <a:pt x="20447" y="0"/>
                  </a:moveTo>
                  <a:lnTo>
                    <a:pt x="9017" y="0"/>
                  </a:lnTo>
                  <a:lnTo>
                    <a:pt x="0" y="8889"/>
                  </a:lnTo>
                  <a:lnTo>
                    <a:pt x="0" y="17906"/>
                  </a:lnTo>
                  <a:lnTo>
                    <a:pt x="2158" y="22351"/>
                  </a:lnTo>
                  <a:lnTo>
                    <a:pt x="2158" y="24637"/>
                  </a:lnTo>
                  <a:lnTo>
                    <a:pt x="4445" y="29082"/>
                  </a:lnTo>
                  <a:lnTo>
                    <a:pt x="9017" y="31241"/>
                  </a:lnTo>
                  <a:lnTo>
                    <a:pt x="11302" y="33400"/>
                  </a:lnTo>
                  <a:lnTo>
                    <a:pt x="15875" y="33400"/>
                  </a:lnTo>
                  <a:lnTo>
                    <a:pt x="25019" y="29082"/>
                  </a:lnTo>
                  <a:lnTo>
                    <a:pt x="27304" y="26797"/>
                  </a:lnTo>
                  <a:lnTo>
                    <a:pt x="27304" y="11175"/>
                  </a:lnTo>
                  <a:lnTo>
                    <a:pt x="25019" y="4444"/>
                  </a:lnTo>
                  <a:lnTo>
                    <a:pt x="20447" y="0"/>
                  </a:lnTo>
                  <a:close/>
                </a:path>
              </a:pathLst>
            </a:custGeom>
            <a:solidFill>
              <a:srgbClr val="F8F8F8"/>
            </a:solidFill>
          </p:spPr>
          <p:txBody>
            <a:bodyPr wrap="square" lIns="0" tIns="0" rIns="0" bIns="0" rtlCol="0"/>
            <a:lstStyle/>
            <a:p>
              <a:endParaRPr dirty="0"/>
            </a:p>
          </p:txBody>
        </p:sp>
        <p:sp>
          <p:nvSpPr>
            <p:cNvPr id="7" name="object 7"/>
            <p:cNvSpPr/>
            <p:nvPr/>
          </p:nvSpPr>
          <p:spPr>
            <a:xfrm>
              <a:off x="11466703" y="3921378"/>
              <a:ext cx="103504" cy="117220"/>
            </a:xfrm>
            <a:prstGeom prst="rect">
              <a:avLst/>
            </a:prstGeom>
            <a:blipFill>
              <a:blip r:embed="rId5" cstate="print"/>
              <a:stretch>
                <a:fillRect/>
              </a:stretch>
            </a:blipFill>
          </p:spPr>
          <p:txBody>
            <a:bodyPr wrap="square" lIns="0" tIns="0" rIns="0" bIns="0" rtlCol="0"/>
            <a:lstStyle/>
            <a:p>
              <a:endParaRPr dirty="0"/>
            </a:p>
          </p:txBody>
        </p:sp>
        <p:sp>
          <p:nvSpPr>
            <p:cNvPr id="8" name="object 8"/>
            <p:cNvSpPr/>
            <p:nvPr/>
          </p:nvSpPr>
          <p:spPr>
            <a:xfrm>
              <a:off x="11228959" y="2871342"/>
              <a:ext cx="687070" cy="1214755"/>
            </a:xfrm>
            <a:custGeom>
              <a:avLst/>
              <a:gdLst/>
              <a:ahLst/>
              <a:cxnLst/>
              <a:rect l="l" t="t" r="r" b="b"/>
              <a:pathLst>
                <a:path w="687070" h="1214754">
                  <a:moveTo>
                    <a:pt x="222059" y="157607"/>
                  </a:moveTo>
                  <a:lnTo>
                    <a:pt x="197485" y="155321"/>
                  </a:lnTo>
                  <a:lnTo>
                    <a:pt x="186309" y="157607"/>
                  </a:lnTo>
                  <a:lnTo>
                    <a:pt x="222059" y="157607"/>
                  </a:lnTo>
                  <a:close/>
                </a:path>
                <a:path w="687070" h="1214754">
                  <a:moveTo>
                    <a:pt x="422021" y="88138"/>
                  </a:moveTo>
                  <a:lnTo>
                    <a:pt x="417195" y="83693"/>
                  </a:lnTo>
                  <a:lnTo>
                    <a:pt x="405511" y="83693"/>
                  </a:lnTo>
                  <a:lnTo>
                    <a:pt x="400812" y="90297"/>
                  </a:lnTo>
                  <a:lnTo>
                    <a:pt x="400812" y="96901"/>
                  </a:lnTo>
                  <a:lnTo>
                    <a:pt x="405511" y="101346"/>
                  </a:lnTo>
                  <a:lnTo>
                    <a:pt x="412496" y="103378"/>
                  </a:lnTo>
                  <a:lnTo>
                    <a:pt x="422021" y="99060"/>
                  </a:lnTo>
                  <a:lnTo>
                    <a:pt x="422021" y="88138"/>
                  </a:lnTo>
                  <a:close/>
                </a:path>
                <a:path w="687070" h="1214754">
                  <a:moveTo>
                    <a:pt x="467741" y="136906"/>
                  </a:moveTo>
                  <a:lnTo>
                    <a:pt x="465455" y="134747"/>
                  </a:lnTo>
                  <a:lnTo>
                    <a:pt x="454406" y="130429"/>
                  </a:lnTo>
                  <a:lnTo>
                    <a:pt x="438785" y="128270"/>
                  </a:lnTo>
                  <a:lnTo>
                    <a:pt x="412242" y="126111"/>
                  </a:lnTo>
                  <a:lnTo>
                    <a:pt x="385572" y="121920"/>
                  </a:lnTo>
                  <a:lnTo>
                    <a:pt x="372237" y="121920"/>
                  </a:lnTo>
                  <a:lnTo>
                    <a:pt x="367792" y="123952"/>
                  </a:lnTo>
                  <a:lnTo>
                    <a:pt x="361188" y="126111"/>
                  </a:lnTo>
                  <a:lnTo>
                    <a:pt x="361188" y="128270"/>
                  </a:lnTo>
                  <a:lnTo>
                    <a:pt x="365506" y="132588"/>
                  </a:lnTo>
                  <a:lnTo>
                    <a:pt x="372237" y="134747"/>
                  </a:lnTo>
                  <a:lnTo>
                    <a:pt x="383286" y="139065"/>
                  </a:lnTo>
                  <a:lnTo>
                    <a:pt x="409956" y="141224"/>
                  </a:lnTo>
                  <a:lnTo>
                    <a:pt x="436626" y="145542"/>
                  </a:lnTo>
                  <a:lnTo>
                    <a:pt x="452120" y="147701"/>
                  </a:lnTo>
                  <a:lnTo>
                    <a:pt x="465455" y="145542"/>
                  </a:lnTo>
                  <a:lnTo>
                    <a:pt x="467741" y="143383"/>
                  </a:lnTo>
                  <a:lnTo>
                    <a:pt x="467741" y="136906"/>
                  </a:lnTo>
                  <a:close/>
                </a:path>
                <a:path w="687070" h="1214754">
                  <a:moveTo>
                    <a:pt x="636905" y="220218"/>
                  </a:moveTo>
                  <a:lnTo>
                    <a:pt x="634619" y="215646"/>
                  </a:lnTo>
                  <a:lnTo>
                    <a:pt x="630174" y="213487"/>
                  </a:lnTo>
                  <a:lnTo>
                    <a:pt x="625729" y="213004"/>
                  </a:lnTo>
                  <a:lnTo>
                    <a:pt x="625729" y="229108"/>
                  </a:lnTo>
                  <a:lnTo>
                    <a:pt x="616839" y="273812"/>
                  </a:lnTo>
                  <a:lnTo>
                    <a:pt x="610108" y="320802"/>
                  </a:lnTo>
                  <a:lnTo>
                    <a:pt x="598932" y="412369"/>
                  </a:lnTo>
                  <a:lnTo>
                    <a:pt x="572135" y="620268"/>
                  </a:lnTo>
                  <a:lnTo>
                    <a:pt x="558800" y="727583"/>
                  </a:lnTo>
                  <a:lnTo>
                    <a:pt x="543179" y="832739"/>
                  </a:lnTo>
                  <a:lnTo>
                    <a:pt x="509651" y="1045083"/>
                  </a:lnTo>
                  <a:lnTo>
                    <a:pt x="451739" y="1040638"/>
                  </a:lnTo>
                  <a:lnTo>
                    <a:pt x="395986" y="1033907"/>
                  </a:lnTo>
                  <a:lnTo>
                    <a:pt x="282194" y="1016000"/>
                  </a:lnTo>
                  <a:lnTo>
                    <a:pt x="217424" y="1004824"/>
                  </a:lnTo>
                  <a:lnTo>
                    <a:pt x="177419" y="998093"/>
                  </a:lnTo>
                  <a:lnTo>
                    <a:pt x="151447" y="995934"/>
                  </a:lnTo>
                  <a:lnTo>
                    <a:pt x="123952" y="993648"/>
                  </a:lnTo>
                  <a:lnTo>
                    <a:pt x="97155" y="993648"/>
                  </a:lnTo>
                  <a:lnTo>
                    <a:pt x="70358" y="995934"/>
                  </a:lnTo>
                  <a:lnTo>
                    <a:pt x="123952" y="582295"/>
                  </a:lnTo>
                  <a:lnTo>
                    <a:pt x="150622" y="372237"/>
                  </a:lnTo>
                  <a:lnTo>
                    <a:pt x="166243" y="269367"/>
                  </a:lnTo>
                  <a:lnTo>
                    <a:pt x="175133" y="166497"/>
                  </a:lnTo>
                  <a:lnTo>
                    <a:pt x="199771" y="173228"/>
                  </a:lnTo>
                  <a:lnTo>
                    <a:pt x="228727" y="177673"/>
                  </a:lnTo>
                  <a:lnTo>
                    <a:pt x="255524" y="179959"/>
                  </a:lnTo>
                  <a:lnTo>
                    <a:pt x="400431" y="202311"/>
                  </a:lnTo>
                  <a:lnTo>
                    <a:pt x="514223" y="217932"/>
                  </a:lnTo>
                  <a:lnTo>
                    <a:pt x="625729" y="229108"/>
                  </a:lnTo>
                  <a:lnTo>
                    <a:pt x="625729" y="213004"/>
                  </a:lnTo>
                  <a:lnTo>
                    <a:pt x="507492" y="200025"/>
                  </a:lnTo>
                  <a:lnTo>
                    <a:pt x="387096" y="184404"/>
                  </a:lnTo>
                  <a:lnTo>
                    <a:pt x="329057" y="175387"/>
                  </a:lnTo>
                  <a:lnTo>
                    <a:pt x="282460" y="166497"/>
                  </a:lnTo>
                  <a:lnTo>
                    <a:pt x="246634" y="159893"/>
                  </a:lnTo>
                  <a:lnTo>
                    <a:pt x="175133" y="159893"/>
                  </a:lnTo>
                  <a:lnTo>
                    <a:pt x="172974" y="159893"/>
                  </a:lnTo>
                  <a:lnTo>
                    <a:pt x="168529" y="159893"/>
                  </a:lnTo>
                  <a:lnTo>
                    <a:pt x="166243" y="162052"/>
                  </a:lnTo>
                  <a:lnTo>
                    <a:pt x="157353" y="208915"/>
                  </a:lnTo>
                  <a:lnTo>
                    <a:pt x="148463" y="258191"/>
                  </a:lnTo>
                  <a:lnTo>
                    <a:pt x="137287" y="354330"/>
                  </a:lnTo>
                  <a:lnTo>
                    <a:pt x="110490" y="564515"/>
                  </a:lnTo>
                  <a:lnTo>
                    <a:pt x="54737" y="1002538"/>
                  </a:lnTo>
                  <a:lnTo>
                    <a:pt x="54737" y="1007110"/>
                  </a:lnTo>
                  <a:lnTo>
                    <a:pt x="59182" y="1009269"/>
                  </a:lnTo>
                  <a:lnTo>
                    <a:pt x="65913" y="1009269"/>
                  </a:lnTo>
                  <a:lnTo>
                    <a:pt x="68072" y="1004824"/>
                  </a:lnTo>
                  <a:lnTo>
                    <a:pt x="97155" y="1011555"/>
                  </a:lnTo>
                  <a:lnTo>
                    <a:pt x="123952" y="1013841"/>
                  </a:lnTo>
                  <a:lnTo>
                    <a:pt x="293370" y="1033907"/>
                  </a:lnTo>
                  <a:lnTo>
                    <a:pt x="346964" y="1045083"/>
                  </a:lnTo>
                  <a:lnTo>
                    <a:pt x="400431" y="1054100"/>
                  </a:lnTo>
                  <a:lnTo>
                    <a:pt x="454025" y="1060704"/>
                  </a:lnTo>
                  <a:lnTo>
                    <a:pt x="507492" y="1060704"/>
                  </a:lnTo>
                  <a:lnTo>
                    <a:pt x="509651" y="1067435"/>
                  </a:lnTo>
                  <a:lnTo>
                    <a:pt x="514223" y="1069721"/>
                  </a:lnTo>
                  <a:lnTo>
                    <a:pt x="518668" y="1069721"/>
                  </a:lnTo>
                  <a:lnTo>
                    <a:pt x="520954" y="1067435"/>
                  </a:lnTo>
                  <a:lnTo>
                    <a:pt x="523113" y="1065149"/>
                  </a:lnTo>
                  <a:lnTo>
                    <a:pt x="523113" y="1058545"/>
                  </a:lnTo>
                  <a:lnTo>
                    <a:pt x="527558" y="1056259"/>
                  </a:lnTo>
                  <a:lnTo>
                    <a:pt x="529844" y="1054100"/>
                  </a:lnTo>
                  <a:lnTo>
                    <a:pt x="529844" y="1049655"/>
                  </a:lnTo>
                  <a:lnTo>
                    <a:pt x="525399" y="1045083"/>
                  </a:lnTo>
                  <a:lnTo>
                    <a:pt x="545465" y="948944"/>
                  </a:lnTo>
                  <a:lnTo>
                    <a:pt x="558800" y="850646"/>
                  </a:lnTo>
                  <a:lnTo>
                    <a:pt x="585597" y="656082"/>
                  </a:lnTo>
                  <a:lnTo>
                    <a:pt x="610108" y="448183"/>
                  </a:lnTo>
                  <a:lnTo>
                    <a:pt x="625729" y="338709"/>
                  </a:lnTo>
                  <a:lnTo>
                    <a:pt x="630174" y="284988"/>
                  </a:lnTo>
                  <a:lnTo>
                    <a:pt x="632460" y="255905"/>
                  </a:lnTo>
                  <a:lnTo>
                    <a:pt x="632460" y="229108"/>
                  </a:lnTo>
                  <a:lnTo>
                    <a:pt x="636905" y="226949"/>
                  </a:lnTo>
                  <a:lnTo>
                    <a:pt x="636905" y="220218"/>
                  </a:lnTo>
                  <a:close/>
                </a:path>
                <a:path w="687070" h="1214754">
                  <a:moveTo>
                    <a:pt x="687070" y="167386"/>
                  </a:moveTo>
                  <a:lnTo>
                    <a:pt x="684911" y="136144"/>
                  </a:lnTo>
                  <a:lnTo>
                    <a:pt x="678307" y="104902"/>
                  </a:lnTo>
                  <a:lnTo>
                    <a:pt x="680466" y="102616"/>
                  </a:lnTo>
                  <a:lnTo>
                    <a:pt x="678307" y="100457"/>
                  </a:lnTo>
                  <a:lnTo>
                    <a:pt x="673735" y="89154"/>
                  </a:lnTo>
                  <a:lnTo>
                    <a:pt x="673735" y="165100"/>
                  </a:lnTo>
                  <a:lnTo>
                    <a:pt x="673735" y="218694"/>
                  </a:lnTo>
                  <a:lnTo>
                    <a:pt x="669290" y="256667"/>
                  </a:lnTo>
                  <a:lnTo>
                    <a:pt x="660400" y="292354"/>
                  </a:lnTo>
                  <a:lnTo>
                    <a:pt x="644779" y="366014"/>
                  </a:lnTo>
                  <a:lnTo>
                    <a:pt x="633603" y="426339"/>
                  </a:lnTo>
                  <a:lnTo>
                    <a:pt x="624713" y="488823"/>
                  </a:lnTo>
                  <a:lnTo>
                    <a:pt x="611251" y="613918"/>
                  </a:lnTo>
                  <a:lnTo>
                    <a:pt x="597916" y="756793"/>
                  </a:lnTo>
                  <a:lnTo>
                    <a:pt x="580009" y="899668"/>
                  </a:lnTo>
                  <a:lnTo>
                    <a:pt x="571119" y="964438"/>
                  </a:lnTo>
                  <a:lnTo>
                    <a:pt x="548767" y="1089533"/>
                  </a:lnTo>
                  <a:lnTo>
                    <a:pt x="539877" y="1152017"/>
                  </a:lnTo>
                  <a:lnTo>
                    <a:pt x="508635" y="1185418"/>
                  </a:lnTo>
                  <a:lnTo>
                    <a:pt x="466217" y="1198880"/>
                  </a:lnTo>
                  <a:lnTo>
                    <a:pt x="430530" y="1198880"/>
                  </a:lnTo>
                  <a:lnTo>
                    <a:pt x="289941" y="1187704"/>
                  </a:lnTo>
                  <a:lnTo>
                    <a:pt x="189611" y="1180973"/>
                  </a:lnTo>
                  <a:lnTo>
                    <a:pt x="158369" y="1176528"/>
                  </a:lnTo>
                  <a:lnTo>
                    <a:pt x="133858" y="1172083"/>
                  </a:lnTo>
                  <a:lnTo>
                    <a:pt x="109220" y="1165352"/>
                  </a:lnTo>
                  <a:lnTo>
                    <a:pt x="113792" y="1160907"/>
                  </a:lnTo>
                  <a:lnTo>
                    <a:pt x="112280" y="1156462"/>
                  </a:lnTo>
                  <a:lnTo>
                    <a:pt x="111506" y="1154176"/>
                  </a:lnTo>
                  <a:lnTo>
                    <a:pt x="109220" y="1152017"/>
                  </a:lnTo>
                  <a:lnTo>
                    <a:pt x="102489" y="1149731"/>
                  </a:lnTo>
                  <a:lnTo>
                    <a:pt x="91440" y="1154176"/>
                  </a:lnTo>
                  <a:lnTo>
                    <a:pt x="80264" y="1156462"/>
                  </a:lnTo>
                  <a:lnTo>
                    <a:pt x="71374" y="1156462"/>
                  </a:lnTo>
                  <a:lnTo>
                    <a:pt x="62357" y="1154176"/>
                  </a:lnTo>
                  <a:lnTo>
                    <a:pt x="55626" y="1152017"/>
                  </a:lnTo>
                  <a:lnTo>
                    <a:pt x="46736" y="1147572"/>
                  </a:lnTo>
                  <a:lnTo>
                    <a:pt x="42291" y="1140841"/>
                  </a:lnTo>
                  <a:lnTo>
                    <a:pt x="35560" y="1134110"/>
                  </a:lnTo>
                  <a:lnTo>
                    <a:pt x="28956" y="1116330"/>
                  </a:lnTo>
                  <a:lnTo>
                    <a:pt x="24511" y="1096137"/>
                  </a:lnTo>
                  <a:lnTo>
                    <a:pt x="20066" y="1073785"/>
                  </a:lnTo>
                  <a:lnTo>
                    <a:pt x="20066" y="1022477"/>
                  </a:lnTo>
                  <a:lnTo>
                    <a:pt x="22225" y="995680"/>
                  </a:lnTo>
                  <a:lnTo>
                    <a:pt x="28956" y="944372"/>
                  </a:lnTo>
                  <a:lnTo>
                    <a:pt x="40132" y="870712"/>
                  </a:lnTo>
                  <a:lnTo>
                    <a:pt x="80264" y="589407"/>
                  </a:lnTo>
                  <a:lnTo>
                    <a:pt x="122555" y="305816"/>
                  </a:lnTo>
                  <a:lnTo>
                    <a:pt x="142748" y="165100"/>
                  </a:lnTo>
                  <a:lnTo>
                    <a:pt x="147193" y="122682"/>
                  </a:lnTo>
                  <a:lnTo>
                    <a:pt x="151638" y="95885"/>
                  </a:lnTo>
                  <a:lnTo>
                    <a:pt x="169418" y="46863"/>
                  </a:lnTo>
                  <a:lnTo>
                    <a:pt x="198501" y="13335"/>
                  </a:lnTo>
                  <a:lnTo>
                    <a:pt x="209677" y="11049"/>
                  </a:lnTo>
                  <a:lnTo>
                    <a:pt x="225298" y="11049"/>
                  </a:lnTo>
                  <a:lnTo>
                    <a:pt x="243078" y="17780"/>
                  </a:lnTo>
                  <a:lnTo>
                    <a:pt x="263144" y="22225"/>
                  </a:lnTo>
                  <a:lnTo>
                    <a:pt x="423799" y="40132"/>
                  </a:lnTo>
                  <a:lnTo>
                    <a:pt x="557784" y="57912"/>
                  </a:lnTo>
                  <a:lnTo>
                    <a:pt x="602361" y="64643"/>
                  </a:lnTo>
                  <a:lnTo>
                    <a:pt x="646938" y="80264"/>
                  </a:lnTo>
                  <a:lnTo>
                    <a:pt x="664845" y="104902"/>
                  </a:lnTo>
                  <a:lnTo>
                    <a:pt x="667004" y="107061"/>
                  </a:lnTo>
                  <a:lnTo>
                    <a:pt x="671576" y="109347"/>
                  </a:lnTo>
                  <a:lnTo>
                    <a:pt x="673735" y="165100"/>
                  </a:lnTo>
                  <a:lnTo>
                    <a:pt x="673735" y="89154"/>
                  </a:lnTo>
                  <a:lnTo>
                    <a:pt x="667004" y="80264"/>
                  </a:lnTo>
                  <a:lnTo>
                    <a:pt x="658114" y="73660"/>
                  </a:lnTo>
                  <a:lnTo>
                    <a:pt x="649224" y="66929"/>
                  </a:lnTo>
                  <a:lnTo>
                    <a:pt x="629158" y="55753"/>
                  </a:lnTo>
                  <a:lnTo>
                    <a:pt x="604647" y="49022"/>
                  </a:lnTo>
                  <a:lnTo>
                    <a:pt x="580009" y="44577"/>
                  </a:lnTo>
                  <a:lnTo>
                    <a:pt x="510794" y="37846"/>
                  </a:lnTo>
                  <a:lnTo>
                    <a:pt x="372491" y="20066"/>
                  </a:lnTo>
                  <a:lnTo>
                    <a:pt x="315544" y="11049"/>
                  </a:lnTo>
                  <a:lnTo>
                    <a:pt x="301117" y="8763"/>
                  </a:lnTo>
                  <a:lnTo>
                    <a:pt x="282130" y="6604"/>
                  </a:lnTo>
                  <a:lnTo>
                    <a:pt x="263144" y="4445"/>
                  </a:lnTo>
                  <a:lnTo>
                    <a:pt x="245364" y="4445"/>
                  </a:lnTo>
                  <a:lnTo>
                    <a:pt x="227584" y="6604"/>
                  </a:lnTo>
                  <a:lnTo>
                    <a:pt x="227584" y="4445"/>
                  </a:lnTo>
                  <a:lnTo>
                    <a:pt x="225298" y="4445"/>
                  </a:lnTo>
                  <a:lnTo>
                    <a:pt x="209677" y="0"/>
                  </a:lnTo>
                  <a:lnTo>
                    <a:pt x="196215" y="0"/>
                  </a:lnTo>
                  <a:lnTo>
                    <a:pt x="164973" y="22225"/>
                  </a:lnTo>
                  <a:lnTo>
                    <a:pt x="136017" y="107061"/>
                  </a:lnTo>
                  <a:lnTo>
                    <a:pt x="122555" y="196342"/>
                  </a:lnTo>
                  <a:lnTo>
                    <a:pt x="60198" y="620522"/>
                  </a:lnTo>
                  <a:lnTo>
                    <a:pt x="31115" y="812673"/>
                  </a:lnTo>
                  <a:lnTo>
                    <a:pt x="17780" y="908558"/>
                  </a:lnTo>
                  <a:lnTo>
                    <a:pt x="4318" y="1006856"/>
                  </a:lnTo>
                  <a:lnTo>
                    <a:pt x="2159" y="1040384"/>
                  </a:lnTo>
                  <a:lnTo>
                    <a:pt x="0" y="1058164"/>
                  </a:lnTo>
                  <a:lnTo>
                    <a:pt x="2159" y="1076071"/>
                  </a:lnTo>
                  <a:lnTo>
                    <a:pt x="4318" y="1096137"/>
                  </a:lnTo>
                  <a:lnTo>
                    <a:pt x="8763" y="1111758"/>
                  </a:lnTo>
                  <a:lnTo>
                    <a:pt x="40132" y="1156462"/>
                  </a:lnTo>
                  <a:lnTo>
                    <a:pt x="71374" y="1172083"/>
                  </a:lnTo>
                  <a:lnTo>
                    <a:pt x="89154" y="1172083"/>
                  </a:lnTo>
                  <a:lnTo>
                    <a:pt x="162814" y="1192149"/>
                  </a:lnTo>
                  <a:lnTo>
                    <a:pt x="187325" y="1196721"/>
                  </a:lnTo>
                  <a:lnTo>
                    <a:pt x="417195" y="1214501"/>
                  </a:lnTo>
                  <a:lnTo>
                    <a:pt x="479679" y="1214501"/>
                  </a:lnTo>
                  <a:lnTo>
                    <a:pt x="495300" y="1210056"/>
                  </a:lnTo>
                  <a:lnTo>
                    <a:pt x="522097" y="1201166"/>
                  </a:lnTo>
                  <a:lnTo>
                    <a:pt x="525843" y="1198880"/>
                  </a:lnTo>
                  <a:lnTo>
                    <a:pt x="533146" y="1194435"/>
                  </a:lnTo>
                  <a:lnTo>
                    <a:pt x="544322" y="1183259"/>
                  </a:lnTo>
                  <a:lnTo>
                    <a:pt x="551053" y="1172083"/>
                  </a:lnTo>
                  <a:lnTo>
                    <a:pt x="557784" y="1158621"/>
                  </a:lnTo>
                  <a:lnTo>
                    <a:pt x="559943" y="1140841"/>
                  </a:lnTo>
                  <a:lnTo>
                    <a:pt x="559943" y="1136396"/>
                  </a:lnTo>
                  <a:lnTo>
                    <a:pt x="573278" y="1073785"/>
                  </a:lnTo>
                  <a:lnTo>
                    <a:pt x="584581" y="1011301"/>
                  </a:lnTo>
                  <a:lnTo>
                    <a:pt x="593471" y="948817"/>
                  </a:lnTo>
                  <a:lnTo>
                    <a:pt x="602361" y="884047"/>
                  </a:lnTo>
                  <a:lnTo>
                    <a:pt x="615696" y="756793"/>
                  </a:lnTo>
                  <a:lnTo>
                    <a:pt x="626872" y="629539"/>
                  </a:lnTo>
                  <a:lnTo>
                    <a:pt x="640334" y="491109"/>
                  </a:lnTo>
                  <a:lnTo>
                    <a:pt x="649224" y="421894"/>
                  </a:lnTo>
                  <a:lnTo>
                    <a:pt x="662559" y="352679"/>
                  </a:lnTo>
                  <a:lnTo>
                    <a:pt x="676021" y="292354"/>
                  </a:lnTo>
                  <a:lnTo>
                    <a:pt x="684911" y="229870"/>
                  </a:lnTo>
                  <a:lnTo>
                    <a:pt x="687070" y="198628"/>
                  </a:lnTo>
                  <a:lnTo>
                    <a:pt x="687070" y="167386"/>
                  </a:lnTo>
                  <a:close/>
                </a:path>
              </a:pathLst>
            </a:custGeom>
            <a:solidFill>
              <a:srgbClr val="F8F8F8"/>
            </a:solidFill>
          </p:spPr>
          <p:txBody>
            <a:bodyPr wrap="square" lIns="0" tIns="0" rIns="0" bIns="0" rtlCol="0"/>
            <a:lstStyle/>
            <a:p>
              <a:endParaRPr dirty="0"/>
            </a:p>
          </p:txBody>
        </p:sp>
      </p:grpSp>
      <p:sp>
        <p:nvSpPr>
          <p:cNvPr id="9" name="object 9"/>
          <p:cNvSpPr/>
          <p:nvPr/>
        </p:nvSpPr>
        <p:spPr>
          <a:xfrm>
            <a:off x="9500616" y="4792979"/>
            <a:ext cx="356870" cy="1889760"/>
          </a:xfrm>
          <a:custGeom>
            <a:avLst/>
            <a:gdLst/>
            <a:ahLst/>
            <a:cxnLst/>
            <a:rect l="l" t="t" r="r" b="b"/>
            <a:pathLst>
              <a:path w="356870" h="1889759">
                <a:moveTo>
                  <a:pt x="333756" y="33528"/>
                </a:moveTo>
                <a:lnTo>
                  <a:pt x="295656" y="8890"/>
                </a:lnTo>
                <a:lnTo>
                  <a:pt x="255270" y="0"/>
                </a:lnTo>
                <a:lnTo>
                  <a:pt x="235204" y="2286"/>
                </a:lnTo>
                <a:lnTo>
                  <a:pt x="197104" y="15621"/>
                </a:lnTo>
                <a:lnTo>
                  <a:pt x="163576" y="40132"/>
                </a:lnTo>
                <a:lnTo>
                  <a:pt x="134366" y="93726"/>
                </a:lnTo>
                <a:lnTo>
                  <a:pt x="123190" y="133858"/>
                </a:lnTo>
                <a:lnTo>
                  <a:pt x="116459" y="173990"/>
                </a:lnTo>
                <a:lnTo>
                  <a:pt x="100838" y="312420"/>
                </a:lnTo>
                <a:lnTo>
                  <a:pt x="87376" y="450723"/>
                </a:lnTo>
                <a:lnTo>
                  <a:pt x="65024" y="729615"/>
                </a:lnTo>
                <a:lnTo>
                  <a:pt x="42545" y="1017409"/>
                </a:lnTo>
                <a:lnTo>
                  <a:pt x="22479" y="1305217"/>
                </a:lnTo>
                <a:lnTo>
                  <a:pt x="9017" y="1593011"/>
                </a:lnTo>
                <a:lnTo>
                  <a:pt x="0" y="1880819"/>
                </a:lnTo>
                <a:lnTo>
                  <a:pt x="0" y="1885315"/>
                </a:lnTo>
                <a:lnTo>
                  <a:pt x="2286" y="1887512"/>
                </a:lnTo>
                <a:lnTo>
                  <a:pt x="9017" y="1889760"/>
                </a:lnTo>
                <a:lnTo>
                  <a:pt x="15748" y="1887512"/>
                </a:lnTo>
                <a:lnTo>
                  <a:pt x="17907" y="1885315"/>
                </a:lnTo>
                <a:lnTo>
                  <a:pt x="17907" y="1880819"/>
                </a:lnTo>
                <a:lnTo>
                  <a:pt x="26924" y="1633169"/>
                </a:lnTo>
                <a:lnTo>
                  <a:pt x="53721" y="1137881"/>
                </a:lnTo>
                <a:lnTo>
                  <a:pt x="69469" y="887984"/>
                </a:lnTo>
                <a:lnTo>
                  <a:pt x="89662" y="640334"/>
                </a:lnTo>
                <a:lnTo>
                  <a:pt x="112014" y="392684"/>
                </a:lnTo>
                <a:lnTo>
                  <a:pt x="123190" y="272288"/>
                </a:lnTo>
                <a:lnTo>
                  <a:pt x="129921" y="209677"/>
                </a:lnTo>
                <a:lnTo>
                  <a:pt x="138938" y="149479"/>
                </a:lnTo>
                <a:lnTo>
                  <a:pt x="152400" y="96012"/>
                </a:lnTo>
                <a:lnTo>
                  <a:pt x="181356" y="49149"/>
                </a:lnTo>
                <a:lnTo>
                  <a:pt x="212852" y="26797"/>
                </a:lnTo>
                <a:lnTo>
                  <a:pt x="250825" y="17780"/>
                </a:lnTo>
                <a:lnTo>
                  <a:pt x="271018" y="17780"/>
                </a:lnTo>
                <a:lnTo>
                  <a:pt x="291211" y="22352"/>
                </a:lnTo>
                <a:lnTo>
                  <a:pt x="309118" y="29083"/>
                </a:lnTo>
                <a:lnTo>
                  <a:pt x="331470" y="40132"/>
                </a:lnTo>
                <a:lnTo>
                  <a:pt x="333756" y="37846"/>
                </a:lnTo>
                <a:lnTo>
                  <a:pt x="333756" y="33528"/>
                </a:lnTo>
                <a:close/>
              </a:path>
              <a:path w="356870" h="1889759">
                <a:moveTo>
                  <a:pt x="356616" y="255905"/>
                </a:moveTo>
                <a:lnTo>
                  <a:pt x="354330" y="251587"/>
                </a:lnTo>
                <a:lnTo>
                  <a:pt x="347599" y="251587"/>
                </a:lnTo>
                <a:lnTo>
                  <a:pt x="345313" y="255905"/>
                </a:lnTo>
                <a:lnTo>
                  <a:pt x="327279" y="441198"/>
                </a:lnTo>
                <a:lnTo>
                  <a:pt x="293497" y="992416"/>
                </a:lnTo>
                <a:lnTo>
                  <a:pt x="243840" y="1751203"/>
                </a:lnTo>
                <a:lnTo>
                  <a:pt x="246126" y="1753463"/>
                </a:lnTo>
                <a:lnTo>
                  <a:pt x="246126" y="1757895"/>
                </a:lnTo>
                <a:lnTo>
                  <a:pt x="250571" y="1760156"/>
                </a:lnTo>
                <a:lnTo>
                  <a:pt x="252857" y="1760156"/>
                </a:lnTo>
                <a:lnTo>
                  <a:pt x="261874" y="1757895"/>
                </a:lnTo>
                <a:lnTo>
                  <a:pt x="264160" y="1753463"/>
                </a:lnTo>
                <a:lnTo>
                  <a:pt x="264160" y="1751203"/>
                </a:lnTo>
                <a:lnTo>
                  <a:pt x="311531" y="1010310"/>
                </a:lnTo>
                <a:lnTo>
                  <a:pt x="338582" y="633095"/>
                </a:lnTo>
                <a:lnTo>
                  <a:pt x="349885" y="445643"/>
                </a:lnTo>
                <a:lnTo>
                  <a:pt x="354330" y="349758"/>
                </a:lnTo>
                <a:lnTo>
                  <a:pt x="356616" y="255905"/>
                </a:lnTo>
                <a:close/>
              </a:path>
            </a:pathLst>
          </a:custGeom>
          <a:solidFill>
            <a:srgbClr val="F8F8F8"/>
          </a:solidFill>
        </p:spPr>
        <p:txBody>
          <a:bodyPr wrap="square" lIns="0" tIns="0" rIns="0" bIns="0" rtlCol="0"/>
          <a:lstStyle/>
          <a:p>
            <a:endParaRPr dirty="0"/>
          </a:p>
        </p:txBody>
      </p:sp>
      <p:sp>
        <p:nvSpPr>
          <p:cNvPr id="10" name="object 10"/>
          <p:cNvSpPr/>
          <p:nvPr/>
        </p:nvSpPr>
        <p:spPr>
          <a:xfrm>
            <a:off x="9829800" y="4788534"/>
            <a:ext cx="2362200" cy="379730"/>
          </a:xfrm>
          <a:custGeom>
            <a:avLst/>
            <a:gdLst/>
            <a:ahLst/>
            <a:cxnLst/>
            <a:rect l="l" t="t" r="r" b="b"/>
            <a:pathLst>
              <a:path w="2362200" h="379729">
                <a:moveTo>
                  <a:pt x="1267968" y="196215"/>
                </a:moveTo>
                <a:lnTo>
                  <a:pt x="1265682" y="192024"/>
                </a:lnTo>
                <a:lnTo>
                  <a:pt x="1261110" y="187833"/>
                </a:lnTo>
                <a:lnTo>
                  <a:pt x="1258824" y="187833"/>
                </a:lnTo>
                <a:lnTo>
                  <a:pt x="1254252" y="185801"/>
                </a:lnTo>
                <a:lnTo>
                  <a:pt x="1242822" y="185801"/>
                </a:lnTo>
                <a:lnTo>
                  <a:pt x="1240536" y="189992"/>
                </a:lnTo>
                <a:lnTo>
                  <a:pt x="1236091" y="192024"/>
                </a:lnTo>
                <a:lnTo>
                  <a:pt x="1236091" y="204343"/>
                </a:lnTo>
                <a:lnTo>
                  <a:pt x="1238250" y="208534"/>
                </a:lnTo>
                <a:lnTo>
                  <a:pt x="1240536" y="208534"/>
                </a:lnTo>
                <a:lnTo>
                  <a:pt x="1242822" y="212725"/>
                </a:lnTo>
                <a:lnTo>
                  <a:pt x="1249680" y="212725"/>
                </a:lnTo>
                <a:lnTo>
                  <a:pt x="1254252" y="214757"/>
                </a:lnTo>
                <a:lnTo>
                  <a:pt x="1263396" y="210566"/>
                </a:lnTo>
                <a:lnTo>
                  <a:pt x="1267968" y="202311"/>
                </a:lnTo>
                <a:lnTo>
                  <a:pt x="1267968" y="196215"/>
                </a:lnTo>
                <a:close/>
              </a:path>
              <a:path w="2362200" h="379729">
                <a:moveTo>
                  <a:pt x="1382141" y="193929"/>
                </a:moveTo>
                <a:lnTo>
                  <a:pt x="1379982" y="187071"/>
                </a:lnTo>
                <a:lnTo>
                  <a:pt x="1370965" y="173609"/>
                </a:lnTo>
                <a:lnTo>
                  <a:pt x="1364234" y="171323"/>
                </a:lnTo>
                <a:lnTo>
                  <a:pt x="1355217" y="169037"/>
                </a:lnTo>
                <a:lnTo>
                  <a:pt x="1348359" y="169037"/>
                </a:lnTo>
                <a:lnTo>
                  <a:pt x="1341628" y="171323"/>
                </a:lnTo>
                <a:lnTo>
                  <a:pt x="1334897" y="175768"/>
                </a:lnTo>
                <a:lnTo>
                  <a:pt x="1325880" y="184785"/>
                </a:lnTo>
                <a:lnTo>
                  <a:pt x="1321435" y="191643"/>
                </a:lnTo>
                <a:lnTo>
                  <a:pt x="1321435" y="207391"/>
                </a:lnTo>
                <a:lnTo>
                  <a:pt x="1325880" y="214249"/>
                </a:lnTo>
                <a:lnTo>
                  <a:pt x="1328166" y="218694"/>
                </a:lnTo>
                <a:lnTo>
                  <a:pt x="1334897" y="225425"/>
                </a:lnTo>
                <a:lnTo>
                  <a:pt x="1348359" y="229997"/>
                </a:lnTo>
                <a:lnTo>
                  <a:pt x="1355217" y="229997"/>
                </a:lnTo>
                <a:lnTo>
                  <a:pt x="1364234" y="227711"/>
                </a:lnTo>
                <a:lnTo>
                  <a:pt x="1370965" y="223266"/>
                </a:lnTo>
                <a:lnTo>
                  <a:pt x="1379982" y="209677"/>
                </a:lnTo>
                <a:lnTo>
                  <a:pt x="1382141" y="202946"/>
                </a:lnTo>
                <a:lnTo>
                  <a:pt x="1382141" y="193929"/>
                </a:lnTo>
                <a:close/>
              </a:path>
              <a:path w="2362200" h="379729">
                <a:moveTo>
                  <a:pt x="2362073" y="357124"/>
                </a:moveTo>
                <a:lnTo>
                  <a:pt x="1513586" y="317119"/>
                </a:lnTo>
                <a:lnTo>
                  <a:pt x="1229995" y="301625"/>
                </a:lnTo>
                <a:lnTo>
                  <a:pt x="633730" y="263906"/>
                </a:lnTo>
                <a:lnTo>
                  <a:pt x="332232" y="241681"/>
                </a:lnTo>
                <a:lnTo>
                  <a:pt x="173736" y="228346"/>
                </a:lnTo>
                <a:lnTo>
                  <a:pt x="93345" y="224028"/>
                </a:lnTo>
                <a:lnTo>
                  <a:pt x="53213" y="224028"/>
                </a:lnTo>
                <a:lnTo>
                  <a:pt x="12954" y="226187"/>
                </a:lnTo>
                <a:lnTo>
                  <a:pt x="10795" y="228346"/>
                </a:lnTo>
                <a:lnTo>
                  <a:pt x="10795" y="232791"/>
                </a:lnTo>
                <a:lnTo>
                  <a:pt x="12954" y="232791"/>
                </a:lnTo>
                <a:lnTo>
                  <a:pt x="48641" y="239395"/>
                </a:lnTo>
                <a:lnTo>
                  <a:pt x="84455" y="243967"/>
                </a:lnTo>
                <a:lnTo>
                  <a:pt x="155829" y="250571"/>
                </a:lnTo>
                <a:lnTo>
                  <a:pt x="298831" y="257302"/>
                </a:lnTo>
                <a:lnTo>
                  <a:pt x="598043" y="279400"/>
                </a:lnTo>
                <a:lnTo>
                  <a:pt x="1212088" y="319405"/>
                </a:lnTo>
                <a:lnTo>
                  <a:pt x="1788287" y="354838"/>
                </a:lnTo>
                <a:lnTo>
                  <a:pt x="2074037" y="368173"/>
                </a:lnTo>
                <a:lnTo>
                  <a:pt x="2362073" y="379222"/>
                </a:lnTo>
                <a:lnTo>
                  <a:pt x="2362073" y="357124"/>
                </a:lnTo>
                <a:close/>
              </a:path>
              <a:path w="2362200" h="379729">
                <a:moveTo>
                  <a:pt x="2362073" y="151257"/>
                </a:moveTo>
                <a:lnTo>
                  <a:pt x="727837" y="59944"/>
                </a:lnTo>
                <a:lnTo>
                  <a:pt x="727125" y="57785"/>
                </a:lnTo>
                <a:lnTo>
                  <a:pt x="725678" y="53340"/>
                </a:lnTo>
                <a:lnTo>
                  <a:pt x="723392" y="48895"/>
                </a:lnTo>
                <a:lnTo>
                  <a:pt x="712216" y="42164"/>
                </a:lnTo>
                <a:lnTo>
                  <a:pt x="703326" y="39204"/>
                </a:lnTo>
                <a:lnTo>
                  <a:pt x="703326" y="57785"/>
                </a:lnTo>
                <a:lnTo>
                  <a:pt x="455549" y="44450"/>
                </a:lnTo>
                <a:lnTo>
                  <a:pt x="468884" y="37719"/>
                </a:lnTo>
                <a:lnTo>
                  <a:pt x="495681" y="33274"/>
                </a:lnTo>
                <a:lnTo>
                  <a:pt x="509143" y="33274"/>
                </a:lnTo>
                <a:lnTo>
                  <a:pt x="535813" y="35433"/>
                </a:lnTo>
                <a:lnTo>
                  <a:pt x="562610" y="40005"/>
                </a:lnTo>
                <a:lnTo>
                  <a:pt x="625221" y="44450"/>
                </a:lnTo>
                <a:lnTo>
                  <a:pt x="669798" y="51054"/>
                </a:lnTo>
                <a:lnTo>
                  <a:pt x="689864" y="53340"/>
                </a:lnTo>
                <a:lnTo>
                  <a:pt x="703326" y="57785"/>
                </a:lnTo>
                <a:lnTo>
                  <a:pt x="703326" y="39204"/>
                </a:lnTo>
                <a:lnTo>
                  <a:pt x="698881" y="37719"/>
                </a:lnTo>
                <a:lnTo>
                  <a:pt x="685419" y="35433"/>
                </a:lnTo>
                <a:lnTo>
                  <a:pt x="654177" y="33274"/>
                </a:lnTo>
                <a:lnTo>
                  <a:pt x="631952" y="33274"/>
                </a:lnTo>
                <a:lnTo>
                  <a:pt x="488950" y="17653"/>
                </a:lnTo>
                <a:lnTo>
                  <a:pt x="475615" y="17653"/>
                </a:lnTo>
                <a:lnTo>
                  <a:pt x="471043" y="22098"/>
                </a:lnTo>
                <a:lnTo>
                  <a:pt x="464439" y="26670"/>
                </a:lnTo>
                <a:lnTo>
                  <a:pt x="453263" y="42164"/>
                </a:lnTo>
                <a:lnTo>
                  <a:pt x="453263" y="44450"/>
                </a:lnTo>
                <a:lnTo>
                  <a:pt x="366141" y="37719"/>
                </a:lnTo>
                <a:lnTo>
                  <a:pt x="363982" y="33274"/>
                </a:lnTo>
                <a:lnTo>
                  <a:pt x="362864" y="31115"/>
                </a:lnTo>
                <a:lnTo>
                  <a:pt x="361696" y="28829"/>
                </a:lnTo>
                <a:lnTo>
                  <a:pt x="359537" y="28829"/>
                </a:lnTo>
                <a:lnTo>
                  <a:pt x="301498" y="24384"/>
                </a:lnTo>
                <a:lnTo>
                  <a:pt x="245618" y="17653"/>
                </a:lnTo>
                <a:lnTo>
                  <a:pt x="232041" y="15494"/>
                </a:lnTo>
                <a:lnTo>
                  <a:pt x="133985" y="0"/>
                </a:lnTo>
                <a:lnTo>
                  <a:pt x="129540" y="2159"/>
                </a:lnTo>
                <a:lnTo>
                  <a:pt x="127381" y="4318"/>
                </a:lnTo>
                <a:lnTo>
                  <a:pt x="127381" y="24384"/>
                </a:lnTo>
                <a:lnTo>
                  <a:pt x="133985" y="22098"/>
                </a:lnTo>
                <a:lnTo>
                  <a:pt x="136144" y="19939"/>
                </a:lnTo>
                <a:lnTo>
                  <a:pt x="136144" y="15494"/>
                </a:lnTo>
                <a:lnTo>
                  <a:pt x="171958" y="19939"/>
                </a:lnTo>
                <a:lnTo>
                  <a:pt x="209931" y="28829"/>
                </a:lnTo>
                <a:lnTo>
                  <a:pt x="232283" y="31115"/>
                </a:lnTo>
                <a:lnTo>
                  <a:pt x="158496" y="26670"/>
                </a:lnTo>
                <a:lnTo>
                  <a:pt x="91567" y="24384"/>
                </a:lnTo>
                <a:lnTo>
                  <a:pt x="71501" y="22098"/>
                </a:lnTo>
                <a:lnTo>
                  <a:pt x="40259" y="19939"/>
                </a:lnTo>
                <a:lnTo>
                  <a:pt x="13462" y="15494"/>
                </a:lnTo>
                <a:lnTo>
                  <a:pt x="6731" y="11049"/>
                </a:lnTo>
                <a:lnTo>
                  <a:pt x="6731" y="6604"/>
                </a:lnTo>
                <a:lnTo>
                  <a:pt x="8890" y="4318"/>
                </a:lnTo>
                <a:lnTo>
                  <a:pt x="6731" y="2159"/>
                </a:lnTo>
                <a:lnTo>
                  <a:pt x="2286" y="8763"/>
                </a:lnTo>
                <a:lnTo>
                  <a:pt x="0" y="13335"/>
                </a:lnTo>
                <a:lnTo>
                  <a:pt x="0" y="15494"/>
                </a:lnTo>
                <a:lnTo>
                  <a:pt x="4445" y="19939"/>
                </a:lnTo>
                <a:lnTo>
                  <a:pt x="17907" y="26670"/>
                </a:lnTo>
                <a:lnTo>
                  <a:pt x="35687" y="31115"/>
                </a:lnTo>
                <a:lnTo>
                  <a:pt x="73787" y="35433"/>
                </a:lnTo>
                <a:lnTo>
                  <a:pt x="91567" y="37719"/>
                </a:lnTo>
                <a:lnTo>
                  <a:pt x="2362073" y="168910"/>
                </a:lnTo>
                <a:lnTo>
                  <a:pt x="2362073" y="151257"/>
                </a:lnTo>
                <a:close/>
              </a:path>
            </a:pathLst>
          </a:custGeom>
          <a:solidFill>
            <a:srgbClr val="F8F8F8"/>
          </a:solidFill>
        </p:spPr>
        <p:txBody>
          <a:bodyPr wrap="square" lIns="0" tIns="0" rIns="0" bIns="0" rtlCol="0"/>
          <a:lstStyle/>
          <a:p>
            <a:endParaRPr dirty="0"/>
          </a:p>
        </p:txBody>
      </p:sp>
      <p:sp>
        <p:nvSpPr>
          <p:cNvPr id="11" name="object 11"/>
          <p:cNvSpPr/>
          <p:nvPr/>
        </p:nvSpPr>
        <p:spPr>
          <a:xfrm>
            <a:off x="11280775" y="6763577"/>
            <a:ext cx="94360" cy="65465"/>
          </a:xfrm>
          <a:prstGeom prst="rect">
            <a:avLst/>
          </a:prstGeom>
          <a:blipFill>
            <a:blip r:embed="rId6" cstate="print"/>
            <a:stretch>
              <a:fillRect/>
            </a:stretch>
          </a:blipFill>
        </p:spPr>
        <p:txBody>
          <a:bodyPr wrap="square" lIns="0" tIns="0" rIns="0" bIns="0" rtlCol="0"/>
          <a:lstStyle/>
          <a:p>
            <a:endParaRPr dirty="0"/>
          </a:p>
        </p:txBody>
      </p:sp>
      <p:grpSp>
        <p:nvGrpSpPr>
          <p:cNvPr id="12" name="object 12"/>
          <p:cNvGrpSpPr/>
          <p:nvPr/>
        </p:nvGrpSpPr>
        <p:grpSpPr>
          <a:xfrm>
            <a:off x="9490075" y="6551676"/>
            <a:ext cx="2701925" cy="299085"/>
            <a:chOff x="9490075" y="6551676"/>
            <a:chExt cx="2701925" cy="299085"/>
          </a:xfrm>
        </p:grpSpPr>
        <p:sp>
          <p:nvSpPr>
            <p:cNvPr id="13" name="object 13"/>
            <p:cNvSpPr/>
            <p:nvPr/>
          </p:nvSpPr>
          <p:spPr>
            <a:xfrm>
              <a:off x="9749028" y="6551676"/>
              <a:ext cx="2442845" cy="259715"/>
            </a:xfrm>
            <a:custGeom>
              <a:avLst/>
              <a:gdLst/>
              <a:ahLst/>
              <a:cxnLst/>
              <a:rect l="l" t="t" r="r" b="b"/>
              <a:pathLst>
                <a:path w="2442845" h="259715">
                  <a:moveTo>
                    <a:pt x="1447673" y="204660"/>
                  </a:moveTo>
                  <a:lnTo>
                    <a:pt x="1445514" y="202374"/>
                  </a:lnTo>
                  <a:lnTo>
                    <a:pt x="1441069" y="200152"/>
                  </a:lnTo>
                  <a:lnTo>
                    <a:pt x="1423162" y="196176"/>
                  </a:lnTo>
                  <a:lnTo>
                    <a:pt x="1423162" y="220560"/>
                  </a:lnTo>
                  <a:lnTo>
                    <a:pt x="1423162" y="229577"/>
                  </a:lnTo>
                  <a:lnTo>
                    <a:pt x="1420876" y="240969"/>
                  </a:lnTo>
                  <a:lnTo>
                    <a:pt x="1288796" y="229577"/>
                  </a:lnTo>
                  <a:lnTo>
                    <a:pt x="1230630" y="222783"/>
                  </a:lnTo>
                  <a:lnTo>
                    <a:pt x="1201547" y="220560"/>
                  </a:lnTo>
                  <a:lnTo>
                    <a:pt x="1172464" y="222783"/>
                  </a:lnTo>
                  <a:lnTo>
                    <a:pt x="1181354" y="172923"/>
                  </a:lnTo>
                  <a:lnTo>
                    <a:pt x="1212723" y="179730"/>
                  </a:lnTo>
                  <a:lnTo>
                    <a:pt x="1275334" y="184251"/>
                  </a:lnTo>
                  <a:lnTo>
                    <a:pt x="1306703" y="188760"/>
                  </a:lnTo>
                  <a:lnTo>
                    <a:pt x="1371727" y="202374"/>
                  </a:lnTo>
                  <a:lnTo>
                    <a:pt x="1393952" y="204660"/>
                  </a:lnTo>
                  <a:lnTo>
                    <a:pt x="1411986" y="209169"/>
                  </a:lnTo>
                  <a:lnTo>
                    <a:pt x="1418717" y="213753"/>
                  </a:lnTo>
                  <a:lnTo>
                    <a:pt x="1423162" y="220560"/>
                  </a:lnTo>
                  <a:lnTo>
                    <a:pt x="1423162" y="196176"/>
                  </a:lnTo>
                  <a:lnTo>
                    <a:pt x="1369441" y="184251"/>
                  </a:lnTo>
                  <a:lnTo>
                    <a:pt x="1307934" y="172923"/>
                  </a:lnTo>
                  <a:lnTo>
                    <a:pt x="1295527" y="170637"/>
                  </a:lnTo>
                  <a:lnTo>
                    <a:pt x="1237361" y="163830"/>
                  </a:lnTo>
                  <a:lnTo>
                    <a:pt x="1205992" y="161544"/>
                  </a:lnTo>
                  <a:lnTo>
                    <a:pt x="1176909" y="163830"/>
                  </a:lnTo>
                  <a:lnTo>
                    <a:pt x="1170178" y="163830"/>
                  </a:lnTo>
                  <a:lnTo>
                    <a:pt x="1159002" y="166128"/>
                  </a:lnTo>
                  <a:lnTo>
                    <a:pt x="1159002" y="168351"/>
                  </a:lnTo>
                  <a:lnTo>
                    <a:pt x="1167892" y="170637"/>
                  </a:lnTo>
                  <a:lnTo>
                    <a:pt x="1161288" y="195567"/>
                  </a:lnTo>
                  <a:lnTo>
                    <a:pt x="1156716" y="222783"/>
                  </a:lnTo>
                  <a:lnTo>
                    <a:pt x="1159002" y="227355"/>
                  </a:lnTo>
                  <a:lnTo>
                    <a:pt x="1161288" y="231876"/>
                  </a:lnTo>
                  <a:lnTo>
                    <a:pt x="1167892" y="231876"/>
                  </a:lnTo>
                  <a:lnTo>
                    <a:pt x="1172464" y="229577"/>
                  </a:lnTo>
                  <a:lnTo>
                    <a:pt x="1199261" y="236385"/>
                  </a:lnTo>
                  <a:lnTo>
                    <a:pt x="1230630" y="240969"/>
                  </a:lnTo>
                  <a:lnTo>
                    <a:pt x="1288796" y="245478"/>
                  </a:lnTo>
                  <a:lnTo>
                    <a:pt x="1429893" y="259092"/>
                  </a:lnTo>
                  <a:lnTo>
                    <a:pt x="1432052" y="256794"/>
                  </a:lnTo>
                  <a:lnTo>
                    <a:pt x="1436624" y="254571"/>
                  </a:lnTo>
                  <a:lnTo>
                    <a:pt x="1436624" y="245478"/>
                  </a:lnTo>
                  <a:lnTo>
                    <a:pt x="1438084" y="240969"/>
                  </a:lnTo>
                  <a:lnTo>
                    <a:pt x="1447673" y="211467"/>
                  </a:lnTo>
                  <a:lnTo>
                    <a:pt x="1447673" y="204660"/>
                  </a:lnTo>
                  <a:close/>
                </a:path>
                <a:path w="2442845" h="259715">
                  <a:moveTo>
                    <a:pt x="2442845" y="168910"/>
                  </a:moveTo>
                  <a:lnTo>
                    <a:pt x="2148205" y="140068"/>
                  </a:lnTo>
                  <a:lnTo>
                    <a:pt x="1853438" y="115570"/>
                  </a:lnTo>
                  <a:lnTo>
                    <a:pt x="1263904" y="71158"/>
                  </a:lnTo>
                  <a:lnTo>
                    <a:pt x="627507" y="31153"/>
                  </a:lnTo>
                  <a:lnTo>
                    <a:pt x="308229" y="13335"/>
                  </a:lnTo>
                  <a:lnTo>
                    <a:pt x="156337" y="2247"/>
                  </a:lnTo>
                  <a:lnTo>
                    <a:pt x="78232" y="0"/>
                  </a:lnTo>
                  <a:lnTo>
                    <a:pt x="40132" y="0"/>
                  </a:lnTo>
                  <a:lnTo>
                    <a:pt x="2286" y="2247"/>
                  </a:lnTo>
                  <a:lnTo>
                    <a:pt x="0" y="4483"/>
                  </a:lnTo>
                  <a:lnTo>
                    <a:pt x="2286" y="6667"/>
                  </a:lnTo>
                  <a:lnTo>
                    <a:pt x="37973" y="13335"/>
                  </a:lnTo>
                  <a:lnTo>
                    <a:pt x="73660" y="17818"/>
                  </a:lnTo>
                  <a:lnTo>
                    <a:pt x="145161" y="22237"/>
                  </a:lnTo>
                  <a:lnTo>
                    <a:pt x="290322" y="26733"/>
                  </a:lnTo>
                  <a:lnTo>
                    <a:pt x="609600" y="44488"/>
                  </a:lnTo>
                  <a:lnTo>
                    <a:pt x="926719" y="64490"/>
                  </a:lnTo>
                  <a:lnTo>
                    <a:pt x="1245997" y="86728"/>
                  </a:lnTo>
                  <a:lnTo>
                    <a:pt x="1844421" y="135572"/>
                  </a:lnTo>
                  <a:lnTo>
                    <a:pt x="2442845" y="188912"/>
                  </a:lnTo>
                  <a:lnTo>
                    <a:pt x="2442845" y="168910"/>
                  </a:lnTo>
                  <a:close/>
                </a:path>
              </a:pathLst>
            </a:custGeom>
            <a:solidFill>
              <a:srgbClr val="F8F8F8"/>
            </a:solidFill>
          </p:spPr>
          <p:txBody>
            <a:bodyPr wrap="square" lIns="0" tIns="0" rIns="0" bIns="0" rtlCol="0"/>
            <a:lstStyle/>
            <a:p>
              <a:endParaRPr dirty="0"/>
            </a:p>
          </p:txBody>
        </p:sp>
        <p:sp>
          <p:nvSpPr>
            <p:cNvPr id="14" name="object 14"/>
            <p:cNvSpPr/>
            <p:nvPr/>
          </p:nvSpPr>
          <p:spPr>
            <a:xfrm>
              <a:off x="10713719" y="6682803"/>
              <a:ext cx="106552" cy="91309"/>
            </a:xfrm>
            <a:prstGeom prst="rect">
              <a:avLst/>
            </a:prstGeom>
            <a:blipFill>
              <a:blip r:embed="rId7" cstate="print"/>
              <a:stretch>
                <a:fillRect/>
              </a:stretch>
            </a:blipFill>
          </p:spPr>
          <p:txBody>
            <a:bodyPr wrap="square" lIns="0" tIns="0" rIns="0" bIns="0" rtlCol="0"/>
            <a:lstStyle/>
            <a:p>
              <a:endParaRPr dirty="0"/>
            </a:p>
          </p:txBody>
        </p:sp>
        <p:sp>
          <p:nvSpPr>
            <p:cNvPr id="15" name="object 15"/>
            <p:cNvSpPr/>
            <p:nvPr/>
          </p:nvSpPr>
          <p:spPr>
            <a:xfrm>
              <a:off x="9490075" y="6672135"/>
              <a:ext cx="1550035" cy="178435"/>
            </a:xfrm>
            <a:custGeom>
              <a:avLst/>
              <a:gdLst/>
              <a:ahLst/>
              <a:cxnLst/>
              <a:rect l="l" t="t" r="r" b="b"/>
              <a:pathLst>
                <a:path w="1550034" h="178434">
                  <a:moveTo>
                    <a:pt x="6603" y="0"/>
                  </a:moveTo>
                  <a:lnTo>
                    <a:pt x="4445" y="0"/>
                  </a:lnTo>
                  <a:lnTo>
                    <a:pt x="0" y="2184"/>
                  </a:lnTo>
                  <a:lnTo>
                    <a:pt x="0" y="6692"/>
                  </a:lnTo>
                  <a:lnTo>
                    <a:pt x="4445" y="24485"/>
                  </a:lnTo>
                  <a:lnTo>
                    <a:pt x="49149" y="69035"/>
                  </a:lnTo>
                  <a:lnTo>
                    <a:pt x="98171" y="84655"/>
                  </a:lnTo>
                  <a:lnTo>
                    <a:pt x="160781" y="95775"/>
                  </a:lnTo>
                  <a:lnTo>
                    <a:pt x="225425" y="102459"/>
                  </a:lnTo>
                  <a:lnTo>
                    <a:pt x="350520" y="111395"/>
                  </a:lnTo>
                  <a:lnTo>
                    <a:pt x="631951" y="135884"/>
                  </a:lnTo>
                  <a:lnTo>
                    <a:pt x="911098" y="158189"/>
                  </a:lnTo>
                  <a:lnTo>
                    <a:pt x="1201293" y="178243"/>
                  </a:lnTo>
                  <a:lnTo>
                    <a:pt x="1549780" y="178243"/>
                  </a:lnTo>
                  <a:lnTo>
                    <a:pt x="1275079" y="162623"/>
                  </a:lnTo>
                  <a:lnTo>
                    <a:pt x="1000378" y="144819"/>
                  </a:lnTo>
                  <a:lnTo>
                    <a:pt x="745744" y="127015"/>
                  </a:lnTo>
                  <a:lnTo>
                    <a:pt x="491235" y="104710"/>
                  </a:lnTo>
                  <a:lnTo>
                    <a:pt x="227710" y="80220"/>
                  </a:lnTo>
                  <a:lnTo>
                    <a:pt x="171830" y="75721"/>
                  </a:lnTo>
                  <a:lnTo>
                    <a:pt x="102743" y="69035"/>
                  </a:lnTo>
                  <a:lnTo>
                    <a:pt x="55752" y="53479"/>
                  </a:lnTo>
                  <a:lnTo>
                    <a:pt x="22351" y="28930"/>
                  </a:lnTo>
                  <a:lnTo>
                    <a:pt x="11049" y="4432"/>
                  </a:lnTo>
                  <a:lnTo>
                    <a:pt x="6603" y="0"/>
                  </a:lnTo>
                  <a:close/>
                </a:path>
              </a:pathLst>
            </a:custGeom>
            <a:solidFill>
              <a:srgbClr val="F8F8F8"/>
            </a:solidFill>
          </p:spPr>
          <p:txBody>
            <a:bodyPr wrap="square" lIns="0" tIns="0" rIns="0" bIns="0" rtlCol="0"/>
            <a:lstStyle/>
            <a:p>
              <a:endParaRPr dirty="0"/>
            </a:p>
          </p:txBody>
        </p:sp>
      </p:grpSp>
      <p:sp>
        <p:nvSpPr>
          <p:cNvPr id="16" name="object 16"/>
          <p:cNvSpPr/>
          <p:nvPr/>
        </p:nvSpPr>
        <p:spPr>
          <a:xfrm>
            <a:off x="301815" y="1054735"/>
            <a:ext cx="1554289" cy="1086485"/>
          </a:xfrm>
          <a:prstGeom prst="rect">
            <a:avLst/>
          </a:prstGeom>
          <a:blipFill>
            <a:blip r:embed="rId8" cstate="print"/>
            <a:stretch>
              <a:fillRect/>
            </a:stretch>
          </a:blipFill>
        </p:spPr>
        <p:txBody>
          <a:bodyPr wrap="square" lIns="0" tIns="0" rIns="0" bIns="0" rtlCol="0"/>
          <a:lstStyle/>
          <a:p>
            <a:endParaRPr dirty="0"/>
          </a:p>
        </p:txBody>
      </p:sp>
      <p:sp>
        <p:nvSpPr>
          <p:cNvPr id="17" name="object 17"/>
          <p:cNvSpPr/>
          <p:nvPr/>
        </p:nvSpPr>
        <p:spPr>
          <a:xfrm>
            <a:off x="5949696" y="5514022"/>
            <a:ext cx="589915" cy="976630"/>
          </a:xfrm>
          <a:custGeom>
            <a:avLst/>
            <a:gdLst/>
            <a:ahLst/>
            <a:cxnLst/>
            <a:rect l="l" t="t" r="r" b="b"/>
            <a:pathLst>
              <a:path w="589915" h="976629">
                <a:moveTo>
                  <a:pt x="337312" y="0"/>
                </a:moveTo>
                <a:lnTo>
                  <a:pt x="332866" y="0"/>
                </a:lnTo>
                <a:lnTo>
                  <a:pt x="332866" y="2539"/>
                </a:lnTo>
                <a:lnTo>
                  <a:pt x="265811" y="16509"/>
                </a:lnTo>
                <a:lnTo>
                  <a:pt x="201040" y="31749"/>
                </a:lnTo>
                <a:lnTo>
                  <a:pt x="196595" y="34289"/>
                </a:lnTo>
                <a:lnTo>
                  <a:pt x="194309" y="38099"/>
                </a:lnTo>
                <a:lnTo>
                  <a:pt x="172084" y="52069"/>
                </a:lnTo>
                <a:lnTo>
                  <a:pt x="133984" y="87629"/>
                </a:lnTo>
                <a:lnTo>
                  <a:pt x="107187" y="125729"/>
                </a:lnTo>
                <a:lnTo>
                  <a:pt x="82676" y="179069"/>
                </a:lnTo>
                <a:lnTo>
                  <a:pt x="71500" y="217169"/>
                </a:lnTo>
                <a:lnTo>
                  <a:pt x="62611" y="255269"/>
                </a:lnTo>
                <a:lnTo>
                  <a:pt x="49149" y="308609"/>
                </a:lnTo>
                <a:lnTo>
                  <a:pt x="37973" y="364489"/>
                </a:lnTo>
                <a:lnTo>
                  <a:pt x="29082" y="419099"/>
                </a:lnTo>
                <a:lnTo>
                  <a:pt x="20065" y="474979"/>
                </a:lnTo>
                <a:lnTo>
                  <a:pt x="9016" y="562609"/>
                </a:lnTo>
                <a:lnTo>
                  <a:pt x="4571" y="609599"/>
                </a:lnTo>
                <a:lnTo>
                  <a:pt x="2162" y="656589"/>
                </a:lnTo>
                <a:lnTo>
                  <a:pt x="0" y="701039"/>
                </a:lnTo>
                <a:lnTo>
                  <a:pt x="4571" y="789939"/>
                </a:lnTo>
                <a:lnTo>
                  <a:pt x="13462" y="831849"/>
                </a:lnTo>
                <a:lnTo>
                  <a:pt x="31368" y="883919"/>
                </a:lnTo>
                <a:lnTo>
                  <a:pt x="60325" y="923289"/>
                </a:lnTo>
                <a:lnTo>
                  <a:pt x="71500" y="932179"/>
                </a:lnTo>
                <a:lnTo>
                  <a:pt x="84962" y="943609"/>
                </a:lnTo>
                <a:lnTo>
                  <a:pt x="98298" y="949959"/>
                </a:lnTo>
                <a:lnTo>
                  <a:pt x="111759" y="957579"/>
                </a:lnTo>
                <a:lnTo>
                  <a:pt x="143001" y="969009"/>
                </a:lnTo>
                <a:lnTo>
                  <a:pt x="176529" y="975359"/>
                </a:lnTo>
                <a:lnTo>
                  <a:pt x="212216" y="976629"/>
                </a:lnTo>
                <a:lnTo>
                  <a:pt x="252475" y="976629"/>
                </a:lnTo>
                <a:lnTo>
                  <a:pt x="292607" y="975359"/>
                </a:lnTo>
                <a:lnTo>
                  <a:pt x="330580" y="969009"/>
                </a:lnTo>
                <a:lnTo>
                  <a:pt x="366394" y="958849"/>
                </a:lnTo>
                <a:lnTo>
                  <a:pt x="207771" y="958849"/>
                </a:lnTo>
                <a:lnTo>
                  <a:pt x="169799" y="955039"/>
                </a:lnTo>
                <a:lnTo>
                  <a:pt x="151891" y="952499"/>
                </a:lnTo>
                <a:lnTo>
                  <a:pt x="116204" y="939799"/>
                </a:lnTo>
                <a:lnTo>
                  <a:pt x="100456" y="932179"/>
                </a:lnTo>
                <a:lnTo>
                  <a:pt x="87121" y="922019"/>
                </a:lnTo>
                <a:lnTo>
                  <a:pt x="71500" y="910589"/>
                </a:lnTo>
                <a:lnTo>
                  <a:pt x="49149" y="878839"/>
                </a:lnTo>
                <a:lnTo>
                  <a:pt x="31368" y="840739"/>
                </a:lnTo>
                <a:lnTo>
                  <a:pt x="17906" y="769619"/>
                </a:lnTo>
                <a:lnTo>
                  <a:pt x="15620" y="731519"/>
                </a:lnTo>
                <a:lnTo>
                  <a:pt x="17906" y="694689"/>
                </a:lnTo>
                <a:lnTo>
                  <a:pt x="22351" y="618489"/>
                </a:lnTo>
                <a:lnTo>
                  <a:pt x="29082" y="544829"/>
                </a:lnTo>
                <a:lnTo>
                  <a:pt x="51434" y="379729"/>
                </a:lnTo>
                <a:lnTo>
                  <a:pt x="69214" y="299719"/>
                </a:lnTo>
                <a:lnTo>
                  <a:pt x="89407" y="217169"/>
                </a:lnTo>
                <a:lnTo>
                  <a:pt x="107187" y="167639"/>
                </a:lnTo>
                <a:lnTo>
                  <a:pt x="136270" y="116839"/>
                </a:lnTo>
                <a:lnTo>
                  <a:pt x="172084" y="73659"/>
                </a:lnTo>
                <a:lnTo>
                  <a:pt x="216662" y="45719"/>
                </a:lnTo>
                <a:lnTo>
                  <a:pt x="259206" y="34289"/>
                </a:lnTo>
                <a:lnTo>
                  <a:pt x="388746" y="34289"/>
                </a:lnTo>
                <a:lnTo>
                  <a:pt x="382777" y="31749"/>
                </a:lnTo>
                <a:lnTo>
                  <a:pt x="319531" y="31749"/>
                </a:lnTo>
                <a:lnTo>
                  <a:pt x="301625" y="25399"/>
                </a:lnTo>
                <a:lnTo>
                  <a:pt x="323976" y="20319"/>
                </a:lnTo>
                <a:lnTo>
                  <a:pt x="335025" y="20319"/>
                </a:lnTo>
                <a:lnTo>
                  <a:pt x="368680" y="17779"/>
                </a:lnTo>
                <a:lnTo>
                  <a:pt x="431647" y="17779"/>
                </a:lnTo>
                <a:lnTo>
                  <a:pt x="406653" y="7619"/>
                </a:lnTo>
                <a:lnTo>
                  <a:pt x="390905" y="5079"/>
                </a:lnTo>
                <a:lnTo>
                  <a:pt x="382015" y="2539"/>
                </a:lnTo>
                <a:lnTo>
                  <a:pt x="339598" y="2539"/>
                </a:lnTo>
                <a:lnTo>
                  <a:pt x="337312" y="0"/>
                </a:lnTo>
                <a:close/>
              </a:path>
              <a:path w="589915" h="976629">
                <a:moveTo>
                  <a:pt x="438057" y="925829"/>
                </a:moveTo>
                <a:lnTo>
                  <a:pt x="399923" y="925829"/>
                </a:lnTo>
                <a:lnTo>
                  <a:pt x="373125" y="937259"/>
                </a:lnTo>
                <a:lnTo>
                  <a:pt x="346328" y="946149"/>
                </a:lnTo>
                <a:lnTo>
                  <a:pt x="317245" y="952499"/>
                </a:lnTo>
                <a:lnTo>
                  <a:pt x="288163" y="957579"/>
                </a:lnTo>
                <a:lnTo>
                  <a:pt x="247903" y="958849"/>
                </a:lnTo>
                <a:lnTo>
                  <a:pt x="366394" y="958849"/>
                </a:lnTo>
                <a:lnTo>
                  <a:pt x="402208" y="946149"/>
                </a:lnTo>
                <a:lnTo>
                  <a:pt x="417702" y="937259"/>
                </a:lnTo>
                <a:lnTo>
                  <a:pt x="435609" y="928369"/>
                </a:lnTo>
                <a:lnTo>
                  <a:pt x="438057" y="925829"/>
                </a:lnTo>
                <a:close/>
              </a:path>
              <a:path w="589915" h="976629">
                <a:moveTo>
                  <a:pt x="297179" y="43179"/>
                </a:moveTo>
                <a:lnTo>
                  <a:pt x="279273" y="43179"/>
                </a:lnTo>
                <a:lnTo>
                  <a:pt x="263651" y="46989"/>
                </a:lnTo>
                <a:lnTo>
                  <a:pt x="216662" y="69849"/>
                </a:lnTo>
                <a:lnTo>
                  <a:pt x="174243" y="107949"/>
                </a:lnTo>
                <a:lnTo>
                  <a:pt x="147446" y="147319"/>
                </a:lnTo>
                <a:lnTo>
                  <a:pt x="120650" y="212089"/>
                </a:lnTo>
                <a:lnTo>
                  <a:pt x="105028" y="256539"/>
                </a:lnTo>
                <a:lnTo>
                  <a:pt x="87121" y="314959"/>
                </a:lnTo>
                <a:lnTo>
                  <a:pt x="71500" y="374649"/>
                </a:lnTo>
                <a:lnTo>
                  <a:pt x="55879" y="438149"/>
                </a:lnTo>
                <a:lnTo>
                  <a:pt x="33527" y="562609"/>
                </a:lnTo>
                <a:lnTo>
                  <a:pt x="26796" y="624839"/>
                </a:lnTo>
                <a:lnTo>
                  <a:pt x="24637" y="684529"/>
                </a:lnTo>
                <a:lnTo>
                  <a:pt x="26796" y="748029"/>
                </a:lnTo>
                <a:lnTo>
                  <a:pt x="31368" y="787399"/>
                </a:lnTo>
                <a:lnTo>
                  <a:pt x="37973" y="805179"/>
                </a:lnTo>
                <a:lnTo>
                  <a:pt x="44703" y="825499"/>
                </a:lnTo>
                <a:lnTo>
                  <a:pt x="51434" y="843279"/>
                </a:lnTo>
                <a:lnTo>
                  <a:pt x="62611" y="858519"/>
                </a:lnTo>
                <a:lnTo>
                  <a:pt x="71500" y="876299"/>
                </a:lnTo>
                <a:lnTo>
                  <a:pt x="100456" y="908049"/>
                </a:lnTo>
                <a:lnTo>
                  <a:pt x="140715" y="932179"/>
                </a:lnTo>
                <a:lnTo>
                  <a:pt x="183133" y="943609"/>
                </a:lnTo>
                <a:lnTo>
                  <a:pt x="205612" y="948689"/>
                </a:lnTo>
                <a:lnTo>
                  <a:pt x="286003" y="948689"/>
                </a:lnTo>
                <a:lnTo>
                  <a:pt x="323976" y="943609"/>
                </a:lnTo>
                <a:lnTo>
                  <a:pt x="361950" y="937259"/>
                </a:lnTo>
                <a:lnTo>
                  <a:pt x="370388" y="934719"/>
                </a:lnTo>
                <a:lnTo>
                  <a:pt x="261365" y="934719"/>
                </a:lnTo>
                <a:lnTo>
                  <a:pt x="218948" y="932179"/>
                </a:lnTo>
                <a:lnTo>
                  <a:pt x="165353" y="925829"/>
                </a:lnTo>
                <a:lnTo>
                  <a:pt x="122936" y="904239"/>
                </a:lnTo>
                <a:lnTo>
                  <a:pt x="91566" y="875029"/>
                </a:lnTo>
                <a:lnTo>
                  <a:pt x="67055" y="836929"/>
                </a:lnTo>
                <a:lnTo>
                  <a:pt x="53593" y="792479"/>
                </a:lnTo>
                <a:lnTo>
                  <a:pt x="44703" y="745489"/>
                </a:lnTo>
                <a:lnTo>
                  <a:pt x="42417" y="721359"/>
                </a:lnTo>
                <a:lnTo>
                  <a:pt x="42417" y="647699"/>
                </a:lnTo>
                <a:lnTo>
                  <a:pt x="53593" y="557529"/>
                </a:lnTo>
                <a:lnTo>
                  <a:pt x="69214" y="468629"/>
                </a:lnTo>
                <a:lnTo>
                  <a:pt x="87121" y="382269"/>
                </a:lnTo>
                <a:lnTo>
                  <a:pt x="109474" y="294639"/>
                </a:lnTo>
                <a:lnTo>
                  <a:pt x="122936" y="255269"/>
                </a:lnTo>
                <a:lnTo>
                  <a:pt x="133984" y="217169"/>
                </a:lnTo>
                <a:lnTo>
                  <a:pt x="149732" y="179069"/>
                </a:lnTo>
                <a:lnTo>
                  <a:pt x="169799" y="143509"/>
                </a:lnTo>
                <a:lnTo>
                  <a:pt x="198881" y="105409"/>
                </a:lnTo>
                <a:lnTo>
                  <a:pt x="232409" y="81279"/>
                </a:lnTo>
                <a:lnTo>
                  <a:pt x="270255" y="63499"/>
                </a:lnTo>
                <a:lnTo>
                  <a:pt x="314959" y="49529"/>
                </a:lnTo>
                <a:lnTo>
                  <a:pt x="335025" y="49529"/>
                </a:lnTo>
                <a:lnTo>
                  <a:pt x="335025" y="45719"/>
                </a:lnTo>
                <a:lnTo>
                  <a:pt x="312800" y="45719"/>
                </a:lnTo>
                <a:lnTo>
                  <a:pt x="297179" y="43179"/>
                </a:lnTo>
                <a:close/>
              </a:path>
              <a:path w="589915" h="976629">
                <a:moveTo>
                  <a:pt x="500379" y="787399"/>
                </a:moveTo>
                <a:lnTo>
                  <a:pt x="493649" y="787399"/>
                </a:lnTo>
                <a:lnTo>
                  <a:pt x="491489" y="792479"/>
                </a:lnTo>
                <a:lnTo>
                  <a:pt x="487044" y="816609"/>
                </a:lnTo>
                <a:lnTo>
                  <a:pt x="480313" y="836929"/>
                </a:lnTo>
                <a:lnTo>
                  <a:pt x="457962" y="869949"/>
                </a:lnTo>
                <a:lnTo>
                  <a:pt x="426719" y="896619"/>
                </a:lnTo>
                <a:lnTo>
                  <a:pt x="388746" y="914399"/>
                </a:lnTo>
                <a:lnTo>
                  <a:pt x="348488" y="925829"/>
                </a:lnTo>
                <a:lnTo>
                  <a:pt x="303783" y="932179"/>
                </a:lnTo>
                <a:lnTo>
                  <a:pt x="261365" y="934719"/>
                </a:lnTo>
                <a:lnTo>
                  <a:pt x="370388" y="934719"/>
                </a:lnTo>
                <a:lnTo>
                  <a:pt x="399923" y="925829"/>
                </a:lnTo>
                <a:lnTo>
                  <a:pt x="438057" y="925829"/>
                </a:lnTo>
                <a:lnTo>
                  <a:pt x="449071" y="914399"/>
                </a:lnTo>
                <a:lnTo>
                  <a:pt x="464692" y="904239"/>
                </a:lnTo>
                <a:lnTo>
                  <a:pt x="478027" y="890269"/>
                </a:lnTo>
                <a:lnTo>
                  <a:pt x="491489" y="872489"/>
                </a:lnTo>
                <a:lnTo>
                  <a:pt x="502665" y="857249"/>
                </a:lnTo>
                <a:lnTo>
                  <a:pt x="511555" y="857249"/>
                </a:lnTo>
                <a:lnTo>
                  <a:pt x="513841" y="852169"/>
                </a:lnTo>
                <a:lnTo>
                  <a:pt x="516064" y="843279"/>
                </a:lnTo>
                <a:lnTo>
                  <a:pt x="493649" y="843279"/>
                </a:lnTo>
                <a:lnTo>
                  <a:pt x="498220" y="831849"/>
                </a:lnTo>
                <a:lnTo>
                  <a:pt x="500379" y="819149"/>
                </a:lnTo>
                <a:lnTo>
                  <a:pt x="502665" y="805179"/>
                </a:lnTo>
                <a:lnTo>
                  <a:pt x="502665" y="792479"/>
                </a:lnTo>
                <a:lnTo>
                  <a:pt x="500379" y="787399"/>
                </a:lnTo>
                <a:close/>
              </a:path>
              <a:path w="589915" h="976629">
                <a:moveTo>
                  <a:pt x="396421" y="38099"/>
                </a:moveTo>
                <a:lnTo>
                  <a:pt x="359663" y="38099"/>
                </a:lnTo>
                <a:lnTo>
                  <a:pt x="373125" y="40639"/>
                </a:lnTo>
                <a:lnTo>
                  <a:pt x="386461" y="45719"/>
                </a:lnTo>
                <a:lnTo>
                  <a:pt x="408813" y="58419"/>
                </a:lnTo>
                <a:lnTo>
                  <a:pt x="429005" y="76199"/>
                </a:lnTo>
                <a:lnTo>
                  <a:pt x="449071" y="96519"/>
                </a:lnTo>
                <a:lnTo>
                  <a:pt x="464692" y="120649"/>
                </a:lnTo>
                <a:lnTo>
                  <a:pt x="480313" y="143509"/>
                </a:lnTo>
                <a:lnTo>
                  <a:pt x="502665" y="190499"/>
                </a:lnTo>
                <a:lnTo>
                  <a:pt x="516127" y="238759"/>
                </a:lnTo>
                <a:lnTo>
                  <a:pt x="529463" y="314959"/>
                </a:lnTo>
                <a:lnTo>
                  <a:pt x="533907" y="365759"/>
                </a:lnTo>
                <a:lnTo>
                  <a:pt x="536094" y="421639"/>
                </a:lnTo>
                <a:lnTo>
                  <a:pt x="536193" y="539749"/>
                </a:lnTo>
                <a:lnTo>
                  <a:pt x="533907" y="598169"/>
                </a:lnTo>
                <a:lnTo>
                  <a:pt x="529463" y="656589"/>
                </a:lnTo>
                <a:lnTo>
                  <a:pt x="522731" y="713739"/>
                </a:lnTo>
                <a:lnTo>
                  <a:pt x="513841" y="772159"/>
                </a:lnTo>
                <a:lnTo>
                  <a:pt x="502665" y="830579"/>
                </a:lnTo>
                <a:lnTo>
                  <a:pt x="493649" y="843279"/>
                </a:lnTo>
                <a:lnTo>
                  <a:pt x="516064" y="843279"/>
                </a:lnTo>
                <a:lnTo>
                  <a:pt x="518287" y="834389"/>
                </a:lnTo>
                <a:lnTo>
                  <a:pt x="536193" y="798829"/>
                </a:lnTo>
                <a:lnTo>
                  <a:pt x="542348" y="783589"/>
                </a:lnTo>
                <a:lnTo>
                  <a:pt x="527176" y="783589"/>
                </a:lnTo>
                <a:lnTo>
                  <a:pt x="536193" y="730249"/>
                </a:lnTo>
                <a:lnTo>
                  <a:pt x="542925" y="674369"/>
                </a:lnTo>
                <a:lnTo>
                  <a:pt x="547369" y="621029"/>
                </a:lnTo>
                <a:lnTo>
                  <a:pt x="549528" y="566419"/>
                </a:lnTo>
                <a:lnTo>
                  <a:pt x="551814" y="500379"/>
                </a:lnTo>
                <a:lnTo>
                  <a:pt x="551771" y="429259"/>
                </a:lnTo>
                <a:lnTo>
                  <a:pt x="549528" y="364489"/>
                </a:lnTo>
                <a:lnTo>
                  <a:pt x="542925" y="297179"/>
                </a:lnTo>
                <a:lnTo>
                  <a:pt x="531621" y="243839"/>
                </a:lnTo>
                <a:lnTo>
                  <a:pt x="516127" y="191769"/>
                </a:lnTo>
                <a:lnTo>
                  <a:pt x="507111" y="165099"/>
                </a:lnTo>
                <a:lnTo>
                  <a:pt x="480313" y="118109"/>
                </a:lnTo>
                <a:lnTo>
                  <a:pt x="453516" y="81279"/>
                </a:lnTo>
                <a:lnTo>
                  <a:pt x="424433" y="54609"/>
                </a:lnTo>
                <a:lnTo>
                  <a:pt x="406653" y="43179"/>
                </a:lnTo>
                <a:lnTo>
                  <a:pt x="396421" y="38099"/>
                </a:lnTo>
                <a:close/>
              </a:path>
              <a:path w="589915" h="976629">
                <a:moveTo>
                  <a:pt x="431647" y="17779"/>
                </a:moveTo>
                <a:lnTo>
                  <a:pt x="368680" y="17779"/>
                </a:lnTo>
                <a:lnTo>
                  <a:pt x="390905" y="20319"/>
                </a:lnTo>
                <a:lnTo>
                  <a:pt x="411099" y="26669"/>
                </a:lnTo>
                <a:lnTo>
                  <a:pt x="451230" y="49529"/>
                </a:lnTo>
                <a:lnTo>
                  <a:pt x="482600" y="81279"/>
                </a:lnTo>
                <a:lnTo>
                  <a:pt x="509396" y="118109"/>
                </a:lnTo>
                <a:lnTo>
                  <a:pt x="527176" y="152399"/>
                </a:lnTo>
                <a:lnTo>
                  <a:pt x="540638" y="190499"/>
                </a:lnTo>
                <a:lnTo>
                  <a:pt x="551814" y="229869"/>
                </a:lnTo>
                <a:lnTo>
                  <a:pt x="560704" y="273049"/>
                </a:lnTo>
                <a:lnTo>
                  <a:pt x="565150" y="314959"/>
                </a:lnTo>
                <a:lnTo>
                  <a:pt x="569722" y="355599"/>
                </a:lnTo>
                <a:lnTo>
                  <a:pt x="574167" y="435609"/>
                </a:lnTo>
                <a:lnTo>
                  <a:pt x="574167" y="556259"/>
                </a:lnTo>
                <a:lnTo>
                  <a:pt x="569722" y="598169"/>
                </a:lnTo>
                <a:lnTo>
                  <a:pt x="565150" y="638809"/>
                </a:lnTo>
                <a:lnTo>
                  <a:pt x="558419" y="678179"/>
                </a:lnTo>
                <a:lnTo>
                  <a:pt x="549528" y="716279"/>
                </a:lnTo>
                <a:lnTo>
                  <a:pt x="538352" y="756919"/>
                </a:lnTo>
                <a:lnTo>
                  <a:pt x="527176" y="783589"/>
                </a:lnTo>
                <a:lnTo>
                  <a:pt x="542348" y="783589"/>
                </a:lnTo>
                <a:lnTo>
                  <a:pt x="549528" y="765809"/>
                </a:lnTo>
                <a:lnTo>
                  <a:pt x="560704" y="727709"/>
                </a:lnTo>
                <a:lnTo>
                  <a:pt x="569722" y="689609"/>
                </a:lnTo>
                <a:lnTo>
                  <a:pt x="576326" y="651509"/>
                </a:lnTo>
                <a:lnTo>
                  <a:pt x="583056" y="613409"/>
                </a:lnTo>
                <a:lnTo>
                  <a:pt x="587501" y="538479"/>
                </a:lnTo>
                <a:lnTo>
                  <a:pt x="589787" y="488949"/>
                </a:lnTo>
                <a:lnTo>
                  <a:pt x="589787" y="391159"/>
                </a:lnTo>
                <a:lnTo>
                  <a:pt x="585215" y="341629"/>
                </a:lnTo>
                <a:lnTo>
                  <a:pt x="578611" y="292099"/>
                </a:lnTo>
                <a:lnTo>
                  <a:pt x="569722" y="243839"/>
                </a:lnTo>
                <a:lnTo>
                  <a:pt x="558419" y="196849"/>
                </a:lnTo>
                <a:lnTo>
                  <a:pt x="542925" y="149859"/>
                </a:lnTo>
                <a:lnTo>
                  <a:pt x="511555" y="90169"/>
                </a:lnTo>
                <a:lnTo>
                  <a:pt x="464692" y="40639"/>
                </a:lnTo>
                <a:lnTo>
                  <a:pt x="437895" y="20319"/>
                </a:lnTo>
                <a:lnTo>
                  <a:pt x="431647" y="17779"/>
                </a:lnTo>
                <a:close/>
              </a:path>
              <a:path w="589915" h="976629">
                <a:moveTo>
                  <a:pt x="149732" y="406399"/>
                </a:moveTo>
                <a:lnTo>
                  <a:pt x="147446" y="406399"/>
                </a:lnTo>
                <a:lnTo>
                  <a:pt x="145287" y="408939"/>
                </a:lnTo>
                <a:lnTo>
                  <a:pt x="143001" y="411479"/>
                </a:lnTo>
                <a:lnTo>
                  <a:pt x="145287" y="412749"/>
                </a:lnTo>
                <a:lnTo>
                  <a:pt x="167512" y="430529"/>
                </a:lnTo>
                <a:lnTo>
                  <a:pt x="194309" y="444499"/>
                </a:lnTo>
                <a:lnTo>
                  <a:pt x="223392" y="453389"/>
                </a:lnTo>
                <a:lnTo>
                  <a:pt x="252475" y="459739"/>
                </a:lnTo>
                <a:lnTo>
                  <a:pt x="256920" y="464819"/>
                </a:lnTo>
                <a:lnTo>
                  <a:pt x="261365" y="466089"/>
                </a:lnTo>
                <a:lnTo>
                  <a:pt x="265811" y="466089"/>
                </a:lnTo>
                <a:lnTo>
                  <a:pt x="270255" y="462279"/>
                </a:lnTo>
                <a:lnTo>
                  <a:pt x="308228" y="462279"/>
                </a:lnTo>
                <a:lnTo>
                  <a:pt x="348488" y="459739"/>
                </a:lnTo>
                <a:lnTo>
                  <a:pt x="417702" y="447039"/>
                </a:lnTo>
                <a:lnTo>
                  <a:pt x="424433" y="441959"/>
                </a:lnTo>
                <a:lnTo>
                  <a:pt x="424433" y="438149"/>
                </a:lnTo>
                <a:lnTo>
                  <a:pt x="308228" y="438149"/>
                </a:lnTo>
                <a:lnTo>
                  <a:pt x="276987" y="435609"/>
                </a:lnTo>
                <a:lnTo>
                  <a:pt x="277416" y="433069"/>
                </a:lnTo>
                <a:lnTo>
                  <a:pt x="256920" y="433069"/>
                </a:lnTo>
                <a:lnTo>
                  <a:pt x="230124" y="429259"/>
                </a:lnTo>
                <a:lnTo>
                  <a:pt x="149732" y="406399"/>
                </a:lnTo>
                <a:close/>
              </a:path>
              <a:path w="589915" h="976629">
                <a:moveTo>
                  <a:pt x="417702" y="426719"/>
                </a:moveTo>
                <a:lnTo>
                  <a:pt x="413257" y="426719"/>
                </a:lnTo>
                <a:lnTo>
                  <a:pt x="377570" y="433069"/>
                </a:lnTo>
                <a:lnTo>
                  <a:pt x="344042" y="438149"/>
                </a:lnTo>
                <a:lnTo>
                  <a:pt x="424433" y="438149"/>
                </a:lnTo>
                <a:lnTo>
                  <a:pt x="424433" y="433069"/>
                </a:lnTo>
                <a:lnTo>
                  <a:pt x="419988" y="429259"/>
                </a:lnTo>
                <a:lnTo>
                  <a:pt x="417702" y="426719"/>
                </a:lnTo>
                <a:close/>
              </a:path>
              <a:path w="589915" h="976629">
                <a:moveTo>
                  <a:pt x="295849" y="335279"/>
                </a:moveTo>
                <a:lnTo>
                  <a:pt x="274700" y="335279"/>
                </a:lnTo>
                <a:lnTo>
                  <a:pt x="256920" y="433069"/>
                </a:lnTo>
                <a:lnTo>
                  <a:pt x="277416" y="433069"/>
                </a:lnTo>
                <a:lnTo>
                  <a:pt x="286003" y="382269"/>
                </a:lnTo>
                <a:lnTo>
                  <a:pt x="295849" y="335279"/>
                </a:lnTo>
                <a:close/>
              </a:path>
              <a:path w="589915" h="976629">
                <a:moveTo>
                  <a:pt x="335025" y="49529"/>
                </a:moveTo>
                <a:lnTo>
                  <a:pt x="314959" y="49529"/>
                </a:lnTo>
                <a:lnTo>
                  <a:pt x="308228" y="78739"/>
                </a:lnTo>
                <a:lnTo>
                  <a:pt x="303783" y="109219"/>
                </a:lnTo>
                <a:lnTo>
                  <a:pt x="292607" y="116839"/>
                </a:lnTo>
                <a:lnTo>
                  <a:pt x="288163" y="116839"/>
                </a:lnTo>
                <a:lnTo>
                  <a:pt x="281431" y="118109"/>
                </a:lnTo>
                <a:lnTo>
                  <a:pt x="279273" y="125729"/>
                </a:lnTo>
                <a:lnTo>
                  <a:pt x="261365" y="226059"/>
                </a:lnTo>
                <a:lnTo>
                  <a:pt x="247903" y="328929"/>
                </a:lnTo>
                <a:lnTo>
                  <a:pt x="252475" y="337819"/>
                </a:lnTo>
                <a:lnTo>
                  <a:pt x="256920" y="339089"/>
                </a:lnTo>
                <a:lnTo>
                  <a:pt x="261365" y="339089"/>
                </a:lnTo>
                <a:lnTo>
                  <a:pt x="274700" y="335279"/>
                </a:lnTo>
                <a:lnTo>
                  <a:pt x="295849" y="335279"/>
                </a:lnTo>
                <a:lnTo>
                  <a:pt x="297179" y="328929"/>
                </a:lnTo>
                <a:lnTo>
                  <a:pt x="332866" y="318769"/>
                </a:lnTo>
                <a:lnTo>
                  <a:pt x="337312" y="318769"/>
                </a:lnTo>
                <a:lnTo>
                  <a:pt x="339598" y="314959"/>
                </a:lnTo>
                <a:lnTo>
                  <a:pt x="341756" y="308609"/>
                </a:lnTo>
                <a:lnTo>
                  <a:pt x="340119" y="297179"/>
                </a:lnTo>
                <a:lnTo>
                  <a:pt x="301625" y="297179"/>
                </a:lnTo>
                <a:lnTo>
                  <a:pt x="301625" y="288289"/>
                </a:lnTo>
                <a:lnTo>
                  <a:pt x="338846" y="288289"/>
                </a:lnTo>
                <a:lnTo>
                  <a:pt x="335025" y="261619"/>
                </a:lnTo>
                <a:lnTo>
                  <a:pt x="337312" y="214629"/>
                </a:lnTo>
                <a:lnTo>
                  <a:pt x="341756" y="167639"/>
                </a:lnTo>
                <a:lnTo>
                  <a:pt x="352932" y="123189"/>
                </a:lnTo>
                <a:lnTo>
                  <a:pt x="352932" y="120649"/>
                </a:lnTo>
                <a:lnTo>
                  <a:pt x="357377" y="118109"/>
                </a:lnTo>
                <a:lnTo>
                  <a:pt x="357377" y="111759"/>
                </a:lnTo>
                <a:lnTo>
                  <a:pt x="355218" y="107949"/>
                </a:lnTo>
                <a:lnTo>
                  <a:pt x="350774" y="105409"/>
                </a:lnTo>
                <a:lnTo>
                  <a:pt x="344042" y="102869"/>
                </a:lnTo>
                <a:lnTo>
                  <a:pt x="323976" y="102869"/>
                </a:lnTo>
                <a:lnTo>
                  <a:pt x="330580" y="52069"/>
                </a:lnTo>
                <a:lnTo>
                  <a:pt x="335025" y="49529"/>
                </a:lnTo>
                <a:close/>
              </a:path>
              <a:path w="589915" h="976629">
                <a:moveTo>
                  <a:pt x="338846" y="288289"/>
                </a:moveTo>
                <a:lnTo>
                  <a:pt x="317245" y="288289"/>
                </a:lnTo>
                <a:lnTo>
                  <a:pt x="319531" y="292099"/>
                </a:lnTo>
                <a:lnTo>
                  <a:pt x="314959" y="292099"/>
                </a:lnTo>
                <a:lnTo>
                  <a:pt x="301625" y="297179"/>
                </a:lnTo>
                <a:lnTo>
                  <a:pt x="340119" y="297179"/>
                </a:lnTo>
                <a:lnTo>
                  <a:pt x="338846" y="288289"/>
                </a:lnTo>
                <a:close/>
              </a:path>
              <a:path w="589915" h="976629">
                <a:moveTo>
                  <a:pt x="317245" y="288289"/>
                </a:moveTo>
                <a:lnTo>
                  <a:pt x="301625" y="288289"/>
                </a:lnTo>
                <a:lnTo>
                  <a:pt x="306069" y="292099"/>
                </a:lnTo>
                <a:lnTo>
                  <a:pt x="314959" y="292099"/>
                </a:lnTo>
                <a:lnTo>
                  <a:pt x="317245" y="288289"/>
                </a:lnTo>
                <a:close/>
              </a:path>
              <a:path w="589915" h="976629">
                <a:moveTo>
                  <a:pt x="388746" y="34289"/>
                </a:moveTo>
                <a:lnTo>
                  <a:pt x="272541" y="34289"/>
                </a:lnTo>
                <a:lnTo>
                  <a:pt x="286003" y="36829"/>
                </a:lnTo>
                <a:lnTo>
                  <a:pt x="299338" y="40639"/>
                </a:lnTo>
                <a:lnTo>
                  <a:pt x="312800" y="45719"/>
                </a:lnTo>
                <a:lnTo>
                  <a:pt x="335025" y="45719"/>
                </a:lnTo>
                <a:lnTo>
                  <a:pt x="335025" y="43179"/>
                </a:lnTo>
                <a:lnTo>
                  <a:pt x="332866" y="40639"/>
                </a:lnTo>
                <a:lnTo>
                  <a:pt x="346328" y="38099"/>
                </a:lnTo>
                <a:lnTo>
                  <a:pt x="396421" y="38099"/>
                </a:lnTo>
                <a:lnTo>
                  <a:pt x="388746" y="34289"/>
                </a:lnTo>
                <a:close/>
              </a:path>
              <a:path w="589915" h="976629">
                <a:moveTo>
                  <a:pt x="335025" y="20319"/>
                </a:moveTo>
                <a:lnTo>
                  <a:pt x="323976" y="20319"/>
                </a:lnTo>
                <a:lnTo>
                  <a:pt x="319531" y="31749"/>
                </a:lnTo>
                <a:lnTo>
                  <a:pt x="382777" y="31749"/>
                </a:lnTo>
                <a:lnTo>
                  <a:pt x="376809" y="29209"/>
                </a:lnTo>
                <a:lnTo>
                  <a:pt x="335025" y="29209"/>
                </a:lnTo>
                <a:lnTo>
                  <a:pt x="335025" y="20319"/>
                </a:lnTo>
                <a:close/>
              </a:path>
              <a:path w="589915" h="976629">
                <a:moveTo>
                  <a:pt x="370839" y="26669"/>
                </a:moveTo>
                <a:lnTo>
                  <a:pt x="344042" y="26669"/>
                </a:lnTo>
                <a:lnTo>
                  <a:pt x="335025" y="29209"/>
                </a:lnTo>
                <a:lnTo>
                  <a:pt x="376809" y="29209"/>
                </a:lnTo>
                <a:lnTo>
                  <a:pt x="370839" y="26669"/>
                </a:lnTo>
                <a:close/>
              </a:path>
              <a:path w="589915" h="976629">
                <a:moveTo>
                  <a:pt x="373125" y="0"/>
                </a:moveTo>
                <a:lnTo>
                  <a:pt x="355218" y="0"/>
                </a:lnTo>
                <a:lnTo>
                  <a:pt x="339598" y="2539"/>
                </a:lnTo>
                <a:lnTo>
                  <a:pt x="382015" y="2539"/>
                </a:lnTo>
                <a:lnTo>
                  <a:pt x="373125" y="0"/>
                </a:lnTo>
                <a:close/>
              </a:path>
            </a:pathLst>
          </a:custGeom>
          <a:solidFill>
            <a:srgbClr val="F8F8F8"/>
          </a:solidFill>
        </p:spPr>
        <p:txBody>
          <a:bodyPr wrap="square" lIns="0" tIns="0" rIns="0" bIns="0" rtlCol="0"/>
          <a:lstStyle/>
          <a:p>
            <a:endParaRPr dirty="0"/>
          </a:p>
        </p:txBody>
      </p:sp>
      <p:grpSp>
        <p:nvGrpSpPr>
          <p:cNvPr id="18" name="object 18"/>
          <p:cNvGrpSpPr/>
          <p:nvPr/>
        </p:nvGrpSpPr>
        <p:grpSpPr>
          <a:xfrm>
            <a:off x="0" y="0"/>
            <a:ext cx="12192000" cy="6858000"/>
            <a:chOff x="0" y="0"/>
            <a:chExt cx="12192000" cy="6858000"/>
          </a:xfrm>
        </p:grpSpPr>
        <p:sp>
          <p:nvSpPr>
            <p:cNvPr id="19" name="object 19"/>
            <p:cNvSpPr/>
            <p:nvPr/>
          </p:nvSpPr>
          <p:spPr>
            <a:xfrm>
              <a:off x="3259835" y="5163439"/>
              <a:ext cx="2543555" cy="1438529"/>
            </a:xfrm>
            <a:prstGeom prst="rect">
              <a:avLst/>
            </a:prstGeom>
            <a:blipFill>
              <a:blip r:embed="rId9" cstate="print"/>
              <a:stretch>
                <a:fillRect/>
              </a:stretch>
            </a:blipFill>
          </p:spPr>
          <p:txBody>
            <a:bodyPr wrap="square" lIns="0" tIns="0" rIns="0" bIns="0" rtlCol="0"/>
            <a:lstStyle/>
            <a:p>
              <a:endParaRPr dirty="0"/>
            </a:p>
          </p:txBody>
        </p:sp>
        <p:sp>
          <p:nvSpPr>
            <p:cNvPr id="20" name="object 20"/>
            <p:cNvSpPr/>
            <p:nvPr/>
          </p:nvSpPr>
          <p:spPr>
            <a:xfrm>
              <a:off x="0" y="0"/>
              <a:ext cx="12192000" cy="6857998"/>
            </a:xfrm>
            <a:prstGeom prst="rect">
              <a:avLst/>
            </a:prstGeom>
            <a:blipFill>
              <a:blip r:embed="rId10" cstate="print"/>
              <a:stretch>
                <a:fillRect/>
              </a:stretch>
            </a:blipFill>
          </p:spPr>
          <p:txBody>
            <a:bodyPr wrap="square" lIns="0" tIns="0" rIns="0" bIns="0" rtlCol="0"/>
            <a:lstStyle/>
            <a:p>
              <a:endParaRPr dirty="0"/>
            </a:p>
          </p:txBody>
        </p:sp>
      </p:grpSp>
      <p:sp>
        <p:nvSpPr>
          <p:cNvPr id="26"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Advanced On Page SEO </a:t>
            </a:r>
            <a:r>
              <a:rPr lang="en-US" sz="3200" dirty="0" smtClean="0">
                <a:latin typeface="Palatino Linotype" panose="02040502050505030304" pitchFamily="18" charset="0"/>
                <a:cs typeface="Calibri" pitchFamily="34" charset="0"/>
              </a:rPr>
              <a:t>Workflow</a:t>
            </a:r>
            <a:endParaRPr lang="en-US" sz="3200" dirty="0">
              <a:latin typeface="Palatino Linotype" panose="02040502050505030304" pitchFamily="18" charset="0"/>
              <a:cs typeface="Calibri" pitchFamily="34" charset="0"/>
            </a:endParaRPr>
          </a:p>
        </p:txBody>
      </p:sp>
      <p:graphicFrame>
        <p:nvGraphicFramePr>
          <p:cNvPr id="24" name="object 3"/>
          <p:cNvGraphicFramePr>
            <a:graphicFrameLocks noGrp="1"/>
          </p:cNvGraphicFramePr>
          <p:nvPr>
            <p:extLst/>
          </p:nvPr>
        </p:nvGraphicFramePr>
        <p:xfrm>
          <a:off x="811695" y="1626704"/>
          <a:ext cx="9180830" cy="4142993"/>
        </p:xfrm>
        <a:graphic>
          <a:graphicData uri="http://schemas.openxmlformats.org/drawingml/2006/table">
            <a:tbl>
              <a:tblPr firstRow="1" bandRow="1">
                <a:tableStyleId>{2D5ABB26-0587-4C30-8999-92F81FD0307C}</a:tableStyleId>
              </a:tblPr>
              <a:tblGrid>
                <a:gridCol w="391795"/>
                <a:gridCol w="2585720"/>
                <a:gridCol w="3241675"/>
                <a:gridCol w="2961640"/>
              </a:tblGrid>
              <a:tr h="949705">
                <a:tc>
                  <a:txBody>
                    <a:bodyPr/>
                    <a:lstStyle/>
                    <a:p>
                      <a:pPr>
                        <a:lnSpc>
                          <a:spcPct val="100000"/>
                        </a:lnSpc>
                      </a:pPr>
                      <a:endParaRPr sz="1100" dirty="0">
                        <a:latin typeface="Times New Roman"/>
                        <a:cs typeface="Times New Roman"/>
                      </a:endParaRPr>
                    </a:p>
                    <a:p>
                      <a:pPr>
                        <a:lnSpc>
                          <a:spcPct val="100000"/>
                        </a:lnSpc>
                        <a:spcBef>
                          <a:spcPts val="35"/>
                        </a:spcBef>
                      </a:pPr>
                      <a:endParaRPr sz="1550" dirty="0">
                        <a:latin typeface="Times New Roman"/>
                        <a:cs typeface="Times New Roman"/>
                      </a:endParaRPr>
                    </a:p>
                    <a:p>
                      <a:pPr algn="ctr">
                        <a:lnSpc>
                          <a:spcPct val="100000"/>
                        </a:lnSpc>
                      </a:pPr>
                      <a:r>
                        <a:rPr lang="en-US" sz="1000" b="1" spc="-10" dirty="0" smtClean="0">
                          <a:solidFill>
                            <a:srgbClr val="1A232D"/>
                          </a:solidFill>
                          <a:latin typeface="Arial"/>
                          <a:cs typeface="Arial"/>
                        </a:rPr>
                        <a:t>19</a:t>
                      </a:r>
                      <a:endParaRPr sz="10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nSpc>
                          <a:spcPct val="100000"/>
                        </a:lnSpc>
                        <a:spcBef>
                          <a:spcPts val="55"/>
                        </a:spcBef>
                      </a:pPr>
                      <a:r>
                        <a:rPr sz="1400" dirty="0">
                          <a:solidFill>
                            <a:srgbClr val="1A232D"/>
                          </a:solidFill>
                          <a:latin typeface="Arial"/>
                          <a:cs typeface="Arial"/>
                        </a:rPr>
                        <a:t>Broken Link</a:t>
                      </a:r>
                      <a:r>
                        <a:rPr sz="1400" spc="-65" dirty="0">
                          <a:solidFill>
                            <a:srgbClr val="1A232D"/>
                          </a:solidFill>
                          <a:latin typeface="Arial"/>
                          <a:cs typeface="Arial"/>
                        </a:rPr>
                        <a:t> </a:t>
                      </a:r>
                      <a:r>
                        <a:rPr sz="1400" dirty="0">
                          <a:solidFill>
                            <a:srgbClr val="1A232D"/>
                          </a:solidFill>
                          <a:latin typeface="Arial"/>
                          <a:cs typeface="Arial"/>
                        </a:rPr>
                        <a:t>Checking</a:t>
                      </a:r>
                      <a:endParaRPr sz="14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nSpc>
                          <a:spcPct val="100000"/>
                        </a:lnSpc>
                        <a:spcBef>
                          <a:spcPts val="55"/>
                        </a:spcBef>
                      </a:pPr>
                      <a:r>
                        <a:rPr sz="1400" dirty="0">
                          <a:solidFill>
                            <a:srgbClr val="1A232D"/>
                          </a:solidFill>
                          <a:latin typeface="Arial"/>
                          <a:cs typeface="Arial"/>
                        </a:rPr>
                        <a:t>Checking Broken Links and if</a:t>
                      </a:r>
                      <a:r>
                        <a:rPr sz="1400" spc="-140" dirty="0">
                          <a:solidFill>
                            <a:srgbClr val="1A232D"/>
                          </a:solidFill>
                          <a:latin typeface="Arial"/>
                          <a:cs typeface="Arial"/>
                        </a:rPr>
                        <a:t> </a:t>
                      </a:r>
                      <a:r>
                        <a:rPr sz="1400" dirty="0">
                          <a:solidFill>
                            <a:srgbClr val="1A232D"/>
                          </a:solidFill>
                          <a:latin typeface="Arial"/>
                          <a:cs typeface="Arial"/>
                        </a:rPr>
                        <a:t>found</a:t>
                      </a:r>
                      <a:endParaRPr sz="1400" dirty="0">
                        <a:latin typeface="Arial"/>
                        <a:cs typeface="Arial"/>
                      </a:endParaRPr>
                    </a:p>
                    <a:p>
                      <a:pPr marL="68580" marR="407670">
                        <a:lnSpc>
                          <a:spcPct val="114999"/>
                        </a:lnSpc>
                      </a:pPr>
                      <a:r>
                        <a:rPr sz="1400" dirty="0">
                          <a:solidFill>
                            <a:srgbClr val="1A232D"/>
                          </a:solidFill>
                          <a:latin typeface="Arial"/>
                          <a:cs typeface="Arial"/>
                        </a:rPr>
                        <a:t>take necessary action to </a:t>
                      </a:r>
                      <a:r>
                        <a:rPr sz="1400" spc="-5" dirty="0">
                          <a:solidFill>
                            <a:srgbClr val="1A232D"/>
                          </a:solidFill>
                          <a:latin typeface="Arial"/>
                          <a:cs typeface="Arial"/>
                        </a:rPr>
                        <a:t>remove</a:t>
                      </a:r>
                      <a:r>
                        <a:rPr sz="1400" spc="-200" dirty="0">
                          <a:solidFill>
                            <a:srgbClr val="1A232D"/>
                          </a:solidFill>
                          <a:latin typeface="Arial"/>
                          <a:cs typeface="Arial"/>
                        </a:rPr>
                        <a:t> </a:t>
                      </a:r>
                      <a:r>
                        <a:rPr sz="1400" dirty="0">
                          <a:solidFill>
                            <a:srgbClr val="1A232D"/>
                          </a:solidFill>
                          <a:latin typeface="Arial"/>
                          <a:cs typeface="Arial"/>
                        </a:rPr>
                        <a:t>or  rectify</a:t>
                      </a:r>
                      <a:r>
                        <a:rPr sz="1400" spc="-45" dirty="0">
                          <a:solidFill>
                            <a:srgbClr val="1A232D"/>
                          </a:solidFill>
                          <a:latin typeface="Arial"/>
                          <a:cs typeface="Arial"/>
                        </a:rPr>
                        <a:t> </a:t>
                      </a:r>
                      <a:r>
                        <a:rPr sz="1400" dirty="0">
                          <a:solidFill>
                            <a:srgbClr val="1A232D"/>
                          </a:solidFill>
                          <a:latin typeface="Arial"/>
                          <a:cs typeface="Arial"/>
                        </a:rPr>
                        <a:t>that.</a:t>
                      </a:r>
                      <a:endParaRPr sz="14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marR="164465">
                        <a:lnSpc>
                          <a:spcPct val="114999"/>
                        </a:lnSpc>
                        <a:spcBef>
                          <a:spcPts val="640"/>
                        </a:spcBef>
                      </a:pPr>
                      <a:r>
                        <a:rPr sz="1400" dirty="0">
                          <a:solidFill>
                            <a:srgbClr val="1A232D"/>
                          </a:solidFill>
                          <a:latin typeface="Arial"/>
                          <a:cs typeface="Arial"/>
                        </a:rPr>
                        <a:t>Broken link if present into the site</a:t>
                      </a:r>
                      <a:r>
                        <a:rPr sz="1400" spc="-210" dirty="0">
                          <a:solidFill>
                            <a:srgbClr val="1A232D"/>
                          </a:solidFill>
                          <a:latin typeface="Arial"/>
                          <a:cs typeface="Arial"/>
                        </a:rPr>
                        <a:t> </a:t>
                      </a:r>
                      <a:r>
                        <a:rPr sz="1400" dirty="0">
                          <a:solidFill>
                            <a:srgbClr val="1A232D"/>
                          </a:solidFill>
                          <a:latin typeface="Arial"/>
                          <a:cs typeface="Arial"/>
                        </a:rPr>
                        <a:t>is  not good at all for SEO and </a:t>
                      </a:r>
                      <a:r>
                        <a:rPr sz="1400" spc="-5" dirty="0">
                          <a:solidFill>
                            <a:srgbClr val="1A232D"/>
                          </a:solidFill>
                          <a:latin typeface="Arial"/>
                          <a:cs typeface="Arial"/>
                        </a:rPr>
                        <a:t>User  perspective.</a:t>
                      </a:r>
                      <a:endParaRPr sz="1400" dirty="0">
                        <a:latin typeface="Arial"/>
                        <a:cs typeface="Arial"/>
                      </a:endParaRPr>
                    </a:p>
                  </a:txBody>
                  <a:tcPr marL="0" marR="0" marT="8128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1920113">
                <a:tc>
                  <a:txBody>
                    <a:bodyPr/>
                    <a:lstStyle/>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spcBef>
                          <a:spcPts val="5"/>
                        </a:spcBef>
                      </a:pPr>
                      <a:endParaRPr sz="1600" dirty="0">
                        <a:latin typeface="Times New Roman"/>
                        <a:cs typeface="Times New Roman"/>
                      </a:endParaRPr>
                    </a:p>
                    <a:p>
                      <a:pPr algn="ctr">
                        <a:lnSpc>
                          <a:spcPct val="100000"/>
                        </a:lnSpc>
                      </a:pPr>
                      <a:r>
                        <a:rPr sz="1000" b="1" spc="-10" dirty="0" smtClean="0">
                          <a:solidFill>
                            <a:srgbClr val="1A232D"/>
                          </a:solidFill>
                          <a:latin typeface="Arial"/>
                          <a:cs typeface="Arial"/>
                        </a:rPr>
                        <a:t>2</a:t>
                      </a:r>
                      <a:r>
                        <a:rPr lang="en-US" sz="1000" b="1" spc="-10" dirty="0" smtClean="0">
                          <a:solidFill>
                            <a:srgbClr val="1A232D"/>
                          </a:solidFill>
                          <a:latin typeface="Arial"/>
                          <a:cs typeface="Arial"/>
                        </a:rPr>
                        <a:t>0</a:t>
                      </a:r>
                      <a:endParaRPr sz="10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8580">
                        <a:lnSpc>
                          <a:spcPct val="100000"/>
                        </a:lnSpc>
                        <a:spcBef>
                          <a:spcPts val="55"/>
                        </a:spcBef>
                      </a:pPr>
                      <a:r>
                        <a:rPr sz="1400" spc="-5" dirty="0">
                          <a:solidFill>
                            <a:srgbClr val="1A232D"/>
                          </a:solidFill>
                          <a:latin typeface="Arial"/>
                          <a:cs typeface="Arial"/>
                        </a:rPr>
                        <a:t>Recommendation </a:t>
                      </a:r>
                      <a:r>
                        <a:rPr sz="1400" dirty="0">
                          <a:solidFill>
                            <a:srgbClr val="1A232D"/>
                          </a:solidFill>
                          <a:latin typeface="Arial"/>
                          <a:cs typeface="Arial"/>
                        </a:rPr>
                        <a:t>of</a:t>
                      </a:r>
                      <a:r>
                        <a:rPr sz="1400" spc="-65" dirty="0">
                          <a:solidFill>
                            <a:srgbClr val="1A232D"/>
                          </a:solidFill>
                          <a:latin typeface="Arial"/>
                          <a:cs typeface="Arial"/>
                        </a:rPr>
                        <a:t> </a:t>
                      </a:r>
                      <a:r>
                        <a:rPr sz="1400" dirty="0">
                          <a:solidFill>
                            <a:srgbClr val="1A232D"/>
                          </a:solidFill>
                          <a:latin typeface="Arial"/>
                          <a:cs typeface="Arial"/>
                        </a:rPr>
                        <a:t>changes</a:t>
                      </a:r>
                      <a:endParaRPr sz="1400" dirty="0">
                        <a:latin typeface="Arial"/>
                        <a:cs typeface="Arial"/>
                      </a:endParaRPr>
                    </a:p>
                    <a:p>
                      <a:pPr marL="68580" marR="554990">
                        <a:lnSpc>
                          <a:spcPct val="114999"/>
                        </a:lnSpc>
                      </a:pPr>
                      <a:r>
                        <a:rPr sz="1400" dirty="0">
                          <a:solidFill>
                            <a:srgbClr val="1A232D"/>
                          </a:solidFill>
                          <a:latin typeface="Arial"/>
                          <a:cs typeface="Arial"/>
                        </a:rPr>
                        <a:t>required for SEO</a:t>
                      </a:r>
                      <a:r>
                        <a:rPr sz="1400" spc="-135" dirty="0">
                          <a:solidFill>
                            <a:srgbClr val="1A232D"/>
                          </a:solidFill>
                          <a:latin typeface="Arial"/>
                          <a:cs typeface="Arial"/>
                        </a:rPr>
                        <a:t> </a:t>
                      </a:r>
                      <a:r>
                        <a:rPr sz="1400" dirty="0">
                          <a:solidFill>
                            <a:srgbClr val="1A232D"/>
                          </a:solidFill>
                          <a:latin typeface="Arial"/>
                          <a:cs typeface="Arial"/>
                        </a:rPr>
                        <a:t>friendly  </a:t>
                      </a:r>
                      <a:r>
                        <a:rPr sz="1400" spc="-5" dirty="0">
                          <a:solidFill>
                            <a:srgbClr val="1A232D"/>
                          </a:solidFill>
                          <a:latin typeface="Arial"/>
                          <a:cs typeface="Arial"/>
                        </a:rPr>
                        <a:t>website</a:t>
                      </a:r>
                      <a:endParaRPr sz="14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8580">
                        <a:lnSpc>
                          <a:spcPct val="100000"/>
                        </a:lnSpc>
                        <a:spcBef>
                          <a:spcPts val="55"/>
                        </a:spcBef>
                      </a:pPr>
                      <a:r>
                        <a:rPr sz="1400" spc="-5" dirty="0">
                          <a:solidFill>
                            <a:srgbClr val="1A232D"/>
                          </a:solidFill>
                          <a:latin typeface="Arial"/>
                          <a:cs typeface="Arial"/>
                        </a:rPr>
                        <a:t>It’s including </a:t>
                      </a:r>
                      <a:r>
                        <a:rPr sz="1400" dirty="0">
                          <a:solidFill>
                            <a:srgbClr val="1A232D"/>
                          </a:solidFill>
                          <a:latin typeface="Arial"/>
                          <a:cs typeface="Arial"/>
                        </a:rPr>
                        <a:t>the </a:t>
                      </a:r>
                      <a:r>
                        <a:rPr sz="1400" spc="-5" dirty="0">
                          <a:solidFill>
                            <a:srgbClr val="1A232D"/>
                          </a:solidFill>
                          <a:latin typeface="Arial"/>
                          <a:cs typeface="Arial"/>
                        </a:rPr>
                        <a:t>changes needed</a:t>
                      </a:r>
                      <a:r>
                        <a:rPr sz="1400" spc="-185" dirty="0">
                          <a:solidFill>
                            <a:srgbClr val="1A232D"/>
                          </a:solidFill>
                          <a:latin typeface="Arial"/>
                          <a:cs typeface="Arial"/>
                        </a:rPr>
                        <a:t> </a:t>
                      </a:r>
                      <a:r>
                        <a:rPr sz="1400" spc="-5" dirty="0">
                          <a:solidFill>
                            <a:srgbClr val="1A232D"/>
                          </a:solidFill>
                          <a:latin typeface="Arial"/>
                          <a:cs typeface="Arial"/>
                        </a:rPr>
                        <a:t>in</a:t>
                      </a:r>
                      <a:endParaRPr sz="1400" dirty="0">
                        <a:latin typeface="Arial"/>
                        <a:cs typeface="Arial"/>
                      </a:endParaRPr>
                    </a:p>
                    <a:p>
                      <a:pPr marL="68580" marR="335915">
                        <a:lnSpc>
                          <a:spcPct val="114999"/>
                        </a:lnSpc>
                      </a:pPr>
                      <a:r>
                        <a:rPr sz="1400" dirty="0">
                          <a:solidFill>
                            <a:srgbClr val="1A232D"/>
                          </a:solidFill>
                          <a:latin typeface="Arial"/>
                          <a:cs typeface="Arial"/>
                        </a:rPr>
                        <a:t>the </a:t>
                      </a:r>
                      <a:r>
                        <a:rPr sz="1400" spc="-5" dirty="0">
                          <a:solidFill>
                            <a:srgbClr val="1A232D"/>
                          </a:solidFill>
                          <a:latin typeface="Arial"/>
                          <a:cs typeface="Arial"/>
                        </a:rPr>
                        <a:t>website </a:t>
                      </a:r>
                      <a:r>
                        <a:rPr sz="1400" dirty="0">
                          <a:solidFill>
                            <a:srgbClr val="1A232D"/>
                          </a:solidFill>
                          <a:latin typeface="Arial"/>
                          <a:cs typeface="Arial"/>
                        </a:rPr>
                        <a:t>according to the</a:t>
                      </a:r>
                      <a:r>
                        <a:rPr sz="1400" spc="-165" dirty="0">
                          <a:solidFill>
                            <a:srgbClr val="1A232D"/>
                          </a:solidFill>
                          <a:latin typeface="Arial"/>
                          <a:cs typeface="Arial"/>
                        </a:rPr>
                        <a:t> </a:t>
                      </a:r>
                      <a:r>
                        <a:rPr sz="1400" dirty="0">
                          <a:solidFill>
                            <a:srgbClr val="1A232D"/>
                          </a:solidFill>
                          <a:latin typeface="Arial"/>
                          <a:cs typeface="Arial"/>
                        </a:rPr>
                        <a:t>Google  </a:t>
                      </a:r>
                      <a:r>
                        <a:rPr sz="1400" spc="-5" dirty="0">
                          <a:solidFill>
                            <a:srgbClr val="1A232D"/>
                          </a:solidFill>
                          <a:latin typeface="Arial"/>
                          <a:cs typeface="Arial"/>
                        </a:rPr>
                        <a:t>guidelines for SEO and Web  </a:t>
                      </a:r>
                      <a:r>
                        <a:rPr sz="1400" dirty="0">
                          <a:solidFill>
                            <a:srgbClr val="1A232D"/>
                          </a:solidFill>
                          <a:latin typeface="Arial"/>
                          <a:cs typeface="Arial"/>
                        </a:rPr>
                        <a:t>Designing. </a:t>
                      </a:r>
                      <a:r>
                        <a:rPr sz="1400" spc="-5" dirty="0">
                          <a:solidFill>
                            <a:srgbClr val="1A232D"/>
                          </a:solidFill>
                          <a:latin typeface="Arial"/>
                          <a:cs typeface="Arial"/>
                        </a:rPr>
                        <a:t>(Example: </a:t>
                      </a:r>
                      <a:r>
                        <a:rPr sz="1400" dirty="0">
                          <a:solidFill>
                            <a:srgbClr val="1A232D"/>
                          </a:solidFill>
                          <a:latin typeface="Arial"/>
                          <a:cs typeface="Arial"/>
                        </a:rPr>
                        <a:t>Any</a:t>
                      </a:r>
                      <a:r>
                        <a:rPr sz="1400" spc="-160" dirty="0">
                          <a:solidFill>
                            <a:srgbClr val="1A232D"/>
                          </a:solidFill>
                          <a:latin typeface="Arial"/>
                          <a:cs typeface="Arial"/>
                        </a:rPr>
                        <a:t> </a:t>
                      </a:r>
                      <a:r>
                        <a:rPr sz="1400" dirty="0">
                          <a:solidFill>
                            <a:srgbClr val="1A232D"/>
                          </a:solidFill>
                          <a:latin typeface="Arial"/>
                          <a:cs typeface="Arial"/>
                        </a:rPr>
                        <a:t>technical</a:t>
                      </a:r>
                      <a:endParaRPr sz="1400" dirty="0">
                        <a:latin typeface="Arial"/>
                        <a:cs typeface="Arial"/>
                      </a:endParaRPr>
                    </a:p>
                    <a:p>
                      <a:pPr marL="68580" marR="121285">
                        <a:lnSpc>
                          <a:spcPct val="114999"/>
                        </a:lnSpc>
                        <a:spcBef>
                          <a:spcPts val="5"/>
                        </a:spcBef>
                      </a:pPr>
                      <a:r>
                        <a:rPr sz="1400" spc="-15" dirty="0">
                          <a:solidFill>
                            <a:srgbClr val="1A232D"/>
                          </a:solidFill>
                          <a:latin typeface="Arial"/>
                          <a:cs typeface="Arial"/>
                        </a:rPr>
                        <a:t>error, </a:t>
                      </a:r>
                      <a:r>
                        <a:rPr sz="1400" dirty="0">
                          <a:solidFill>
                            <a:srgbClr val="1A232D"/>
                          </a:solidFill>
                          <a:latin typeface="Arial"/>
                          <a:cs typeface="Arial"/>
                        </a:rPr>
                        <a:t>rectification or suggestions in</a:t>
                      </a:r>
                      <a:r>
                        <a:rPr sz="1400" spc="-204" dirty="0">
                          <a:solidFill>
                            <a:srgbClr val="1A232D"/>
                          </a:solidFill>
                          <a:latin typeface="Arial"/>
                          <a:cs typeface="Arial"/>
                        </a:rPr>
                        <a:t> </a:t>
                      </a:r>
                      <a:r>
                        <a:rPr sz="1400" dirty="0">
                          <a:solidFill>
                            <a:srgbClr val="1A232D"/>
                          </a:solidFill>
                          <a:latin typeface="Arial"/>
                          <a:cs typeface="Arial"/>
                        </a:rPr>
                        <a:t>the  </a:t>
                      </a:r>
                      <a:r>
                        <a:rPr sz="1400" spc="-5" dirty="0">
                          <a:solidFill>
                            <a:srgbClr val="1A232D"/>
                          </a:solidFill>
                          <a:latin typeface="Arial"/>
                          <a:cs typeface="Arial"/>
                        </a:rPr>
                        <a:t>website)</a:t>
                      </a:r>
                      <a:endParaRPr sz="1400" dirty="0">
                        <a:latin typeface="Arial"/>
                        <a:cs typeface="Arial"/>
                      </a:endParaRPr>
                    </a:p>
                  </a:txBody>
                  <a:tcPr marL="0" marR="0" marT="69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a:lnSpc>
                          <a:spcPct val="100000"/>
                        </a:lnSpc>
                      </a:pPr>
                      <a:endParaRPr sz="1500" dirty="0">
                        <a:latin typeface="Times New Roman"/>
                        <a:cs typeface="Times New Roman"/>
                      </a:endParaRPr>
                    </a:p>
                    <a:p>
                      <a:pPr>
                        <a:lnSpc>
                          <a:spcPct val="100000"/>
                        </a:lnSpc>
                      </a:pPr>
                      <a:endParaRPr sz="1500" dirty="0">
                        <a:latin typeface="Times New Roman"/>
                        <a:cs typeface="Times New Roman"/>
                      </a:endParaRPr>
                    </a:p>
                    <a:p>
                      <a:pPr>
                        <a:lnSpc>
                          <a:spcPct val="100000"/>
                        </a:lnSpc>
                        <a:spcBef>
                          <a:spcPts val="20"/>
                        </a:spcBef>
                      </a:pPr>
                      <a:endParaRPr sz="1700" dirty="0">
                        <a:latin typeface="Times New Roman"/>
                        <a:cs typeface="Times New Roman"/>
                      </a:endParaRPr>
                    </a:p>
                    <a:p>
                      <a:pPr marL="635" marR="152400">
                        <a:lnSpc>
                          <a:spcPct val="115199"/>
                        </a:lnSpc>
                        <a:spcBef>
                          <a:spcPts val="5"/>
                        </a:spcBef>
                      </a:pPr>
                      <a:r>
                        <a:rPr sz="1400" spc="-5" dirty="0">
                          <a:solidFill>
                            <a:srgbClr val="1A232D"/>
                          </a:solidFill>
                          <a:latin typeface="Arial"/>
                          <a:cs typeface="Arial"/>
                        </a:rPr>
                        <a:t>The </a:t>
                      </a:r>
                      <a:r>
                        <a:rPr sz="1400" dirty="0">
                          <a:solidFill>
                            <a:srgbClr val="1A232D"/>
                          </a:solidFill>
                          <a:latin typeface="Arial"/>
                          <a:cs typeface="Arial"/>
                        </a:rPr>
                        <a:t>necessary actions </a:t>
                      </a:r>
                      <a:r>
                        <a:rPr sz="1400" spc="-5" dirty="0">
                          <a:solidFill>
                            <a:srgbClr val="1A232D"/>
                          </a:solidFill>
                          <a:latin typeface="Arial"/>
                          <a:cs typeface="Arial"/>
                        </a:rPr>
                        <a:t>will </a:t>
                      </a:r>
                      <a:r>
                        <a:rPr sz="1400" dirty="0">
                          <a:solidFill>
                            <a:srgbClr val="1A232D"/>
                          </a:solidFill>
                          <a:latin typeface="Arial"/>
                          <a:cs typeface="Arial"/>
                        </a:rPr>
                        <a:t>be</a:t>
                      </a:r>
                      <a:r>
                        <a:rPr sz="1400" spc="-150" dirty="0">
                          <a:solidFill>
                            <a:srgbClr val="1A232D"/>
                          </a:solidFill>
                          <a:latin typeface="Arial"/>
                          <a:cs typeface="Arial"/>
                        </a:rPr>
                        <a:t> </a:t>
                      </a:r>
                      <a:r>
                        <a:rPr sz="1400" dirty="0">
                          <a:solidFill>
                            <a:srgbClr val="1A232D"/>
                          </a:solidFill>
                          <a:latin typeface="Arial"/>
                          <a:cs typeface="Arial"/>
                        </a:rPr>
                        <a:t>taken  by the</a:t>
                      </a:r>
                      <a:r>
                        <a:rPr sz="1400" spc="-45" dirty="0">
                          <a:solidFill>
                            <a:srgbClr val="1A232D"/>
                          </a:solidFill>
                          <a:latin typeface="Arial"/>
                          <a:cs typeface="Arial"/>
                        </a:rPr>
                        <a:t> </a:t>
                      </a:r>
                      <a:r>
                        <a:rPr sz="1400" dirty="0">
                          <a:solidFill>
                            <a:srgbClr val="1A232D"/>
                          </a:solidFill>
                          <a:latin typeface="Arial"/>
                          <a:cs typeface="Arial"/>
                        </a:rPr>
                        <a:t>developers.</a:t>
                      </a:r>
                      <a:endParaRPr sz="14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r h="1273175">
                <a:tc>
                  <a:txBody>
                    <a:bodyPr/>
                    <a:lstStyle/>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spcBef>
                          <a:spcPts val="50"/>
                        </a:spcBef>
                      </a:pPr>
                      <a:endParaRPr sz="1550" dirty="0">
                        <a:latin typeface="Times New Roman"/>
                        <a:cs typeface="Times New Roman"/>
                      </a:endParaRPr>
                    </a:p>
                    <a:p>
                      <a:pPr algn="ctr">
                        <a:lnSpc>
                          <a:spcPct val="100000"/>
                        </a:lnSpc>
                      </a:pPr>
                      <a:r>
                        <a:rPr sz="1000" b="1" spc="-10" dirty="0" smtClean="0">
                          <a:solidFill>
                            <a:srgbClr val="1A232D"/>
                          </a:solidFill>
                          <a:latin typeface="Arial"/>
                          <a:cs typeface="Arial"/>
                        </a:rPr>
                        <a:t>2</a:t>
                      </a:r>
                      <a:r>
                        <a:rPr lang="en-US" sz="1000" b="1" spc="-10" dirty="0" smtClean="0">
                          <a:solidFill>
                            <a:srgbClr val="1A232D"/>
                          </a:solidFill>
                          <a:latin typeface="Arial"/>
                          <a:cs typeface="Arial"/>
                        </a:rPr>
                        <a:t>1</a:t>
                      </a:r>
                      <a:endParaRPr sz="1000" dirty="0">
                        <a:latin typeface="Arial"/>
                        <a:cs typeface="Arial"/>
                      </a:endParaRPr>
                    </a:p>
                  </a:txBody>
                  <a:tcPr marL="0" marR="0" marT="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nSpc>
                          <a:spcPct val="100000"/>
                        </a:lnSpc>
                        <a:spcBef>
                          <a:spcPts val="60"/>
                        </a:spcBef>
                      </a:pPr>
                      <a:r>
                        <a:rPr sz="1400" spc="-5" dirty="0">
                          <a:solidFill>
                            <a:srgbClr val="1A232D"/>
                          </a:solidFill>
                          <a:latin typeface="Arial"/>
                          <a:cs typeface="Arial"/>
                        </a:rPr>
                        <a:t>Solving </a:t>
                      </a:r>
                      <a:r>
                        <a:rPr sz="1400" dirty="0">
                          <a:solidFill>
                            <a:srgbClr val="1A232D"/>
                          </a:solidFill>
                          <a:latin typeface="Arial"/>
                          <a:cs typeface="Arial"/>
                        </a:rPr>
                        <a:t>SSL</a:t>
                      </a:r>
                      <a:r>
                        <a:rPr sz="1400" spc="-70" dirty="0">
                          <a:solidFill>
                            <a:srgbClr val="1A232D"/>
                          </a:solidFill>
                          <a:latin typeface="Arial"/>
                          <a:cs typeface="Arial"/>
                        </a:rPr>
                        <a:t> </a:t>
                      </a:r>
                      <a:r>
                        <a:rPr sz="1400" spc="-5" dirty="0">
                          <a:solidFill>
                            <a:srgbClr val="1A232D"/>
                          </a:solidFill>
                          <a:latin typeface="Arial"/>
                          <a:cs typeface="Arial"/>
                        </a:rPr>
                        <a:t>Certificate,</a:t>
                      </a:r>
                      <a:endParaRPr sz="1400" dirty="0">
                        <a:latin typeface="Arial"/>
                        <a:cs typeface="Arial"/>
                      </a:endParaRPr>
                    </a:p>
                    <a:p>
                      <a:pPr marL="68580" marR="310515">
                        <a:lnSpc>
                          <a:spcPts val="1930"/>
                        </a:lnSpc>
                        <a:spcBef>
                          <a:spcPts val="105"/>
                        </a:spcBef>
                      </a:pPr>
                      <a:r>
                        <a:rPr sz="1400" spc="-5" dirty="0">
                          <a:solidFill>
                            <a:srgbClr val="1A232D"/>
                          </a:solidFill>
                          <a:latin typeface="Arial"/>
                          <a:cs typeface="Arial"/>
                        </a:rPr>
                        <a:t>HTTPS, Favicon, </a:t>
                      </a:r>
                      <a:r>
                        <a:rPr sz="1400" dirty="0">
                          <a:solidFill>
                            <a:srgbClr val="1A232D"/>
                          </a:solidFill>
                          <a:latin typeface="Arial"/>
                          <a:cs typeface="Arial"/>
                        </a:rPr>
                        <a:t>Schema  Markup, Structure Data,</a:t>
                      </a:r>
                      <a:r>
                        <a:rPr sz="1400" spc="-160" dirty="0">
                          <a:solidFill>
                            <a:srgbClr val="1A232D"/>
                          </a:solidFill>
                          <a:latin typeface="Arial"/>
                          <a:cs typeface="Arial"/>
                        </a:rPr>
                        <a:t> </a:t>
                      </a:r>
                      <a:r>
                        <a:rPr sz="1400" dirty="0">
                          <a:solidFill>
                            <a:srgbClr val="1A232D"/>
                          </a:solidFill>
                          <a:latin typeface="Arial"/>
                          <a:cs typeface="Arial"/>
                        </a:rPr>
                        <a:t>LSI  and </a:t>
                      </a:r>
                      <a:r>
                        <a:rPr sz="1400" spc="-5" dirty="0">
                          <a:solidFill>
                            <a:srgbClr val="1A232D"/>
                          </a:solidFill>
                          <a:latin typeface="Arial"/>
                          <a:cs typeface="Arial"/>
                        </a:rPr>
                        <a:t>malware</a:t>
                      </a:r>
                      <a:r>
                        <a:rPr sz="1400" spc="-45" dirty="0">
                          <a:solidFill>
                            <a:srgbClr val="1A232D"/>
                          </a:solidFill>
                          <a:latin typeface="Arial"/>
                          <a:cs typeface="Arial"/>
                        </a:rPr>
                        <a:t> </a:t>
                      </a:r>
                      <a:r>
                        <a:rPr sz="1400" dirty="0">
                          <a:solidFill>
                            <a:srgbClr val="1A232D"/>
                          </a:solidFill>
                          <a:latin typeface="Arial"/>
                          <a:cs typeface="Arial"/>
                        </a:rPr>
                        <a:t>Issues.</a:t>
                      </a:r>
                      <a:endParaRPr sz="14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gn="just">
                        <a:lnSpc>
                          <a:spcPct val="100000"/>
                        </a:lnSpc>
                        <a:spcBef>
                          <a:spcPts val="60"/>
                        </a:spcBef>
                      </a:pPr>
                      <a:r>
                        <a:rPr sz="1400" dirty="0">
                          <a:solidFill>
                            <a:srgbClr val="1A232D"/>
                          </a:solidFill>
                          <a:latin typeface="Arial"/>
                          <a:cs typeface="Arial"/>
                        </a:rPr>
                        <a:t>Since SSL </a:t>
                      </a:r>
                      <a:r>
                        <a:rPr sz="1400" spc="-5" dirty="0">
                          <a:solidFill>
                            <a:srgbClr val="1A232D"/>
                          </a:solidFill>
                          <a:latin typeface="Arial"/>
                          <a:cs typeface="Arial"/>
                        </a:rPr>
                        <a:t>Certificate </a:t>
                      </a:r>
                      <a:r>
                        <a:rPr sz="1400" dirty="0">
                          <a:solidFill>
                            <a:srgbClr val="1A232D"/>
                          </a:solidFill>
                          <a:latin typeface="Arial"/>
                          <a:cs typeface="Arial"/>
                        </a:rPr>
                        <a:t>and </a:t>
                      </a:r>
                      <a:r>
                        <a:rPr sz="1400" spc="-5" dirty="0">
                          <a:solidFill>
                            <a:srgbClr val="1A232D"/>
                          </a:solidFill>
                          <a:latin typeface="Arial"/>
                          <a:cs typeface="Arial"/>
                        </a:rPr>
                        <a:t>Https</a:t>
                      </a:r>
                      <a:r>
                        <a:rPr sz="1400" spc="-165" dirty="0">
                          <a:solidFill>
                            <a:srgbClr val="1A232D"/>
                          </a:solidFill>
                          <a:latin typeface="Arial"/>
                          <a:cs typeface="Arial"/>
                        </a:rPr>
                        <a:t> </a:t>
                      </a:r>
                      <a:r>
                        <a:rPr sz="1400" spc="-5" dirty="0">
                          <a:solidFill>
                            <a:srgbClr val="1A232D"/>
                          </a:solidFill>
                          <a:latin typeface="Arial"/>
                          <a:cs typeface="Arial"/>
                        </a:rPr>
                        <a:t>have</a:t>
                      </a:r>
                      <a:endParaRPr sz="1400" dirty="0">
                        <a:latin typeface="Arial"/>
                        <a:cs typeface="Arial"/>
                      </a:endParaRPr>
                    </a:p>
                    <a:p>
                      <a:pPr marL="68580" marR="187325" algn="just">
                        <a:lnSpc>
                          <a:spcPts val="1930"/>
                        </a:lnSpc>
                        <a:spcBef>
                          <a:spcPts val="105"/>
                        </a:spcBef>
                      </a:pPr>
                      <a:r>
                        <a:rPr sz="1400" dirty="0">
                          <a:solidFill>
                            <a:srgbClr val="1A232D"/>
                          </a:solidFill>
                          <a:latin typeface="Arial"/>
                          <a:cs typeface="Arial"/>
                        </a:rPr>
                        <a:t>been </a:t>
                      </a:r>
                      <a:r>
                        <a:rPr sz="1400" spc="-5" dirty="0">
                          <a:solidFill>
                            <a:srgbClr val="1A232D"/>
                          </a:solidFill>
                          <a:latin typeface="Arial"/>
                          <a:cs typeface="Arial"/>
                        </a:rPr>
                        <a:t>solved </a:t>
                      </a:r>
                      <a:r>
                        <a:rPr sz="1400" spc="-10" dirty="0">
                          <a:solidFill>
                            <a:srgbClr val="1A232D"/>
                          </a:solidFill>
                          <a:latin typeface="Arial"/>
                          <a:cs typeface="Arial"/>
                        </a:rPr>
                        <a:t>earlier, we </a:t>
                      </a:r>
                      <a:r>
                        <a:rPr sz="1400" dirty="0">
                          <a:solidFill>
                            <a:srgbClr val="1A232D"/>
                          </a:solidFill>
                          <a:latin typeface="Arial"/>
                          <a:cs typeface="Arial"/>
                        </a:rPr>
                        <a:t>need to focus  on other security and</a:t>
                      </a:r>
                      <a:r>
                        <a:rPr sz="1400" spc="-120" dirty="0">
                          <a:solidFill>
                            <a:srgbClr val="1A232D"/>
                          </a:solidFill>
                          <a:latin typeface="Arial"/>
                          <a:cs typeface="Arial"/>
                        </a:rPr>
                        <a:t> </a:t>
                      </a:r>
                      <a:r>
                        <a:rPr sz="1400" spc="-5" dirty="0">
                          <a:solidFill>
                            <a:srgbClr val="1A232D"/>
                          </a:solidFill>
                          <a:latin typeface="Arial"/>
                          <a:cs typeface="Arial"/>
                        </a:rPr>
                        <a:t>server/database  </a:t>
                      </a:r>
                      <a:r>
                        <a:rPr sz="1400" dirty="0">
                          <a:solidFill>
                            <a:srgbClr val="1A232D"/>
                          </a:solidFill>
                          <a:latin typeface="Arial"/>
                          <a:cs typeface="Arial"/>
                        </a:rPr>
                        <a:t>related</a:t>
                      </a:r>
                      <a:r>
                        <a:rPr sz="1400" spc="-50" dirty="0">
                          <a:solidFill>
                            <a:srgbClr val="1A232D"/>
                          </a:solidFill>
                          <a:latin typeface="Arial"/>
                          <a:cs typeface="Arial"/>
                        </a:rPr>
                        <a:t> </a:t>
                      </a:r>
                      <a:r>
                        <a:rPr sz="1400" dirty="0">
                          <a:solidFill>
                            <a:srgbClr val="1A232D"/>
                          </a:solidFill>
                          <a:latin typeface="Arial"/>
                          <a:cs typeface="Arial"/>
                        </a:rPr>
                        <a:t>issues.</a:t>
                      </a:r>
                      <a:endParaRPr sz="1400" dirty="0">
                        <a:latin typeface="Arial"/>
                        <a:cs typeface="Arial"/>
                      </a:endParaRPr>
                    </a:p>
                  </a:txBody>
                  <a:tcPr marL="0" marR="0" marT="762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35" marR="36195">
                        <a:lnSpc>
                          <a:spcPct val="114999"/>
                        </a:lnSpc>
                        <a:spcBef>
                          <a:spcPts val="955"/>
                        </a:spcBef>
                      </a:pPr>
                      <a:r>
                        <a:rPr sz="1400" spc="-5" dirty="0">
                          <a:solidFill>
                            <a:srgbClr val="1A232D"/>
                          </a:solidFill>
                          <a:latin typeface="Arial"/>
                          <a:cs typeface="Arial"/>
                        </a:rPr>
                        <a:t>This will </a:t>
                      </a:r>
                      <a:r>
                        <a:rPr sz="1400" dirty="0">
                          <a:solidFill>
                            <a:srgbClr val="1A232D"/>
                          </a:solidFill>
                          <a:latin typeface="Arial"/>
                          <a:cs typeface="Arial"/>
                        </a:rPr>
                        <a:t>secure </a:t>
                      </a:r>
                      <a:r>
                        <a:rPr sz="1400" spc="-5" dirty="0">
                          <a:solidFill>
                            <a:srgbClr val="1A232D"/>
                          </a:solidFill>
                          <a:latin typeface="Arial"/>
                          <a:cs typeface="Arial"/>
                        </a:rPr>
                        <a:t>website </a:t>
                      </a:r>
                      <a:r>
                        <a:rPr sz="1400" dirty="0">
                          <a:solidFill>
                            <a:srgbClr val="1A232D"/>
                          </a:solidFill>
                          <a:latin typeface="Arial"/>
                          <a:cs typeface="Arial"/>
                        </a:rPr>
                        <a:t>from any  suspicious and unsecure </a:t>
                      </a:r>
                      <a:r>
                        <a:rPr sz="1400" spc="-5" dirty="0">
                          <a:solidFill>
                            <a:srgbClr val="1A232D"/>
                          </a:solidFill>
                          <a:latin typeface="Arial"/>
                          <a:cs typeface="Arial"/>
                        </a:rPr>
                        <a:t>activities</a:t>
                      </a:r>
                      <a:r>
                        <a:rPr sz="1400" spc="-165" dirty="0">
                          <a:solidFill>
                            <a:srgbClr val="1A232D"/>
                          </a:solidFill>
                          <a:latin typeface="Arial"/>
                          <a:cs typeface="Arial"/>
                        </a:rPr>
                        <a:t> </a:t>
                      </a:r>
                      <a:r>
                        <a:rPr sz="1400" dirty="0">
                          <a:solidFill>
                            <a:srgbClr val="1A232D"/>
                          </a:solidFill>
                          <a:latin typeface="Arial"/>
                          <a:cs typeface="Arial"/>
                        </a:rPr>
                        <a:t>as  </a:t>
                      </a:r>
                      <a:r>
                        <a:rPr sz="1400" spc="-5" dirty="0">
                          <a:solidFill>
                            <a:srgbClr val="1A232D"/>
                          </a:solidFill>
                          <a:latin typeface="Arial"/>
                          <a:cs typeface="Arial"/>
                        </a:rPr>
                        <a:t>well </a:t>
                      </a:r>
                      <a:r>
                        <a:rPr sz="1400" dirty="0">
                          <a:solidFill>
                            <a:srgbClr val="1A232D"/>
                          </a:solidFill>
                          <a:latin typeface="Arial"/>
                          <a:cs typeface="Arial"/>
                        </a:rPr>
                        <a:t>as increase the protection in the  </a:t>
                      </a:r>
                      <a:r>
                        <a:rPr sz="1400" spc="-15" dirty="0">
                          <a:solidFill>
                            <a:srgbClr val="1A232D"/>
                          </a:solidFill>
                          <a:latin typeface="Arial"/>
                          <a:cs typeface="Arial"/>
                        </a:rPr>
                        <a:t>Server.</a:t>
                      </a:r>
                      <a:endParaRPr sz="1400" dirty="0">
                        <a:latin typeface="Arial"/>
                        <a:cs typeface="Arial"/>
                      </a:endParaRPr>
                    </a:p>
                  </a:txBody>
                  <a:tcPr marL="0" marR="0" marT="12128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bl>
          </a:graphicData>
        </a:graphic>
      </p:graphicFrame>
    </p:spTree>
    <p:extLst>
      <p:ext uri="{BB962C8B-B14F-4D97-AF65-F5344CB8AC3E}">
        <p14:creationId xmlns:p14="http://schemas.microsoft.com/office/powerpoint/2010/main" val="11911616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2407602" y="2077781"/>
            <a:ext cx="737679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r>
              <a:rPr lang="en-US" sz="4000" dirty="0" smtClean="0">
                <a:latin typeface="Palatino Linotype" panose="02040502050505030304" pitchFamily="18" charset="0"/>
                <a:cs typeface="Calibri" pitchFamily="34" charset="0"/>
              </a:rPr>
              <a:t>Part 3: </a:t>
            </a:r>
            <a:r>
              <a:rPr lang="en-US" sz="4000" dirty="0">
                <a:solidFill>
                  <a:srgbClr val="C00000"/>
                </a:solidFill>
                <a:latin typeface="Palatino Linotype" panose="02040502050505030304" pitchFamily="18" charset="0"/>
              </a:rPr>
              <a:t>Backlinks Drive </a:t>
            </a:r>
            <a:r>
              <a:rPr lang="en-US" sz="4000" dirty="0">
                <a:latin typeface="Palatino Linotype" panose="02040502050505030304" pitchFamily="18" charset="0"/>
              </a:rPr>
              <a:t>(Basic and Advanced Tactics)</a:t>
            </a:r>
          </a:p>
        </p:txBody>
      </p:sp>
    </p:spTree>
    <p:extLst>
      <p:ext uri="{BB962C8B-B14F-4D97-AF65-F5344CB8AC3E}">
        <p14:creationId xmlns:p14="http://schemas.microsoft.com/office/powerpoint/2010/main" val="29755060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12192000" cy="6857999"/>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1239316" y="633529"/>
            <a:ext cx="3786728" cy="522835"/>
          </a:xfrm>
          <a:prstGeom prst="rect">
            <a:avLst/>
          </a:prstGeom>
        </p:spPr>
        <p:txBody>
          <a:bodyPr vert="horz" wrap="square" lIns="0" tIns="0" rIns="0" bIns="0" rtlCol="0">
            <a:spAutoFit/>
          </a:bodyPr>
          <a:lstStyle/>
          <a:p>
            <a:pPr marL="0" marR="0">
              <a:lnSpc>
                <a:spcPts val="4322"/>
              </a:lnSpc>
              <a:spcBef>
                <a:spcPts val="0"/>
              </a:spcBef>
              <a:spcAft>
                <a:spcPts val="0"/>
              </a:spcAft>
            </a:pPr>
            <a:r>
              <a:rPr lang="en-US" sz="3200" dirty="0" smtClean="0">
                <a:solidFill>
                  <a:srgbClr val="C00000"/>
                </a:solidFill>
                <a:latin typeface="Palatino Linotype" panose="02040502050505030304" pitchFamily="18" charset="0"/>
                <a:cs typeface="KATJHV+Palatino Linotype"/>
              </a:rPr>
              <a:t>Backlink </a:t>
            </a:r>
            <a:r>
              <a:rPr lang="en-US" sz="3200" dirty="0" smtClean="0">
                <a:latin typeface="Palatino Linotype" panose="02040502050505030304" pitchFamily="18" charset="0"/>
                <a:cs typeface="KATJHV+Palatino Linotype"/>
              </a:rPr>
              <a:t>Acquisition</a:t>
            </a:r>
            <a:endParaRPr sz="3200" dirty="0">
              <a:latin typeface="Palatino Linotype" panose="02040502050505030304" pitchFamily="18" charset="0"/>
              <a:cs typeface="KATJHV+Palatino Linotype"/>
            </a:endParaRPr>
          </a:p>
        </p:txBody>
      </p:sp>
      <p:sp>
        <p:nvSpPr>
          <p:cNvPr id="5" name="object 5"/>
          <p:cNvSpPr txBox="1"/>
          <p:nvPr/>
        </p:nvSpPr>
        <p:spPr>
          <a:xfrm>
            <a:off x="1168907" y="1816243"/>
            <a:ext cx="3313919" cy="282129"/>
          </a:xfrm>
          <a:prstGeom prst="rect">
            <a:avLst/>
          </a:prstGeom>
        </p:spPr>
        <p:txBody>
          <a:bodyPr vert="horz" wrap="square" lIns="0" tIns="0" rIns="0" bIns="0" rtlCol="0">
            <a:spAutoFit/>
          </a:bodyPr>
          <a:lstStyle/>
          <a:p>
            <a:pPr marL="0" marR="0">
              <a:lnSpc>
                <a:spcPts val="2197"/>
              </a:lnSpc>
              <a:spcBef>
                <a:spcPts val="0"/>
              </a:spcBef>
              <a:spcAft>
                <a:spcPts val="0"/>
              </a:spcAft>
            </a:pPr>
            <a:r>
              <a:rPr sz="1800" b="1" dirty="0">
                <a:solidFill>
                  <a:srgbClr val="000000"/>
                </a:solidFill>
                <a:latin typeface="TDCDLM+Calibri Bold"/>
                <a:cs typeface="TDCDLM+Calibri Bold"/>
              </a:rPr>
              <a:t>Basic Backlink</a:t>
            </a:r>
            <a:r>
              <a:rPr sz="1800" b="1" spc="-25" dirty="0">
                <a:solidFill>
                  <a:srgbClr val="000000"/>
                </a:solidFill>
                <a:latin typeface="TDCDLM+Calibri Bold"/>
                <a:cs typeface="TDCDLM+Calibri Bold"/>
              </a:rPr>
              <a:t> </a:t>
            </a:r>
            <a:r>
              <a:rPr sz="1800" b="1" dirty="0">
                <a:solidFill>
                  <a:srgbClr val="000000"/>
                </a:solidFill>
                <a:latin typeface="TDCDLM+Calibri Bold"/>
                <a:cs typeface="TDCDLM+Calibri Bold"/>
              </a:rPr>
              <a:t>Acquisition</a:t>
            </a:r>
          </a:p>
        </p:txBody>
      </p:sp>
      <p:sp>
        <p:nvSpPr>
          <p:cNvPr id="6" name="object 6"/>
          <p:cNvSpPr txBox="1"/>
          <p:nvPr/>
        </p:nvSpPr>
        <p:spPr>
          <a:xfrm>
            <a:off x="5895721" y="1800568"/>
            <a:ext cx="3979008" cy="282129"/>
          </a:xfrm>
          <a:prstGeom prst="rect">
            <a:avLst/>
          </a:prstGeom>
        </p:spPr>
        <p:txBody>
          <a:bodyPr vert="horz" wrap="square" lIns="0" tIns="0" rIns="0" bIns="0" rtlCol="0">
            <a:spAutoFit/>
          </a:bodyPr>
          <a:lstStyle/>
          <a:p>
            <a:pPr marL="0" marR="0">
              <a:lnSpc>
                <a:spcPts val="2197"/>
              </a:lnSpc>
              <a:spcBef>
                <a:spcPts val="0"/>
              </a:spcBef>
              <a:spcAft>
                <a:spcPts val="0"/>
              </a:spcAft>
            </a:pPr>
            <a:r>
              <a:rPr sz="1800" b="1" dirty="0">
                <a:solidFill>
                  <a:srgbClr val="000000"/>
                </a:solidFill>
                <a:latin typeface="TDCDLM+Calibri Bold"/>
                <a:cs typeface="TDCDLM+Calibri Bold"/>
              </a:rPr>
              <a:t>Advanced Backlink</a:t>
            </a:r>
            <a:r>
              <a:rPr sz="1800" b="1" spc="-13" dirty="0">
                <a:solidFill>
                  <a:srgbClr val="000000"/>
                </a:solidFill>
                <a:latin typeface="TDCDLM+Calibri Bold"/>
                <a:cs typeface="TDCDLM+Calibri Bold"/>
              </a:rPr>
              <a:t> </a:t>
            </a:r>
            <a:r>
              <a:rPr sz="1800" b="1" dirty="0">
                <a:solidFill>
                  <a:srgbClr val="000000"/>
                </a:solidFill>
                <a:latin typeface="TDCDLM+Calibri Bold"/>
                <a:cs typeface="TDCDLM+Calibri Bold"/>
              </a:rPr>
              <a:t>Acquisition</a:t>
            </a:r>
          </a:p>
        </p:txBody>
      </p:sp>
      <p:sp>
        <p:nvSpPr>
          <p:cNvPr id="7" name="object 7"/>
          <p:cNvSpPr txBox="1"/>
          <p:nvPr/>
        </p:nvSpPr>
        <p:spPr>
          <a:xfrm>
            <a:off x="1060399" y="2356021"/>
            <a:ext cx="1537046" cy="346509"/>
          </a:xfrm>
          <a:prstGeom prst="rect">
            <a:avLst/>
          </a:prstGeom>
        </p:spPr>
        <p:txBody>
          <a:bodyPr vert="horz" wrap="square" lIns="0" tIns="0" rIns="0" bIns="0" rtlCol="0">
            <a:spAutoFit/>
          </a:bodyPr>
          <a:lstStyle/>
          <a:p>
            <a:pPr marL="0" marR="0">
              <a:lnSpc>
                <a:spcPts val="2428"/>
              </a:lnSpc>
              <a:spcBef>
                <a:spcPts val="0"/>
              </a:spcBef>
              <a:spcAft>
                <a:spcPts val="0"/>
              </a:spcAft>
            </a:pPr>
            <a:r>
              <a:rPr sz="1800" b="1" dirty="0">
                <a:solidFill>
                  <a:srgbClr val="000000"/>
                </a:solidFill>
                <a:latin typeface="ACFWFO+Palatino Linotype Bold"/>
                <a:cs typeface="ACFWFO+Palatino Linotype Bold"/>
              </a:rPr>
              <a:t>SEO Widgets</a:t>
            </a:r>
          </a:p>
        </p:txBody>
      </p:sp>
      <p:sp>
        <p:nvSpPr>
          <p:cNvPr id="8" name="object 8"/>
          <p:cNvSpPr txBox="1"/>
          <p:nvPr/>
        </p:nvSpPr>
        <p:spPr>
          <a:xfrm>
            <a:off x="5895721" y="2343850"/>
            <a:ext cx="1960914" cy="311555"/>
          </a:xfrm>
          <a:prstGeom prst="rect">
            <a:avLst/>
          </a:prstGeom>
        </p:spPr>
        <p:txBody>
          <a:bodyPr vert="horz" wrap="square" lIns="0" tIns="0" rIns="0" bIns="0" rtlCol="0">
            <a:spAutoFit/>
          </a:bodyPr>
          <a:lstStyle/>
          <a:p>
            <a:pPr marL="0" marR="0">
              <a:lnSpc>
                <a:spcPts val="2153"/>
              </a:lnSpc>
              <a:spcBef>
                <a:spcPts val="0"/>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High TLD Links</a:t>
            </a:r>
          </a:p>
        </p:txBody>
      </p:sp>
      <p:sp>
        <p:nvSpPr>
          <p:cNvPr id="9" name="object 9"/>
          <p:cNvSpPr txBox="1"/>
          <p:nvPr/>
        </p:nvSpPr>
        <p:spPr>
          <a:xfrm>
            <a:off x="1060399" y="2630341"/>
            <a:ext cx="290921" cy="346509"/>
          </a:xfrm>
          <a:prstGeom prst="rect">
            <a:avLst/>
          </a:prstGeom>
        </p:spPr>
        <p:txBody>
          <a:bodyPr vert="horz" wrap="square" lIns="0" tIns="0" rIns="0" bIns="0" rtlCol="0">
            <a:spAutoFit/>
          </a:bodyPr>
          <a:lstStyle/>
          <a:p>
            <a:pPr marL="0" marR="0">
              <a:lnSpc>
                <a:spcPts val="2428"/>
              </a:lnSpc>
              <a:spcBef>
                <a:spcPts val="0"/>
              </a:spcBef>
              <a:spcAft>
                <a:spcPts val="0"/>
              </a:spcAft>
            </a:pPr>
            <a:r>
              <a:rPr sz="1800" dirty="0">
                <a:solidFill>
                  <a:srgbClr val="000000"/>
                </a:solidFill>
                <a:latin typeface="PIBUCS+Palatino Linotype"/>
                <a:cs typeface="PIBUCS+Palatino Linotype"/>
              </a:rPr>
              <a:t>•</a:t>
            </a:r>
          </a:p>
        </p:txBody>
      </p:sp>
      <p:sp>
        <p:nvSpPr>
          <p:cNvPr id="10" name="object 10"/>
          <p:cNvSpPr txBox="1"/>
          <p:nvPr/>
        </p:nvSpPr>
        <p:spPr>
          <a:xfrm>
            <a:off x="1827022" y="2630341"/>
            <a:ext cx="2742269" cy="346509"/>
          </a:xfrm>
          <a:prstGeom prst="rect">
            <a:avLst/>
          </a:prstGeom>
        </p:spPr>
        <p:txBody>
          <a:bodyPr vert="horz" wrap="square" lIns="0" tIns="0" rIns="0" bIns="0" rtlCol="0">
            <a:spAutoFit/>
          </a:bodyPr>
          <a:lstStyle/>
          <a:p>
            <a:pPr marL="0" marR="0">
              <a:lnSpc>
                <a:spcPts val="2428"/>
              </a:lnSpc>
              <a:spcBef>
                <a:spcPts val="0"/>
              </a:spcBef>
              <a:spcAft>
                <a:spcPts val="0"/>
              </a:spcAft>
            </a:pPr>
            <a:r>
              <a:rPr sz="1800" dirty="0">
                <a:solidFill>
                  <a:srgbClr val="000000"/>
                </a:solidFill>
                <a:latin typeface="KATJHV+Palatino Linotype"/>
                <a:cs typeface="KATJHV+Palatino Linotype"/>
              </a:rPr>
              <a:t>Using</a:t>
            </a:r>
            <a:r>
              <a:rPr sz="1800" spc="-11" dirty="0">
                <a:solidFill>
                  <a:srgbClr val="000000"/>
                </a:solidFill>
                <a:latin typeface="KATJHV+Palatino Linotype"/>
                <a:cs typeface="KATJHV+Palatino Linotype"/>
              </a:rPr>
              <a:t> </a:t>
            </a:r>
            <a:r>
              <a:rPr sz="1800" dirty="0">
                <a:solidFill>
                  <a:srgbClr val="000000"/>
                </a:solidFill>
                <a:latin typeface="KATJHV+Palatino Linotype"/>
                <a:cs typeface="KATJHV+Palatino Linotype"/>
              </a:rPr>
              <a:t>widgets for linking</a:t>
            </a:r>
          </a:p>
        </p:txBody>
      </p:sp>
      <p:sp>
        <p:nvSpPr>
          <p:cNvPr id="11" name="object 11"/>
          <p:cNvSpPr txBox="1"/>
          <p:nvPr/>
        </p:nvSpPr>
        <p:spPr>
          <a:xfrm>
            <a:off x="5895721" y="2709991"/>
            <a:ext cx="1627158" cy="311555"/>
          </a:xfrm>
          <a:prstGeom prst="rect">
            <a:avLst/>
          </a:prstGeom>
        </p:spPr>
        <p:txBody>
          <a:bodyPr vert="horz" wrap="square" lIns="0" tIns="0" rIns="0" bIns="0" rtlCol="0">
            <a:spAutoFit/>
          </a:bodyPr>
          <a:lstStyle/>
          <a:p>
            <a:pPr marL="0" marR="0">
              <a:lnSpc>
                <a:spcPts val="2153"/>
              </a:lnSpc>
              <a:spcBef>
                <a:spcPts val="0"/>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Tiered</a:t>
            </a:r>
            <a:r>
              <a:rPr sz="1600" spc="-13"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Links</a:t>
            </a:r>
          </a:p>
        </p:txBody>
      </p:sp>
      <p:sp>
        <p:nvSpPr>
          <p:cNvPr id="12" name="object 12"/>
          <p:cNvSpPr txBox="1"/>
          <p:nvPr/>
        </p:nvSpPr>
        <p:spPr>
          <a:xfrm>
            <a:off x="5895721" y="3075751"/>
            <a:ext cx="3081571" cy="1043075"/>
          </a:xfrm>
          <a:prstGeom prst="rect">
            <a:avLst/>
          </a:prstGeom>
        </p:spPr>
        <p:txBody>
          <a:bodyPr vert="horz" wrap="square" lIns="0" tIns="0" rIns="0" bIns="0" rtlCol="0">
            <a:spAutoFit/>
          </a:bodyPr>
          <a:lstStyle/>
          <a:p>
            <a:pPr marL="0" marR="0">
              <a:lnSpc>
                <a:spcPts val="2153"/>
              </a:lnSpc>
              <a:spcBef>
                <a:spcPts val="0"/>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Competitor</a:t>
            </a:r>
            <a:r>
              <a:rPr sz="1600" spc="43"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Link</a:t>
            </a:r>
            <a:r>
              <a:rPr sz="1600" spc="-56"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Acquisition</a:t>
            </a:r>
          </a:p>
          <a:p>
            <a:pPr marL="0" marR="0">
              <a:lnSpc>
                <a:spcPts val="2153"/>
              </a:lnSpc>
              <a:spcBef>
                <a:spcPts val="676"/>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Broken Link Building</a:t>
            </a:r>
          </a:p>
          <a:p>
            <a:pPr marL="0" marR="0">
              <a:lnSpc>
                <a:spcPts val="2153"/>
              </a:lnSpc>
              <a:spcBef>
                <a:spcPts val="726"/>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Map Link Building</a:t>
            </a:r>
          </a:p>
        </p:txBody>
      </p:sp>
      <p:sp>
        <p:nvSpPr>
          <p:cNvPr id="13" name="object 13"/>
          <p:cNvSpPr txBox="1"/>
          <p:nvPr/>
        </p:nvSpPr>
        <p:spPr>
          <a:xfrm>
            <a:off x="1060399" y="3178661"/>
            <a:ext cx="4181706" cy="307777"/>
          </a:xfrm>
          <a:prstGeom prst="rect">
            <a:avLst/>
          </a:prstGeom>
        </p:spPr>
        <p:txBody>
          <a:bodyPr vert="horz" wrap="square" lIns="0" tIns="0" rIns="0" bIns="0" rtlCol="0">
            <a:spAutoFit/>
          </a:bodyPr>
          <a:lstStyle/>
          <a:p>
            <a:pPr marL="0" marR="0">
              <a:lnSpc>
                <a:spcPts val="2431"/>
              </a:lnSpc>
              <a:spcBef>
                <a:spcPts val="0"/>
              </a:spcBef>
              <a:spcAft>
                <a:spcPts val="0"/>
              </a:spcAft>
            </a:pPr>
            <a:r>
              <a:rPr sz="1800" b="1" dirty="0">
                <a:solidFill>
                  <a:srgbClr val="000000"/>
                </a:solidFill>
                <a:latin typeface="ACFWFO+Palatino Linotype Bold"/>
                <a:cs typeface="ACFWFO+Palatino Linotype Bold"/>
              </a:rPr>
              <a:t>Secondary</a:t>
            </a:r>
            <a:r>
              <a:rPr sz="1800" b="1" spc="-14" dirty="0">
                <a:solidFill>
                  <a:srgbClr val="000000"/>
                </a:solidFill>
                <a:latin typeface="ACFWFO+Palatino Linotype Bold"/>
                <a:cs typeface="ACFWFO+Palatino Linotype Bold"/>
              </a:rPr>
              <a:t> </a:t>
            </a:r>
            <a:r>
              <a:rPr sz="1800" b="1" dirty="0">
                <a:solidFill>
                  <a:srgbClr val="000000"/>
                </a:solidFill>
                <a:latin typeface="ACFWFO+Palatino Linotype Bold"/>
                <a:cs typeface="ACFWFO+Palatino Linotype Bold"/>
              </a:rPr>
              <a:t>sites and micro-sites</a:t>
            </a:r>
          </a:p>
        </p:txBody>
      </p:sp>
      <p:sp>
        <p:nvSpPr>
          <p:cNvPr id="14" name="object 14"/>
          <p:cNvSpPr txBox="1"/>
          <p:nvPr/>
        </p:nvSpPr>
        <p:spPr>
          <a:xfrm>
            <a:off x="1060399" y="3453555"/>
            <a:ext cx="291106" cy="2267079"/>
          </a:xfrm>
          <a:prstGeom prst="rect">
            <a:avLst/>
          </a:prstGeom>
        </p:spPr>
        <p:txBody>
          <a:bodyPr vert="horz" wrap="square" lIns="0" tIns="0" rIns="0" bIns="0" rtlCol="0">
            <a:spAutoFit/>
          </a:bodyPr>
          <a:lstStyle/>
          <a:p>
            <a:pPr marL="0" marR="0">
              <a:lnSpc>
                <a:spcPts val="2428"/>
              </a:lnSpc>
              <a:spcBef>
                <a:spcPts val="0"/>
              </a:spcBef>
              <a:spcAft>
                <a:spcPts val="0"/>
              </a:spcAft>
            </a:pPr>
            <a:r>
              <a:rPr sz="1800" dirty="0">
                <a:solidFill>
                  <a:srgbClr val="000000"/>
                </a:solidFill>
                <a:latin typeface="PIBUCS+Palatino Linotype"/>
                <a:cs typeface="PIBUCS+Palatino Linotype"/>
              </a:rPr>
              <a:t>•</a:t>
            </a:r>
          </a:p>
          <a:p>
            <a:pPr marL="0" marR="0">
              <a:lnSpc>
                <a:spcPts val="2159"/>
              </a:lnSpc>
              <a:spcBef>
                <a:spcPts val="0"/>
              </a:spcBef>
              <a:spcAft>
                <a:spcPts val="0"/>
              </a:spcAft>
            </a:pPr>
            <a:r>
              <a:rPr sz="1800" dirty="0">
                <a:solidFill>
                  <a:srgbClr val="000000"/>
                </a:solidFill>
                <a:latin typeface="PIBUCS+Palatino Linotype"/>
                <a:cs typeface="PIBUCS+Palatino Linotype"/>
              </a:rPr>
              <a:t>•</a:t>
            </a:r>
          </a:p>
          <a:p>
            <a:pPr marL="0" marR="0">
              <a:lnSpc>
                <a:spcPts val="2160"/>
              </a:lnSpc>
              <a:spcBef>
                <a:spcPts val="0"/>
              </a:spcBef>
              <a:spcAft>
                <a:spcPts val="0"/>
              </a:spcAft>
            </a:pPr>
            <a:r>
              <a:rPr sz="1800" dirty="0">
                <a:solidFill>
                  <a:srgbClr val="000000"/>
                </a:solidFill>
                <a:latin typeface="PIBUCS+Palatino Linotype"/>
                <a:cs typeface="PIBUCS+Palatino Linotype"/>
              </a:rPr>
              <a:t>•</a:t>
            </a:r>
          </a:p>
          <a:p>
            <a:pPr marL="0" marR="0">
              <a:lnSpc>
                <a:spcPts val="2160"/>
              </a:lnSpc>
              <a:spcBef>
                <a:spcPts val="0"/>
              </a:spcBef>
              <a:spcAft>
                <a:spcPts val="0"/>
              </a:spcAft>
            </a:pPr>
            <a:r>
              <a:rPr sz="1800" dirty="0">
                <a:solidFill>
                  <a:srgbClr val="000000"/>
                </a:solidFill>
                <a:latin typeface="PIBUCS+Palatino Linotype"/>
                <a:cs typeface="PIBUCS+Palatino Linotype"/>
              </a:rPr>
              <a:t>•</a:t>
            </a:r>
          </a:p>
          <a:p>
            <a:pPr marL="0" marR="0">
              <a:lnSpc>
                <a:spcPts val="2159"/>
              </a:lnSpc>
              <a:spcBef>
                <a:spcPts val="0"/>
              </a:spcBef>
              <a:spcAft>
                <a:spcPts val="0"/>
              </a:spcAft>
            </a:pPr>
            <a:r>
              <a:rPr sz="1800" dirty="0">
                <a:solidFill>
                  <a:srgbClr val="000000"/>
                </a:solidFill>
                <a:latin typeface="PIBUCS+Palatino Linotype"/>
                <a:cs typeface="PIBUCS+Palatino Linotype"/>
              </a:rPr>
              <a:t>•</a:t>
            </a:r>
          </a:p>
          <a:p>
            <a:pPr marL="0" marR="0">
              <a:lnSpc>
                <a:spcPts val="2160"/>
              </a:lnSpc>
              <a:spcBef>
                <a:spcPts val="0"/>
              </a:spcBef>
              <a:spcAft>
                <a:spcPts val="0"/>
              </a:spcAft>
            </a:pPr>
            <a:r>
              <a:rPr sz="1800" dirty="0">
                <a:solidFill>
                  <a:srgbClr val="000000"/>
                </a:solidFill>
                <a:latin typeface="PIBUCS+Palatino Linotype"/>
                <a:cs typeface="PIBUCS+Palatino Linotype"/>
              </a:rPr>
              <a:t>•</a:t>
            </a:r>
          </a:p>
          <a:p>
            <a:pPr marL="0" marR="0">
              <a:lnSpc>
                <a:spcPts val="2162"/>
              </a:lnSpc>
              <a:spcBef>
                <a:spcPts val="0"/>
              </a:spcBef>
              <a:spcAft>
                <a:spcPts val="0"/>
              </a:spcAft>
            </a:pPr>
            <a:r>
              <a:rPr sz="1800" dirty="0">
                <a:solidFill>
                  <a:srgbClr val="000000"/>
                </a:solidFill>
                <a:latin typeface="PIBUCS+Palatino Linotype"/>
                <a:cs typeface="PIBUCS+Palatino Linotype"/>
              </a:rPr>
              <a:t>•</a:t>
            </a:r>
          </a:p>
          <a:p>
            <a:pPr marL="0" marR="0">
              <a:lnSpc>
                <a:spcPts val="2159"/>
              </a:lnSpc>
              <a:spcBef>
                <a:spcPts val="0"/>
              </a:spcBef>
              <a:spcAft>
                <a:spcPts val="0"/>
              </a:spcAft>
            </a:pPr>
            <a:r>
              <a:rPr sz="1800" dirty="0">
                <a:solidFill>
                  <a:srgbClr val="000000"/>
                </a:solidFill>
                <a:latin typeface="PIBUCS+Palatino Linotype"/>
                <a:cs typeface="PIBUCS+Palatino Linotype"/>
              </a:rPr>
              <a:t>•</a:t>
            </a:r>
          </a:p>
        </p:txBody>
      </p:sp>
      <p:sp>
        <p:nvSpPr>
          <p:cNvPr id="15" name="object 15"/>
          <p:cNvSpPr txBox="1"/>
          <p:nvPr/>
        </p:nvSpPr>
        <p:spPr>
          <a:xfrm>
            <a:off x="1827022" y="3453555"/>
            <a:ext cx="1627591" cy="346509"/>
          </a:xfrm>
          <a:prstGeom prst="rect">
            <a:avLst/>
          </a:prstGeom>
        </p:spPr>
        <p:txBody>
          <a:bodyPr vert="horz" wrap="square" lIns="0" tIns="0" rIns="0" bIns="0" rtlCol="0">
            <a:spAutoFit/>
          </a:bodyPr>
          <a:lstStyle/>
          <a:p>
            <a:pPr marL="0" marR="0">
              <a:lnSpc>
                <a:spcPts val="2428"/>
              </a:lnSpc>
              <a:spcBef>
                <a:spcPts val="0"/>
              </a:spcBef>
              <a:spcAft>
                <a:spcPts val="0"/>
              </a:spcAft>
            </a:pPr>
            <a:r>
              <a:rPr sz="1800" dirty="0">
                <a:solidFill>
                  <a:srgbClr val="000000"/>
                </a:solidFill>
                <a:latin typeface="KATJHV+Palatino Linotype"/>
                <a:cs typeface="KATJHV+Palatino Linotype"/>
              </a:rPr>
              <a:t>Build site/blog</a:t>
            </a:r>
          </a:p>
        </p:txBody>
      </p:sp>
      <p:sp>
        <p:nvSpPr>
          <p:cNvPr id="16" name="object 16"/>
          <p:cNvSpPr txBox="1"/>
          <p:nvPr/>
        </p:nvSpPr>
        <p:spPr>
          <a:xfrm>
            <a:off x="1827022" y="3727875"/>
            <a:ext cx="3415083" cy="620829"/>
          </a:xfrm>
          <a:prstGeom prst="rect">
            <a:avLst/>
          </a:prstGeom>
        </p:spPr>
        <p:txBody>
          <a:bodyPr vert="horz" wrap="square" lIns="0" tIns="0" rIns="0" bIns="0" rtlCol="0">
            <a:spAutoFit/>
          </a:bodyPr>
          <a:lstStyle/>
          <a:p>
            <a:pPr marL="0" marR="0">
              <a:lnSpc>
                <a:spcPts val="2428"/>
              </a:lnSpc>
              <a:spcBef>
                <a:spcPts val="0"/>
              </a:spcBef>
              <a:spcAft>
                <a:spcPts val="0"/>
              </a:spcAft>
            </a:pPr>
            <a:r>
              <a:rPr sz="1800" spc="-21" dirty="0">
                <a:solidFill>
                  <a:srgbClr val="000000"/>
                </a:solidFill>
                <a:latin typeface="KATJHV+Palatino Linotype"/>
                <a:cs typeface="KATJHV+Palatino Linotype"/>
              </a:rPr>
              <a:t>Writing</a:t>
            </a:r>
            <a:r>
              <a:rPr sz="1800" spc="19" dirty="0">
                <a:solidFill>
                  <a:srgbClr val="000000"/>
                </a:solidFill>
                <a:latin typeface="KATJHV+Palatino Linotype"/>
                <a:cs typeface="KATJHV+Palatino Linotype"/>
              </a:rPr>
              <a:t> </a:t>
            </a:r>
            <a:r>
              <a:rPr sz="1800" dirty="0">
                <a:solidFill>
                  <a:srgbClr val="000000"/>
                </a:solidFill>
                <a:latin typeface="KATJHV+Palatino Linotype"/>
                <a:cs typeface="KATJHV+Palatino Linotype"/>
              </a:rPr>
              <a:t>content</a:t>
            </a:r>
            <a:r>
              <a:rPr sz="1800" spc="18" dirty="0">
                <a:solidFill>
                  <a:srgbClr val="000000"/>
                </a:solidFill>
                <a:latin typeface="KATJHV+Palatino Linotype"/>
                <a:cs typeface="KATJHV+Palatino Linotype"/>
              </a:rPr>
              <a:t> </a:t>
            </a:r>
            <a:r>
              <a:rPr sz="1800" dirty="0">
                <a:solidFill>
                  <a:srgbClr val="000000"/>
                </a:solidFill>
                <a:latin typeface="KATJHV+Palatino Linotype"/>
                <a:cs typeface="KATJHV+Palatino Linotype"/>
              </a:rPr>
              <a:t>(for offsite SEO)</a:t>
            </a:r>
          </a:p>
          <a:p>
            <a:pPr marL="0" marR="0">
              <a:lnSpc>
                <a:spcPts val="2160"/>
              </a:lnSpc>
              <a:spcBef>
                <a:spcPts val="0"/>
              </a:spcBef>
              <a:spcAft>
                <a:spcPts val="0"/>
              </a:spcAft>
            </a:pPr>
            <a:r>
              <a:rPr sz="1800" spc="-21" dirty="0">
                <a:solidFill>
                  <a:srgbClr val="000000"/>
                </a:solidFill>
                <a:latin typeface="KATJHV+Palatino Linotype"/>
                <a:cs typeface="KATJHV+Palatino Linotype"/>
              </a:rPr>
              <a:t>Writing</a:t>
            </a:r>
            <a:r>
              <a:rPr sz="1800" spc="19" dirty="0">
                <a:solidFill>
                  <a:srgbClr val="000000"/>
                </a:solidFill>
                <a:latin typeface="KATJHV+Palatino Linotype"/>
                <a:cs typeface="KATJHV+Palatino Linotype"/>
              </a:rPr>
              <a:t> </a:t>
            </a:r>
            <a:r>
              <a:rPr sz="1800" dirty="0">
                <a:solidFill>
                  <a:srgbClr val="000000"/>
                </a:solidFill>
                <a:latin typeface="KATJHV+Palatino Linotype"/>
                <a:cs typeface="KATJHV+Palatino Linotype"/>
              </a:rPr>
              <a:t>a blog</a:t>
            </a:r>
          </a:p>
        </p:txBody>
      </p:sp>
      <p:sp>
        <p:nvSpPr>
          <p:cNvPr id="17" name="object 17"/>
          <p:cNvSpPr txBox="1"/>
          <p:nvPr/>
        </p:nvSpPr>
        <p:spPr>
          <a:xfrm>
            <a:off x="5895721" y="4172710"/>
            <a:ext cx="3979008" cy="1043650"/>
          </a:xfrm>
          <a:prstGeom prst="rect">
            <a:avLst/>
          </a:prstGeom>
        </p:spPr>
        <p:txBody>
          <a:bodyPr vert="horz" wrap="square" lIns="0" tIns="0" rIns="0" bIns="0" rtlCol="0">
            <a:spAutoFit/>
          </a:bodyPr>
          <a:lstStyle/>
          <a:p>
            <a:pPr marL="0" marR="0">
              <a:lnSpc>
                <a:spcPts val="2156"/>
              </a:lnSpc>
              <a:spcBef>
                <a:spcPts val="0"/>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Link</a:t>
            </a:r>
            <a:r>
              <a:rPr sz="1600" spc="-50"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Acquisition</a:t>
            </a:r>
            <a:r>
              <a:rPr sz="1600" spc="45"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with</a:t>
            </a:r>
            <a:r>
              <a:rPr sz="1600" spc="13"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brand</a:t>
            </a:r>
            <a:r>
              <a:rPr sz="1600" spc="19"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statement</a:t>
            </a:r>
          </a:p>
          <a:p>
            <a:pPr marL="0" marR="0">
              <a:lnSpc>
                <a:spcPts val="2153"/>
              </a:lnSpc>
              <a:spcBef>
                <a:spcPts val="678"/>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Wikihow</a:t>
            </a:r>
            <a:r>
              <a:rPr sz="1600" spc="20"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Link Building</a:t>
            </a:r>
          </a:p>
          <a:p>
            <a:pPr marL="0" marR="0">
              <a:lnSpc>
                <a:spcPts val="2153"/>
              </a:lnSpc>
              <a:spcBef>
                <a:spcPts val="726"/>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Google Stacking</a:t>
            </a:r>
          </a:p>
        </p:txBody>
      </p:sp>
      <p:sp>
        <p:nvSpPr>
          <p:cNvPr id="18" name="object 18"/>
          <p:cNvSpPr txBox="1"/>
          <p:nvPr/>
        </p:nvSpPr>
        <p:spPr>
          <a:xfrm>
            <a:off x="1827022" y="4276515"/>
            <a:ext cx="3152889" cy="895240"/>
          </a:xfrm>
          <a:prstGeom prst="rect">
            <a:avLst/>
          </a:prstGeom>
        </p:spPr>
        <p:txBody>
          <a:bodyPr vert="horz" wrap="square" lIns="0" tIns="0" rIns="0" bIns="0" rtlCol="0">
            <a:spAutoFit/>
          </a:bodyPr>
          <a:lstStyle/>
          <a:p>
            <a:pPr marL="0" marR="0">
              <a:lnSpc>
                <a:spcPts val="2428"/>
              </a:lnSpc>
              <a:spcBef>
                <a:spcPts val="0"/>
              </a:spcBef>
              <a:spcAft>
                <a:spcPts val="0"/>
              </a:spcAft>
            </a:pPr>
            <a:r>
              <a:rPr sz="1800" dirty="0">
                <a:solidFill>
                  <a:srgbClr val="000000"/>
                </a:solidFill>
                <a:latin typeface="KATJHV+Palatino Linotype"/>
                <a:cs typeface="KATJHV+Palatino Linotype"/>
              </a:rPr>
              <a:t>Creating</a:t>
            </a:r>
            <a:r>
              <a:rPr sz="1800" spc="11" dirty="0">
                <a:solidFill>
                  <a:srgbClr val="000000"/>
                </a:solidFill>
                <a:latin typeface="KATJHV+Palatino Linotype"/>
                <a:cs typeface="KATJHV+Palatino Linotype"/>
              </a:rPr>
              <a:t> </a:t>
            </a:r>
            <a:r>
              <a:rPr sz="1800" dirty="0">
                <a:solidFill>
                  <a:srgbClr val="000000"/>
                </a:solidFill>
                <a:latin typeface="KATJHV+Palatino Linotype"/>
                <a:cs typeface="KATJHV+Palatino Linotype"/>
              </a:rPr>
              <a:t>PPT/PDF/Document</a:t>
            </a:r>
          </a:p>
          <a:p>
            <a:pPr marL="0" marR="0">
              <a:lnSpc>
                <a:spcPts val="2159"/>
              </a:lnSpc>
              <a:spcBef>
                <a:spcPts val="0"/>
              </a:spcBef>
              <a:spcAft>
                <a:spcPts val="0"/>
              </a:spcAft>
            </a:pPr>
            <a:r>
              <a:rPr sz="1800" dirty="0">
                <a:solidFill>
                  <a:srgbClr val="000000"/>
                </a:solidFill>
                <a:latin typeface="KATJHV+Palatino Linotype"/>
                <a:cs typeface="KATJHV+Palatino Linotype"/>
              </a:rPr>
              <a:t>Infographics/Images</a:t>
            </a:r>
          </a:p>
          <a:p>
            <a:pPr marL="0" marR="0">
              <a:lnSpc>
                <a:spcPts val="2160"/>
              </a:lnSpc>
              <a:spcBef>
                <a:spcPts val="0"/>
              </a:spcBef>
              <a:spcAft>
                <a:spcPts val="0"/>
              </a:spcAft>
            </a:pPr>
            <a:r>
              <a:rPr sz="1800" dirty="0">
                <a:solidFill>
                  <a:srgbClr val="000000"/>
                </a:solidFill>
                <a:latin typeface="KATJHV+Palatino Linotype"/>
                <a:cs typeface="KATJHV+Palatino Linotype"/>
              </a:rPr>
              <a:t>Quora</a:t>
            </a:r>
            <a:r>
              <a:rPr sz="1800" spc="14" dirty="0">
                <a:solidFill>
                  <a:srgbClr val="000000"/>
                </a:solidFill>
                <a:latin typeface="KATJHV+Palatino Linotype"/>
                <a:cs typeface="KATJHV+Palatino Linotype"/>
              </a:rPr>
              <a:t> </a:t>
            </a:r>
            <a:r>
              <a:rPr sz="1800" dirty="0">
                <a:solidFill>
                  <a:srgbClr val="000000"/>
                </a:solidFill>
                <a:latin typeface="KATJHV+Palatino Linotype"/>
                <a:cs typeface="KATJHV+Palatino Linotype"/>
              </a:rPr>
              <a:t>Posting</a:t>
            </a:r>
          </a:p>
        </p:txBody>
      </p:sp>
      <p:sp>
        <p:nvSpPr>
          <p:cNvPr id="19" name="object 19"/>
          <p:cNvSpPr txBox="1"/>
          <p:nvPr/>
        </p:nvSpPr>
        <p:spPr>
          <a:xfrm>
            <a:off x="1827022" y="5099856"/>
            <a:ext cx="2845416" cy="620778"/>
          </a:xfrm>
          <a:prstGeom prst="rect">
            <a:avLst/>
          </a:prstGeom>
        </p:spPr>
        <p:txBody>
          <a:bodyPr vert="horz" wrap="square" lIns="0" tIns="0" rIns="0" bIns="0" rtlCol="0">
            <a:spAutoFit/>
          </a:bodyPr>
          <a:lstStyle/>
          <a:p>
            <a:pPr marL="0" marR="0">
              <a:lnSpc>
                <a:spcPts val="2428"/>
              </a:lnSpc>
              <a:spcBef>
                <a:spcPts val="0"/>
              </a:spcBef>
              <a:spcAft>
                <a:spcPts val="0"/>
              </a:spcAft>
            </a:pPr>
            <a:r>
              <a:rPr sz="1800" dirty="0">
                <a:solidFill>
                  <a:srgbClr val="000000"/>
                </a:solidFill>
                <a:latin typeface="KATJHV+Palatino Linotype"/>
                <a:cs typeface="KATJHV+Palatino Linotype"/>
              </a:rPr>
              <a:t>Citation Earning</a:t>
            </a:r>
          </a:p>
          <a:p>
            <a:pPr marL="0" marR="0">
              <a:lnSpc>
                <a:spcPts val="2159"/>
              </a:lnSpc>
              <a:spcBef>
                <a:spcPts val="0"/>
              </a:spcBef>
              <a:spcAft>
                <a:spcPts val="0"/>
              </a:spcAft>
            </a:pPr>
            <a:r>
              <a:rPr sz="1800" dirty="0">
                <a:solidFill>
                  <a:srgbClr val="000000"/>
                </a:solidFill>
                <a:latin typeface="KATJHV+Palatino Linotype"/>
                <a:cs typeface="KATJHV+Palatino Linotype"/>
              </a:rPr>
              <a:t>Gap</a:t>
            </a:r>
            <a:r>
              <a:rPr sz="1800" spc="19" dirty="0">
                <a:solidFill>
                  <a:srgbClr val="000000"/>
                </a:solidFill>
                <a:latin typeface="KATJHV+Palatino Linotype"/>
                <a:cs typeface="KATJHV+Palatino Linotype"/>
              </a:rPr>
              <a:t> </a:t>
            </a:r>
            <a:r>
              <a:rPr sz="1800" dirty="0">
                <a:solidFill>
                  <a:srgbClr val="000000"/>
                </a:solidFill>
                <a:latin typeface="KATJHV+Palatino Linotype"/>
                <a:cs typeface="KATJHV+Palatino Linotype"/>
              </a:rPr>
              <a:t>based link acquisition</a:t>
            </a:r>
          </a:p>
        </p:txBody>
      </p:sp>
      <p:sp>
        <p:nvSpPr>
          <p:cNvPr id="20" name="object 20"/>
          <p:cNvSpPr txBox="1"/>
          <p:nvPr/>
        </p:nvSpPr>
        <p:spPr>
          <a:xfrm>
            <a:off x="5895721" y="5270565"/>
            <a:ext cx="3374529" cy="311556"/>
          </a:xfrm>
          <a:prstGeom prst="rect">
            <a:avLst/>
          </a:prstGeom>
        </p:spPr>
        <p:txBody>
          <a:bodyPr vert="horz" wrap="square" lIns="0" tIns="0" rIns="0" bIns="0" rtlCol="0">
            <a:spAutoFit/>
          </a:bodyPr>
          <a:lstStyle/>
          <a:p>
            <a:pPr marL="0" marR="0">
              <a:lnSpc>
                <a:spcPts val="2153"/>
              </a:lnSpc>
              <a:spcBef>
                <a:spcPts val="0"/>
              </a:spcBef>
              <a:spcAft>
                <a:spcPts val="0"/>
              </a:spcAft>
            </a:pPr>
            <a:r>
              <a:rPr sz="1600" dirty="0">
                <a:solidFill>
                  <a:srgbClr val="000000"/>
                </a:solidFill>
                <a:latin typeface="HNCKUD+Arial"/>
                <a:cs typeface="HNCKUD+Arial"/>
              </a:rPr>
              <a:t>•</a:t>
            </a:r>
            <a:r>
              <a:rPr sz="1600" spc="1695" dirty="0">
                <a:solidFill>
                  <a:srgbClr val="000000"/>
                </a:solidFill>
                <a:latin typeface="HNCKUD+Arial"/>
                <a:cs typeface="HNCKUD+Arial"/>
              </a:rPr>
              <a:t> </a:t>
            </a:r>
            <a:r>
              <a:rPr sz="1600" dirty="0">
                <a:solidFill>
                  <a:srgbClr val="000000"/>
                </a:solidFill>
                <a:latin typeface="KATJHV+Palatino Linotype"/>
                <a:cs typeface="KATJHV+Palatino Linotype"/>
              </a:rPr>
              <a:t>Backlink Indexing using</a:t>
            </a:r>
            <a:r>
              <a:rPr sz="1600" spc="23" dirty="0">
                <a:solidFill>
                  <a:srgbClr val="000000"/>
                </a:solidFill>
                <a:latin typeface="KATJHV+Palatino Linotype"/>
                <a:cs typeface="KATJHV+Palatino Linotype"/>
              </a:rPr>
              <a:t> </a:t>
            </a:r>
            <a:r>
              <a:rPr sz="1600" dirty="0">
                <a:solidFill>
                  <a:srgbClr val="000000"/>
                </a:solidFill>
                <a:latin typeface="KATJHV+Palatino Linotype"/>
                <a:cs typeface="KATJHV+Palatino Linotype"/>
              </a:rPr>
              <a:t>Python</a:t>
            </a:r>
          </a:p>
        </p:txBody>
      </p:sp>
    </p:spTree>
    <p:extLst>
      <p:ext uri="{BB962C8B-B14F-4D97-AF65-F5344CB8AC3E}">
        <p14:creationId xmlns:p14="http://schemas.microsoft.com/office/powerpoint/2010/main" val="5893709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2407602" y="2077781"/>
            <a:ext cx="737679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r>
              <a:rPr lang="en-US" sz="4000" dirty="0" smtClean="0">
                <a:latin typeface="Palatino Linotype" panose="02040502050505030304" pitchFamily="18" charset="0"/>
                <a:cs typeface="Calibri" pitchFamily="34" charset="0"/>
              </a:rPr>
              <a:t>Part </a:t>
            </a:r>
            <a:r>
              <a:rPr lang="en-US" sz="4000" dirty="0">
                <a:latin typeface="Palatino Linotype" panose="02040502050505030304" pitchFamily="18" charset="0"/>
                <a:cs typeface="Calibri" pitchFamily="34" charset="0"/>
              </a:rPr>
              <a:t>4</a:t>
            </a:r>
            <a:r>
              <a:rPr lang="en-US" sz="4000" dirty="0" smtClean="0">
                <a:latin typeface="Palatino Linotype" panose="02040502050505030304" pitchFamily="18" charset="0"/>
                <a:cs typeface="Calibri" pitchFamily="34" charset="0"/>
              </a:rPr>
              <a:t>: </a:t>
            </a:r>
            <a:r>
              <a:rPr lang="en-US" sz="4000" dirty="0">
                <a:latin typeface="Palatino Linotype" panose="02040502050505030304" pitchFamily="18" charset="0"/>
              </a:rPr>
              <a:t>Some more </a:t>
            </a:r>
            <a:r>
              <a:rPr lang="en-US" sz="4000" dirty="0">
                <a:solidFill>
                  <a:srgbClr val="C00000"/>
                </a:solidFill>
                <a:latin typeface="Palatino Linotype" panose="02040502050505030304" pitchFamily="18" charset="0"/>
              </a:rPr>
              <a:t>Unique and Advanced SEO</a:t>
            </a:r>
            <a:r>
              <a:rPr lang="en-US" sz="4000" dirty="0">
                <a:latin typeface="Palatino Linotype" panose="02040502050505030304" pitchFamily="18" charset="0"/>
              </a:rPr>
              <a:t> implementation to enhance clicks</a:t>
            </a:r>
          </a:p>
        </p:txBody>
      </p:sp>
    </p:spTree>
    <p:extLst>
      <p:ext uri="{BB962C8B-B14F-4D97-AF65-F5344CB8AC3E}">
        <p14:creationId xmlns:p14="http://schemas.microsoft.com/office/powerpoint/2010/main" val="10522710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2548176" y="0"/>
              <a:ext cx="7100141" cy="208927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0" y="3250169"/>
              <a:ext cx="2179193" cy="1993900"/>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11542903" y="2974848"/>
              <a:ext cx="27305" cy="33655"/>
            </a:xfrm>
            <a:custGeom>
              <a:avLst/>
              <a:gdLst/>
              <a:ahLst/>
              <a:cxnLst/>
              <a:rect l="l" t="t" r="r" b="b"/>
              <a:pathLst>
                <a:path w="27304" h="33655">
                  <a:moveTo>
                    <a:pt x="20447" y="0"/>
                  </a:moveTo>
                  <a:lnTo>
                    <a:pt x="9017" y="0"/>
                  </a:lnTo>
                  <a:lnTo>
                    <a:pt x="0" y="8889"/>
                  </a:lnTo>
                  <a:lnTo>
                    <a:pt x="0" y="17906"/>
                  </a:lnTo>
                  <a:lnTo>
                    <a:pt x="2158" y="22351"/>
                  </a:lnTo>
                  <a:lnTo>
                    <a:pt x="2158" y="24637"/>
                  </a:lnTo>
                  <a:lnTo>
                    <a:pt x="4445" y="29082"/>
                  </a:lnTo>
                  <a:lnTo>
                    <a:pt x="9017" y="31241"/>
                  </a:lnTo>
                  <a:lnTo>
                    <a:pt x="11302" y="33400"/>
                  </a:lnTo>
                  <a:lnTo>
                    <a:pt x="15875" y="33400"/>
                  </a:lnTo>
                  <a:lnTo>
                    <a:pt x="25019" y="29082"/>
                  </a:lnTo>
                  <a:lnTo>
                    <a:pt x="27304" y="26797"/>
                  </a:lnTo>
                  <a:lnTo>
                    <a:pt x="27304" y="11175"/>
                  </a:lnTo>
                  <a:lnTo>
                    <a:pt x="25019" y="4444"/>
                  </a:lnTo>
                  <a:lnTo>
                    <a:pt x="20447" y="0"/>
                  </a:lnTo>
                  <a:close/>
                </a:path>
              </a:pathLst>
            </a:custGeom>
            <a:solidFill>
              <a:srgbClr val="F8F8F8"/>
            </a:solidFill>
          </p:spPr>
          <p:txBody>
            <a:bodyPr wrap="square" lIns="0" tIns="0" rIns="0" bIns="0" rtlCol="0"/>
            <a:lstStyle/>
            <a:p>
              <a:endParaRPr dirty="0"/>
            </a:p>
          </p:txBody>
        </p:sp>
        <p:sp>
          <p:nvSpPr>
            <p:cNvPr id="7" name="object 7"/>
            <p:cNvSpPr/>
            <p:nvPr/>
          </p:nvSpPr>
          <p:spPr>
            <a:xfrm>
              <a:off x="11466703" y="3921378"/>
              <a:ext cx="103504" cy="117220"/>
            </a:xfrm>
            <a:prstGeom prst="rect">
              <a:avLst/>
            </a:prstGeom>
            <a:blipFill>
              <a:blip r:embed="rId5" cstate="print"/>
              <a:stretch>
                <a:fillRect/>
              </a:stretch>
            </a:blipFill>
          </p:spPr>
          <p:txBody>
            <a:bodyPr wrap="square" lIns="0" tIns="0" rIns="0" bIns="0" rtlCol="0"/>
            <a:lstStyle/>
            <a:p>
              <a:endParaRPr dirty="0"/>
            </a:p>
          </p:txBody>
        </p:sp>
        <p:sp>
          <p:nvSpPr>
            <p:cNvPr id="8" name="object 8"/>
            <p:cNvSpPr/>
            <p:nvPr/>
          </p:nvSpPr>
          <p:spPr>
            <a:xfrm>
              <a:off x="11228959" y="2871342"/>
              <a:ext cx="687070" cy="1214755"/>
            </a:xfrm>
            <a:custGeom>
              <a:avLst/>
              <a:gdLst/>
              <a:ahLst/>
              <a:cxnLst/>
              <a:rect l="l" t="t" r="r" b="b"/>
              <a:pathLst>
                <a:path w="687070" h="1214754">
                  <a:moveTo>
                    <a:pt x="222059" y="157607"/>
                  </a:moveTo>
                  <a:lnTo>
                    <a:pt x="197485" y="155321"/>
                  </a:lnTo>
                  <a:lnTo>
                    <a:pt x="186309" y="157607"/>
                  </a:lnTo>
                  <a:lnTo>
                    <a:pt x="222059" y="157607"/>
                  </a:lnTo>
                  <a:close/>
                </a:path>
                <a:path w="687070" h="1214754">
                  <a:moveTo>
                    <a:pt x="422021" y="88138"/>
                  </a:moveTo>
                  <a:lnTo>
                    <a:pt x="417195" y="83693"/>
                  </a:lnTo>
                  <a:lnTo>
                    <a:pt x="405511" y="83693"/>
                  </a:lnTo>
                  <a:lnTo>
                    <a:pt x="400812" y="90297"/>
                  </a:lnTo>
                  <a:lnTo>
                    <a:pt x="400812" y="96901"/>
                  </a:lnTo>
                  <a:lnTo>
                    <a:pt x="405511" y="101346"/>
                  </a:lnTo>
                  <a:lnTo>
                    <a:pt x="412496" y="103378"/>
                  </a:lnTo>
                  <a:lnTo>
                    <a:pt x="422021" y="99060"/>
                  </a:lnTo>
                  <a:lnTo>
                    <a:pt x="422021" y="88138"/>
                  </a:lnTo>
                  <a:close/>
                </a:path>
                <a:path w="687070" h="1214754">
                  <a:moveTo>
                    <a:pt x="467741" y="136906"/>
                  </a:moveTo>
                  <a:lnTo>
                    <a:pt x="465455" y="134747"/>
                  </a:lnTo>
                  <a:lnTo>
                    <a:pt x="454406" y="130429"/>
                  </a:lnTo>
                  <a:lnTo>
                    <a:pt x="438785" y="128270"/>
                  </a:lnTo>
                  <a:lnTo>
                    <a:pt x="412242" y="126111"/>
                  </a:lnTo>
                  <a:lnTo>
                    <a:pt x="385572" y="121920"/>
                  </a:lnTo>
                  <a:lnTo>
                    <a:pt x="372237" y="121920"/>
                  </a:lnTo>
                  <a:lnTo>
                    <a:pt x="367792" y="123952"/>
                  </a:lnTo>
                  <a:lnTo>
                    <a:pt x="361188" y="126111"/>
                  </a:lnTo>
                  <a:lnTo>
                    <a:pt x="361188" y="128270"/>
                  </a:lnTo>
                  <a:lnTo>
                    <a:pt x="365506" y="132588"/>
                  </a:lnTo>
                  <a:lnTo>
                    <a:pt x="372237" y="134747"/>
                  </a:lnTo>
                  <a:lnTo>
                    <a:pt x="383286" y="139065"/>
                  </a:lnTo>
                  <a:lnTo>
                    <a:pt x="409956" y="141224"/>
                  </a:lnTo>
                  <a:lnTo>
                    <a:pt x="436626" y="145542"/>
                  </a:lnTo>
                  <a:lnTo>
                    <a:pt x="452120" y="147701"/>
                  </a:lnTo>
                  <a:lnTo>
                    <a:pt x="465455" y="145542"/>
                  </a:lnTo>
                  <a:lnTo>
                    <a:pt x="467741" y="143383"/>
                  </a:lnTo>
                  <a:lnTo>
                    <a:pt x="467741" y="136906"/>
                  </a:lnTo>
                  <a:close/>
                </a:path>
                <a:path w="687070" h="1214754">
                  <a:moveTo>
                    <a:pt x="636905" y="220218"/>
                  </a:moveTo>
                  <a:lnTo>
                    <a:pt x="634619" y="215646"/>
                  </a:lnTo>
                  <a:lnTo>
                    <a:pt x="630174" y="213487"/>
                  </a:lnTo>
                  <a:lnTo>
                    <a:pt x="625729" y="213004"/>
                  </a:lnTo>
                  <a:lnTo>
                    <a:pt x="625729" y="229108"/>
                  </a:lnTo>
                  <a:lnTo>
                    <a:pt x="616839" y="273812"/>
                  </a:lnTo>
                  <a:lnTo>
                    <a:pt x="610108" y="320802"/>
                  </a:lnTo>
                  <a:lnTo>
                    <a:pt x="598932" y="412369"/>
                  </a:lnTo>
                  <a:lnTo>
                    <a:pt x="572135" y="620268"/>
                  </a:lnTo>
                  <a:lnTo>
                    <a:pt x="558800" y="727583"/>
                  </a:lnTo>
                  <a:lnTo>
                    <a:pt x="543179" y="832739"/>
                  </a:lnTo>
                  <a:lnTo>
                    <a:pt x="509651" y="1045083"/>
                  </a:lnTo>
                  <a:lnTo>
                    <a:pt x="451739" y="1040638"/>
                  </a:lnTo>
                  <a:lnTo>
                    <a:pt x="395986" y="1033907"/>
                  </a:lnTo>
                  <a:lnTo>
                    <a:pt x="282194" y="1016000"/>
                  </a:lnTo>
                  <a:lnTo>
                    <a:pt x="217424" y="1004824"/>
                  </a:lnTo>
                  <a:lnTo>
                    <a:pt x="177419" y="998093"/>
                  </a:lnTo>
                  <a:lnTo>
                    <a:pt x="151447" y="995934"/>
                  </a:lnTo>
                  <a:lnTo>
                    <a:pt x="123952" y="993648"/>
                  </a:lnTo>
                  <a:lnTo>
                    <a:pt x="97155" y="993648"/>
                  </a:lnTo>
                  <a:lnTo>
                    <a:pt x="70358" y="995934"/>
                  </a:lnTo>
                  <a:lnTo>
                    <a:pt x="123952" y="582295"/>
                  </a:lnTo>
                  <a:lnTo>
                    <a:pt x="150622" y="372237"/>
                  </a:lnTo>
                  <a:lnTo>
                    <a:pt x="166243" y="269367"/>
                  </a:lnTo>
                  <a:lnTo>
                    <a:pt x="175133" y="166497"/>
                  </a:lnTo>
                  <a:lnTo>
                    <a:pt x="199771" y="173228"/>
                  </a:lnTo>
                  <a:lnTo>
                    <a:pt x="228727" y="177673"/>
                  </a:lnTo>
                  <a:lnTo>
                    <a:pt x="255524" y="179959"/>
                  </a:lnTo>
                  <a:lnTo>
                    <a:pt x="400431" y="202311"/>
                  </a:lnTo>
                  <a:lnTo>
                    <a:pt x="514223" y="217932"/>
                  </a:lnTo>
                  <a:lnTo>
                    <a:pt x="625729" y="229108"/>
                  </a:lnTo>
                  <a:lnTo>
                    <a:pt x="625729" y="213004"/>
                  </a:lnTo>
                  <a:lnTo>
                    <a:pt x="507492" y="200025"/>
                  </a:lnTo>
                  <a:lnTo>
                    <a:pt x="387096" y="184404"/>
                  </a:lnTo>
                  <a:lnTo>
                    <a:pt x="329057" y="175387"/>
                  </a:lnTo>
                  <a:lnTo>
                    <a:pt x="282460" y="166497"/>
                  </a:lnTo>
                  <a:lnTo>
                    <a:pt x="246634" y="159893"/>
                  </a:lnTo>
                  <a:lnTo>
                    <a:pt x="175133" y="159893"/>
                  </a:lnTo>
                  <a:lnTo>
                    <a:pt x="172974" y="159893"/>
                  </a:lnTo>
                  <a:lnTo>
                    <a:pt x="168529" y="159893"/>
                  </a:lnTo>
                  <a:lnTo>
                    <a:pt x="166243" y="162052"/>
                  </a:lnTo>
                  <a:lnTo>
                    <a:pt x="157353" y="208915"/>
                  </a:lnTo>
                  <a:lnTo>
                    <a:pt x="148463" y="258191"/>
                  </a:lnTo>
                  <a:lnTo>
                    <a:pt x="137287" y="354330"/>
                  </a:lnTo>
                  <a:lnTo>
                    <a:pt x="110490" y="564515"/>
                  </a:lnTo>
                  <a:lnTo>
                    <a:pt x="54737" y="1002538"/>
                  </a:lnTo>
                  <a:lnTo>
                    <a:pt x="54737" y="1007110"/>
                  </a:lnTo>
                  <a:lnTo>
                    <a:pt x="59182" y="1009269"/>
                  </a:lnTo>
                  <a:lnTo>
                    <a:pt x="65913" y="1009269"/>
                  </a:lnTo>
                  <a:lnTo>
                    <a:pt x="68072" y="1004824"/>
                  </a:lnTo>
                  <a:lnTo>
                    <a:pt x="97155" y="1011555"/>
                  </a:lnTo>
                  <a:lnTo>
                    <a:pt x="123952" y="1013841"/>
                  </a:lnTo>
                  <a:lnTo>
                    <a:pt x="293370" y="1033907"/>
                  </a:lnTo>
                  <a:lnTo>
                    <a:pt x="346964" y="1045083"/>
                  </a:lnTo>
                  <a:lnTo>
                    <a:pt x="400431" y="1054100"/>
                  </a:lnTo>
                  <a:lnTo>
                    <a:pt x="454025" y="1060704"/>
                  </a:lnTo>
                  <a:lnTo>
                    <a:pt x="507492" y="1060704"/>
                  </a:lnTo>
                  <a:lnTo>
                    <a:pt x="509651" y="1067435"/>
                  </a:lnTo>
                  <a:lnTo>
                    <a:pt x="514223" y="1069721"/>
                  </a:lnTo>
                  <a:lnTo>
                    <a:pt x="518668" y="1069721"/>
                  </a:lnTo>
                  <a:lnTo>
                    <a:pt x="520954" y="1067435"/>
                  </a:lnTo>
                  <a:lnTo>
                    <a:pt x="523113" y="1065149"/>
                  </a:lnTo>
                  <a:lnTo>
                    <a:pt x="523113" y="1058545"/>
                  </a:lnTo>
                  <a:lnTo>
                    <a:pt x="527558" y="1056259"/>
                  </a:lnTo>
                  <a:lnTo>
                    <a:pt x="529844" y="1054100"/>
                  </a:lnTo>
                  <a:lnTo>
                    <a:pt x="529844" y="1049655"/>
                  </a:lnTo>
                  <a:lnTo>
                    <a:pt x="525399" y="1045083"/>
                  </a:lnTo>
                  <a:lnTo>
                    <a:pt x="545465" y="948944"/>
                  </a:lnTo>
                  <a:lnTo>
                    <a:pt x="558800" y="850646"/>
                  </a:lnTo>
                  <a:lnTo>
                    <a:pt x="585597" y="656082"/>
                  </a:lnTo>
                  <a:lnTo>
                    <a:pt x="610108" y="448183"/>
                  </a:lnTo>
                  <a:lnTo>
                    <a:pt x="625729" y="338709"/>
                  </a:lnTo>
                  <a:lnTo>
                    <a:pt x="630174" y="284988"/>
                  </a:lnTo>
                  <a:lnTo>
                    <a:pt x="632460" y="255905"/>
                  </a:lnTo>
                  <a:lnTo>
                    <a:pt x="632460" y="229108"/>
                  </a:lnTo>
                  <a:lnTo>
                    <a:pt x="636905" y="226949"/>
                  </a:lnTo>
                  <a:lnTo>
                    <a:pt x="636905" y="220218"/>
                  </a:lnTo>
                  <a:close/>
                </a:path>
                <a:path w="687070" h="1214754">
                  <a:moveTo>
                    <a:pt x="687070" y="167386"/>
                  </a:moveTo>
                  <a:lnTo>
                    <a:pt x="684911" y="136144"/>
                  </a:lnTo>
                  <a:lnTo>
                    <a:pt x="678307" y="104902"/>
                  </a:lnTo>
                  <a:lnTo>
                    <a:pt x="680466" y="102616"/>
                  </a:lnTo>
                  <a:lnTo>
                    <a:pt x="678307" y="100457"/>
                  </a:lnTo>
                  <a:lnTo>
                    <a:pt x="673735" y="89154"/>
                  </a:lnTo>
                  <a:lnTo>
                    <a:pt x="673735" y="165100"/>
                  </a:lnTo>
                  <a:lnTo>
                    <a:pt x="673735" y="218694"/>
                  </a:lnTo>
                  <a:lnTo>
                    <a:pt x="669290" y="256667"/>
                  </a:lnTo>
                  <a:lnTo>
                    <a:pt x="660400" y="292354"/>
                  </a:lnTo>
                  <a:lnTo>
                    <a:pt x="644779" y="366014"/>
                  </a:lnTo>
                  <a:lnTo>
                    <a:pt x="633603" y="426339"/>
                  </a:lnTo>
                  <a:lnTo>
                    <a:pt x="624713" y="488823"/>
                  </a:lnTo>
                  <a:lnTo>
                    <a:pt x="611251" y="613918"/>
                  </a:lnTo>
                  <a:lnTo>
                    <a:pt x="597916" y="756793"/>
                  </a:lnTo>
                  <a:lnTo>
                    <a:pt x="580009" y="899668"/>
                  </a:lnTo>
                  <a:lnTo>
                    <a:pt x="571119" y="964438"/>
                  </a:lnTo>
                  <a:lnTo>
                    <a:pt x="548767" y="1089533"/>
                  </a:lnTo>
                  <a:lnTo>
                    <a:pt x="539877" y="1152017"/>
                  </a:lnTo>
                  <a:lnTo>
                    <a:pt x="508635" y="1185418"/>
                  </a:lnTo>
                  <a:lnTo>
                    <a:pt x="466217" y="1198880"/>
                  </a:lnTo>
                  <a:lnTo>
                    <a:pt x="430530" y="1198880"/>
                  </a:lnTo>
                  <a:lnTo>
                    <a:pt x="289941" y="1187704"/>
                  </a:lnTo>
                  <a:lnTo>
                    <a:pt x="189611" y="1180973"/>
                  </a:lnTo>
                  <a:lnTo>
                    <a:pt x="158369" y="1176528"/>
                  </a:lnTo>
                  <a:lnTo>
                    <a:pt x="133858" y="1172083"/>
                  </a:lnTo>
                  <a:lnTo>
                    <a:pt x="109220" y="1165352"/>
                  </a:lnTo>
                  <a:lnTo>
                    <a:pt x="113792" y="1160907"/>
                  </a:lnTo>
                  <a:lnTo>
                    <a:pt x="112280" y="1156462"/>
                  </a:lnTo>
                  <a:lnTo>
                    <a:pt x="111506" y="1154176"/>
                  </a:lnTo>
                  <a:lnTo>
                    <a:pt x="109220" y="1152017"/>
                  </a:lnTo>
                  <a:lnTo>
                    <a:pt x="102489" y="1149731"/>
                  </a:lnTo>
                  <a:lnTo>
                    <a:pt x="91440" y="1154176"/>
                  </a:lnTo>
                  <a:lnTo>
                    <a:pt x="80264" y="1156462"/>
                  </a:lnTo>
                  <a:lnTo>
                    <a:pt x="71374" y="1156462"/>
                  </a:lnTo>
                  <a:lnTo>
                    <a:pt x="62357" y="1154176"/>
                  </a:lnTo>
                  <a:lnTo>
                    <a:pt x="55626" y="1152017"/>
                  </a:lnTo>
                  <a:lnTo>
                    <a:pt x="46736" y="1147572"/>
                  </a:lnTo>
                  <a:lnTo>
                    <a:pt x="42291" y="1140841"/>
                  </a:lnTo>
                  <a:lnTo>
                    <a:pt x="35560" y="1134110"/>
                  </a:lnTo>
                  <a:lnTo>
                    <a:pt x="28956" y="1116330"/>
                  </a:lnTo>
                  <a:lnTo>
                    <a:pt x="24511" y="1096137"/>
                  </a:lnTo>
                  <a:lnTo>
                    <a:pt x="20066" y="1073785"/>
                  </a:lnTo>
                  <a:lnTo>
                    <a:pt x="20066" y="1022477"/>
                  </a:lnTo>
                  <a:lnTo>
                    <a:pt x="22225" y="995680"/>
                  </a:lnTo>
                  <a:lnTo>
                    <a:pt x="28956" y="944372"/>
                  </a:lnTo>
                  <a:lnTo>
                    <a:pt x="40132" y="870712"/>
                  </a:lnTo>
                  <a:lnTo>
                    <a:pt x="80264" y="589407"/>
                  </a:lnTo>
                  <a:lnTo>
                    <a:pt x="122555" y="305816"/>
                  </a:lnTo>
                  <a:lnTo>
                    <a:pt x="142748" y="165100"/>
                  </a:lnTo>
                  <a:lnTo>
                    <a:pt x="147193" y="122682"/>
                  </a:lnTo>
                  <a:lnTo>
                    <a:pt x="151638" y="95885"/>
                  </a:lnTo>
                  <a:lnTo>
                    <a:pt x="169418" y="46863"/>
                  </a:lnTo>
                  <a:lnTo>
                    <a:pt x="198501" y="13335"/>
                  </a:lnTo>
                  <a:lnTo>
                    <a:pt x="209677" y="11049"/>
                  </a:lnTo>
                  <a:lnTo>
                    <a:pt x="225298" y="11049"/>
                  </a:lnTo>
                  <a:lnTo>
                    <a:pt x="243078" y="17780"/>
                  </a:lnTo>
                  <a:lnTo>
                    <a:pt x="263144" y="22225"/>
                  </a:lnTo>
                  <a:lnTo>
                    <a:pt x="423799" y="40132"/>
                  </a:lnTo>
                  <a:lnTo>
                    <a:pt x="557784" y="57912"/>
                  </a:lnTo>
                  <a:lnTo>
                    <a:pt x="602361" y="64643"/>
                  </a:lnTo>
                  <a:lnTo>
                    <a:pt x="646938" y="80264"/>
                  </a:lnTo>
                  <a:lnTo>
                    <a:pt x="664845" y="104902"/>
                  </a:lnTo>
                  <a:lnTo>
                    <a:pt x="667004" y="107061"/>
                  </a:lnTo>
                  <a:lnTo>
                    <a:pt x="671576" y="109347"/>
                  </a:lnTo>
                  <a:lnTo>
                    <a:pt x="673735" y="165100"/>
                  </a:lnTo>
                  <a:lnTo>
                    <a:pt x="673735" y="89154"/>
                  </a:lnTo>
                  <a:lnTo>
                    <a:pt x="667004" y="80264"/>
                  </a:lnTo>
                  <a:lnTo>
                    <a:pt x="658114" y="73660"/>
                  </a:lnTo>
                  <a:lnTo>
                    <a:pt x="649224" y="66929"/>
                  </a:lnTo>
                  <a:lnTo>
                    <a:pt x="629158" y="55753"/>
                  </a:lnTo>
                  <a:lnTo>
                    <a:pt x="604647" y="49022"/>
                  </a:lnTo>
                  <a:lnTo>
                    <a:pt x="580009" y="44577"/>
                  </a:lnTo>
                  <a:lnTo>
                    <a:pt x="510794" y="37846"/>
                  </a:lnTo>
                  <a:lnTo>
                    <a:pt x="372491" y="20066"/>
                  </a:lnTo>
                  <a:lnTo>
                    <a:pt x="315544" y="11049"/>
                  </a:lnTo>
                  <a:lnTo>
                    <a:pt x="301117" y="8763"/>
                  </a:lnTo>
                  <a:lnTo>
                    <a:pt x="282130" y="6604"/>
                  </a:lnTo>
                  <a:lnTo>
                    <a:pt x="263144" y="4445"/>
                  </a:lnTo>
                  <a:lnTo>
                    <a:pt x="245364" y="4445"/>
                  </a:lnTo>
                  <a:lnTo>
                    <a:pt x="227584" y="6604"/>
                  </a:lnTo>
                  <a:lnTo>
                    <a:pt x="227584" y="4445"/>
                  </a:lnTo>
                  <a:lnTo>
                    <a:pt x="225298" y="4445"/>
                  </a:lnTo>
                  <a:lnTo>
                    <a:pt x="209677" y="0"/>
                  </a:lnTo>
                  <a:lnTo>
                    <a:pt x="196215" y="0"/>
                  </a:lnTo>
                  <a:lnTo>
                    <a:pt x="164973" y="22225"/>
                  </a:lnTo>
                  <a:lnTo>
                    <a:pt x="136017" y="107061"/>
                  </a:lnTo>
                  <a:lnTo>
                    <a:pt x="122555" y="196342"/>
                  </a:lnTo>
                  <a:lnTo>
                    <a:pt x="60198" y="620522"/>
                  </a:lnTo>
                  <a:lnTo>
                    <a:pt x="31115" y="812673"/>
                  </a:lnTo>
                  <a:lnTo>
                    <a:pt x="17780" y="908558"/>
                  </a:lnTo>
                  <a:lnTo>
                    <a:pt x="4318" y="1006856"/>
                  </a:lnTo>
                  <a:lnTo>
                    <a:pt x="2159" y="1040384"/>
                  </a:lnTo>
                  <a:lnTo>
                    <a:pt x="0" y="1058164"/>
                  </a:lnTo>
                  <a:lnTo>
                    <a:pt x="2159" y="1076071"/>
                  </a:lnTo>
                  <a:lnTo>
                    <a:pt x="4318" y="1096137"/>
                  </a:lnTo>
                  <a:lnTo>
                    <a:pt x="8763" y="1111758"/>
                  </a:lnTo>
                  <a:lnTo>
                    <a:pt x="40132" y="1156462"/>
                  </a:lnTo>
                  <a:lnTo>
                    <a:pt x="71374" y="1172083"/>
                  </a:lnTo>
                  <a:lnTo>
                    <a:pt x="89154" y="1172083"/>
                  </a:lnTo>
                  <a:lnTo>
                    <a:pt x="162814" y="1192149"/>
                  </a:lnTo>
                  <a:lnTo>
                    <a:pt x="187325" y="1196721"/>
                  </a:lnTo>
                  <a:lnTo>
                    <a:pt x="417195" y="1214501"/>
                  </a:lnTo>
                  <a:lnTo>
                    <a:pt x="479679" y="1214501"/>
                  </a:lnTo>
                  <a:lnTo>
                    <a:pt x="495300" y="1210056"/>
                  </a:lnTo>
                  <a:lnTo>
                    <a:pt x="522097" y="1201166"/>
                  </a:lnTo>
                  <a:lnTo>
                    <a:pt x="525843" y="1198880"/>
                  </a:lnTo>
                  <a:lnTo>
                    <a:pt x="533146" y="1194435"/>
                  </a:lnTo>
                  <a:lnTo>
                    <a:pt x="544322" y="1183259"/>
                  </a:lnTo>
                  <a:lnTo>
                    <a:pt x="551053" y="1172083"/>
                  </a:lnTo>
                  <a:lnTo>
                    <a:pt x="557784" y="1158621"/>
                  </a:lnTo>
                  <a:lnTo>
                    <a:pt x="559943" y="1140841"/>
                  </a:lnTo>
                  <a:lnTo>
                    <a:pt x="559943" y="1136396"/>
                  </a:lnTo>
                  <a:lnTo>
                    <a:pt x="573278" y="1073785"/>
                  </a:lnTo>
                  <a:lnTo>
                    <a:pt x="584581" y="1011301"/>
                  </a:lnTo>
                  <a:lnTo>
                    <a:pt x="593471" y="948817"/>
                  </a:lnTo>
                  <a:lnTo>
                    <a:pt x="602361" y="884047"/>
                  </a:lnTo>
                  <a:lnTo>
                    <a:pt x="615696" y="756793"/>
                  </a:lnTo>
                  <a:lnTo>
                    <a:pt x="626872" y="629539"/>
                  </a:lnTo>
                  <a:lnTo>
                    <a:pt x="640334" y="491109"/>
                  </a:lnTo>
                  <a:lnTo>
                    <a:pt x="649224" y="421894"/>
                  </a:lnTo>
                  <a:lnTo>
                    <a:pt x="662559" y="352679"/>
                  </a:lnTo>
                  <a:lnTo>
                    <a:pt x="676021" y="292354"/>
                  </a:lnTo>
                  <a:lnTo>
                    <a:pt x="684911" y="229870"/>
                  </a:lnTo>
                  <a:lnTo>
                    <a:pt x="687070" y="198628"/>
                  </a:lnTo>
                  <a:lnTo>
                    <a:pt x="687070" y="167386"/>
                  </a:lnTo>
                  <a:close/>
                </a:path>
              </a:pathLst>
            </a:custGeom>
            <a:solidFill>
              <a:srgbClr val="F8F8F8"/>
            </a:solidFill>
          </p:spPr>
          <p:txBody>
            <a:bodyPr wrap="square" lIns="0" tIns="0" rIns="0" bIns="0" rtlCol="0"/>
            <a:lstStyle/>
            <a:p>
              <a:endParaRPr dirty="0"/>
            </a:p>
          </p:txBody>
        </p:sp>
      </p:grpSp>
      <p:sp>
        <p:nvSpPr>
          <p:cNvPr id="9" name="object 9"/>
          <p:cNvSpPr/>
          <p:nvPr/>
        </p:nvSpPr>
        <p:spPr>
          <a:xfrm>
            <a:off x="9500616" y="4792979"/>
            <a:ext cx="356870" cy="1889760"/>
          </a:xfrm>
          <a:custGeom>
            <a:avLst/>
            <a:gdLst/>
            <a:ahLst/>
            <a:cxnLst/>
            <a:rect l="l" t="t" r="r" b="b"/>
            <a:pathLst>
              <a:path w="356870" h="1889759">
                <a:moveTo>
                  <a:pt x="333756" y="33528"/>
                </a:moveTo>
                <a:lnTo>
                  <a:pt x="295656" y="8890"/>
                </a:lnTo>
                <a:lnTo>
                  <a:pt x="255270" y="0"/>
                </a:lnTo>
                <a:lnTo>
                  <a:pt x="235204" y="2286"/>
                </a:lnTo>
                <a:lnTo>
                  <a:pt x="197104" y="15621"/>
                </a:lnTo>
                <a:lnTo>
                  <a:pt x="163576" y="40132"/>
                </a:lnTo>
                <a:lnTo>
                  <a:pt x="134366" y="93726"/>
                </a:lnTo>
                <a:lnTo>
                  <a:pt x="123190" y="133858"/>
                </a:lnTo>
                <a:lnTo>
                  <a:pt x="116459" y="173990"/>
                </a:lnTo>
                <a:lnTo>
                  <a:pt x="100838" y="312420"/>
                </a:lnTo>
                <a:lnTo>
                  <a:pt x="87376" y="450723"/>
                </a:lnTo>
                <a:lnTo>
                  <a:pt x="65024" y="729615"/>
                </a:lnTo>
                <a:lnTo>
                  <a:pt x="42545" y="1017409"/>
                </a:lnTo>
                <a:lnTo>
                  <a:pt x="22479" y="1305217"/>
                </a:lnTo>
                <a:lnTo>
                  <a:pt x="9017" y="1593011"/>
                </a:lnTo>
                <a:lnTo>
                  <a:pt x="0" y="1880819"/>
                </a:lnTo>
                <a:lnTo>
                  <a:pt x="0" y="1885315"/>
                </a:lnTo>
                <a:lnTo>
                  <a:pt x="2286" y="1887512"/>
                </a:lnTo>
                <a:lnTo>
                  <a:pt x="9017" y="1889760"/>
                </a:lnTo>
                <a:lnTo>
                  <a:pt x="15748" y="1887512"/>
                </a:lnTo>
                <a:lnTo>
                  <a:pt x="17907" y="1885315"/>
                </a:lnTo>
                <a:lnTo>
                  <a:pt x="17907" y="1880819"/>
                </a:lnTo>
                <a:lnTo>
                  <a:pt x="26924" y="1633169"/>
                </a:lnTo>
                <a:lnTo>
                  <a:pt x="53721" y="1137881"/>
                </a:lnTo>
                <a:lnTo>
                  <a:pt x="69469" y="887984"/>
                </a:lnTo>
                <a:lnTo>
                  <a:pt x="89662" y="640334"/>
                </a:lnTo>
                <a:lnTo>
                  <a:pt x="112014" y="392684"/>
                </a:lnTo>
                <a:lnTo>
                  <a:pt x="123190" y="272288"/>
                </a:lnTo>
                <a:lnTo>
                  <a:pt x="129921" y="209677"/>
                </a:lnTo>
                <a:lnTo>
                  <a:pt x="138938" y="149479"/>
                </a:lnTo>
                <a:lnTo>
                  <a:pt x="152400" y="96012"/>
                </a:lnTo>
                <a:lnTo>
                  <a:pt x="181356" y="49149"/>
                </a:lnTo>
                <a:lnTo>
                  <a:pt x="212852" y="26797"/>
                </a:lnTo>
                <a:lnTo>
                  <a:pt x="250825" y="17780"/>
                </a:lnTo>
                <a:lnTo>
                  <a:pt x="271018" y="17780"/>
                </a:lnTo>
                <a:lnTo>
                  <a:pt x="291211" y="22352"/>
                </a:lnTo>
                <a:lnTo>
                  <a:pt x="309118" y="29083"/>
                </a:lnTo>
                <a:lnTo>
                  <a:pt x="331470" y="40132"/>
                </a:lnTo>
                <a:lnTo>
                  <a:pt x="333756" y="37846"/>
                </a:lnTo>
                <a:lnTo>
                  <a:pt x="333756" y="33528"/>
                </a:lnTo>
                <a:close/>
              </a:path>
              <a:path w="356870" h="1889759">
                <a:moveTo>
                  <a:pt x="356616" y="255905"/>
                </a:moveTo>
                <a:lnTo>
                  <a:pt x="354330" y="251587"/>
                </a:lnTo>
                <a:lnTo>
                  <a:pt x="347599" y="251587"/>
                </a:lnTo>
                <a:lnTo>
                  <a:pt x="345313" y="255905"/>
                </a:lnTo>
                <a:lnTo>
                  <a:pt x="327279" y="441198"/>
                </a:lnTo>
                <a:lnTo>
                  <a:pt x="293497" y="992416"/>
                </a:lnTo>
                <a:lnTo>
                  <a:pt x="243840" y="1751203"/>
                </a:lnTo>
                <a:lnTo>
                  <a:pt x="246126" y="1753463"/>
                </a:lnTo>
                <a:lnTo>
                  <a:pt x="246126" y="1757895"/>
                </a:lnTo>
                <a:lnTo>
                  <a:pt x="250571" y="1760156"/>
                </a:lnTo>
                <a:lnTo>
                  <a:pt x="252857" y="1760156"/>
                </a:lnTo>
                <a:lnTo>
                  <a:pt x="261874" y="1757895"/>
                </a:lnTo>
                <a:lnTo>
                  <a:pt x="264160" y="1753463"/>
                </a:lnTo>
                <a:lnTo>
                  <a:pt x="264160" y="1751203"/>
                </a:lnTo>
                <a:lnTo>
                  <a:pt x="311531" y="1010310"/>
                </a:lnTo>
                <a:lnTo>
                  <a:pt x="338582" y="633095"/>
                </a:lnTo>
                <a:lnTo>
                  <a:pt x="349885" y="445643"/>
                </a:lnTo>
                <a:lnTo>
                  <a:pt x="354330" y="349758"/>
                </a:lnTo>
                <a:lnTo>
                  <a:pt x="356616" y="255905"/>
                </a:lnTo>
                <a:close/>
              </a:path>
            </a:pathLst>
          </a:custGeom>
          <a:solidFill>
            <a:srgbClr val="F8F8F8"/>
          </a:solidFill>
        </p:spPr>
        <p:txBody>
          <a:bodyPr wrap="square" lIns="0" tIns="0" rIns="0" bIns="0" rtlCol="0"/>
          <a:lstStyle/>
          <a:p>
            <a:endParaRPr dirty="0"/>
          </a:p>
        </p:txBody>
      </p:sp>
      <p:sp>
        <p:nvSpPr>
          <p:cNvPr id="10" name="object 10"/>
          <p:cNvSpPr/>
          <p:nvPr/>
        </p:nvSpPr>
        <p:spPr>
          <a:xfrm>
            <a:off x="9829800" y="4788534"/>
            <a:ext cx="2362200" cy="379730"/>
          </a:xfrm>
          <a:custGeom>
            <a:avLst/>
            <a:gdLst/>
            <a:ahLst/>
            <a:cxnLst/>
            <a:rect l="l" t="t" r="r" b="b"/>
            <a:pathLst>
              <a:path w="2362200" h="379729">
                <a:moveTo>
                  <a:pt x="1267968" y="196215"/>
                </a:moveTo>
                <a:lnTo>
                  <a:pt x="1265682" y="192024"/>
                </a:lnTo>
                <a:lnTo>
                  <a:pt x="1261110" y="187833"/>
                </a:lnTo>
                <a:lnTo>
                  <a:pt x="1258824" y="187833"/>
                </a:lnTo>
                <a:lnTo>
                  <a:pt x="1254252" y="185801"/>
                </a:lnTo>
                <a:lnTo>
                  <a:pt x="1242822" y="185801"/>
                </a:lnTo>
                <a:lnTo>
                  <a:pt x="1240536" y="189992"/>
                </a:lnTo>
                <a:lnTo>
                  <a:pt x="1236091" y="192024"/>
                </a:lnTo>
                <a:lnTo>
                  <a:pt x="1236091" y="204343"/>
                </a:lnTo>
                <a:lnTo>
                  <a:pt x="1238250" y="208534"/>
                </a:lnTo>
                <a:lnTo>
                  <a:pt x="1240536" y="208534"/>
                </a:lnTo>
                <a:lnTo>
                  <a:pt x="1242822" y="212725"/>
                </a:lnTo>
                <a:lnTo>
                  <a:pt x="1249680" y="212725"/>
                </a:lnTo>
                <a:lnTo>
                  <a:pt x="1254252" y="214757"/>
                </a:lnTo>
                <a:lnTo>
                  <a:pt x="1263396" y="210566"/>
                </a:lnTo>
                <a:lnTo>
                  <a:pt x="1267968" y="202311"/>
                </a:lnTo>
                <a:lnTo>
                  <a:pt x="1267968" y="196215"/>
                </a:lnTo>
                <a:close/>
              </a:path>
              <a:path w="2362200" h="379729">
                <a:moveTo>
                  <a:pt x="1382141" y="193929"/>
                </a:moveTo>
                <a:lnTo>
                  <a:pt x="1379982" y="187071"/>
                </a:lnTo>
                <a:lnTo>
                  <a:pt x="1370965" y="173609"/>
                </a:lnTo>
                <a:lnTo>
                  <a:pt x="1364234" y="171323"/>
                </a:lnTo>
                <a:lnTo>
                  <a:pt x="1355217" y="169037"/>
                </a:lnTo>
                <a:lnTo>
                  <a:pt x="1348359" y="169037"/>
                </a:lnTo>
                <a:lnTo>
                  <a:pt x="1341628" y="171323"/>
                </a:lnTo>
                <a:lnTo>
                  <a:pt x="1334897" y="175768"/>
                </a:lnTo>
                <a:lnTo>
                  <a:pt x="1325880" y="184785"/>
                </a:lnTo>
                <a:lnTo>
                  <a:pt x="1321435" y="191643"/>
                </a:lnTo>
                <a:lnTo>
                  <a:pt x="1321435" y="207391"/>
                </a:lnTo>
                <a:lnTo>
                  <a:pt x="1325880" y="214249"/>
                </a:lnTo>
                <a:lnTo>
                  <a:pt x="1328166" y="218694"/>
                </a:lnTo>
                <a:lnTo>
                  <a:pt x="1334897" y="225425"/>
                </a:lnTo>
                <a:lnTo>
                  <a:pt x="1348359" y="229997"/>
                </a:lnTo>
                <a:lnTo>
                  <a:pt x="1355217" y="229997"/>
                </a:lnTo>
                <a:lnTo>
                  <a:pt x="1364234" y="227711"/>
                </a:lnTo>
                <a:lnTo>
                  <a:pt x="1370965" y="223266"/>
                </a:lnTo>
                <a:lnTo>
                  <a:pt x="1379982" y="209677"/>
                </a:lnTo>
                <a:lnTo>
                  <a:pt x="1382141" y="202946"/>
                </a:lnTo>
                <a:lnTo>
                  <a:pt x="1382141" y="193929"/>
                </a:lnTo>
                <a:close/>
              </a:path>
              <a:path w="2362200" h="379729">
                <a:moveTo>
                  <a:pt x="2362073" y="357124"/>
                </a:moveTo>
                <a:lnTo>
                  <a:pt x="1513586" y="317119"/>
                </a:lnTo>
                <a:lnTo>
                  <a:pt x="1229995" y="301625"/>
                </a:lnTo>
                <a:lnTo>
                  <a:pt x="633730" y="263906"/>
                </a:lnTo>
                <a:lnTo>
                  <a:pt x="332232" y="241681"/>
                </a:lnTo>
                <a:lnTo>
                  <a:pt x="173736" y="228346"/>
                </a:lnTo>
                <a:lnTo>
                  <a:pt x="93345" y="224028"/>
                </a:lnTo>
                <a:lnTo>
                  <a:pt x="53213" y="224028"/>
                </a:lnTo>
                <a:lnTo>
                  <a:pt x="12954" y="226187"/>
                </a:lnTo>
                <a:lnTo>
                  <a:pt x="10795" y="228346"/>
                </a:lnTo>
                <a:lnTo>
                  <a:pt x="10795" y="232791"/>
                </a:lnTo>
                <a:lnTo>
                  <a:pt x="12954" y="232791"/>
                </a:lnTo>
                <a:lnTo>
                  <a:pt x="48641" y="239395"/>
                </a:lnTo>
                <a:lnTo>
                  <a:pt x="84455" y="243967"/>
                </a:lnTo>
                <a:lnTo>
                  <a:pt x="155829" y="250571"/>
                </a:lnTo>
                <a:lnTo>
                  <a:pt x="298831" y="257302"/>
                </a:lnTo>
                <a:lnTo>
                  <a:pt x="598043" y="279400"/>
                </a:lnTo>
                <a:lnTo>
                  <a:pt x="1212088" y="319405"/>
                </a:lnTo>
                <a:lnTo>
                  <a:pt x="1788287" y="354838"/>
                </a:lnTo>
                <a:lnTo>
                  <a:pt x="2074037" y="368173"/>
                </a:lnTo>
                <a:lnTo>
                  <a:pt x="2362073" y="379222"/>
                </a:lnTo>
                <a:lnTo>
                  <a:pt x="2362073" y="357124"/>
                </a:lnTo>
                <a:close/>
              </a:path>
              <a:path w="2362200" h="379729">
                <a:moveTo>
                  <a:pt x="2362073" y="151257"/>
                </a:moveTo>
                <a:lnTo>
                  <a:pt x="727837" y="59944"/>
                </a:lnTo>
                <a:lnTo>
                  <a:pt x="727125" y="57785"/>
                </a:lnTo>
                <a:lnTo>
                  <a:pt x="725678" y="53340"/>
                </a:lnTo>
                <a:lnTo>
                  <a:pt x="723392" y="48895"/>
                </a:lnTo>
                <a:lnTo>
                  <a:pt x="712216" y="42164"/>
                </a:lnTo>
                <a:lnTo>
                  <a:pt x="703326" y="39204"/>
                </a:lnTo>
                <a:lnTo>
                  <a:pt x="703326" y="57785"/>
                </a:lnTo>
                <a:lnTo>
                  <a:pt x="455549" y="44450"/>
                </a:lnTo>
                <a:lnTo>
                  <a:pt x="468884" y="37719"/>
                </a:lnTo>
                <a:lnTo>
                  <a:pt x="495681" y="33274"/>
                </a:lnTo>
                <a:lnTo>
                  <a:pt x="509143" y="33274"/>
                </a:lnTo>
                <a:lnTo>
                  <a:pt x="535813" y="35433"/>
                </a:lnTo>
                <a:lnTo>
                  <a:pt x="562610" y="40005"/>
                </a:lnTo>
                <a:lnTo>
                  <a:pt x="625221" y="44450"/>
                </a:lnTo>
                <a:lnTo>
                  <a:pt x="669798" y="51054"/>
                </a:lnTo>
                <a:lnTo>
                  <a:pt x="689864" y="53340"/>
                </a:lnTo>
                <a:lnTo>
                  <a:pt x="703326" y="57785"/>
                </a:lnTo>
                <a:lnTo>
                  <a:pt x="703326" y="39204"/>
                </a:lnTo>
                <a:lnTo>
                  <a:pt x="698881" y="37719"/>
                </a:lnTo>
                <a:lnTo>
                  <a:pt x="685419" y="35433"/>
                </a:lnTo>
                <a:lnTo>
                  <a:pt x="654177" y="33274"/>
                </a:lnTo>
                <a:lnTo>
                  <a:pt x="631952" y="33274"/>
                </a:lnTo>
                <a:lnTo>
                  <a:pt x="488950" y="17653"/>
                </a:lnTo>
                <a:lnTo>
                  <a:pt x="475615" y="17653"/>
                </a:lnTo>
                <a:lnTo>
                  <a:pt x="471043" y="22098"/>
                </a:lnTo>
                <a:lnTo>
                  <a:pt x="464439" y="26670"/>
                </a:lnTo>
                <a:lnTo>
                  <a:pt x="453263" y="42164"/>
                </a:lnTo>
                <a:lnTo>
                  <a:pt x="453263" y="44450"/>
                </a:lnTo>
                <a:lnTo>
                  <a:pt x="366141" y="37719"/>
                </a:lnTo>
                <a:lnTo>
                  <a:pt x="363982" y="33274"/>
                </a:lnTo>
                <a:lnTo>
                  <a:pt x="362864" y="31115"/>
                </a:lnTo>
                <a:lnTo>
                  <a:pt x="361696" y="28829"/>
                </a:lnTo>
                <a:lnTo>
                  <a:pt x="359537" y="28829"/>
                </a:lnTo>
                <a:lnTo>
                  <a:pt x="301498" y="24384"/>
                </a:lnTo>
                <a:lnTo>
                  <a:pt x="245618" y="17653"/>
                </a:lnTo>
                <a:lnTo>
                  <a:pt x="232041" y="15494"/>
                </a:lnTo>
                <a:lnTo>
                  <a:pt x="133985" y="0"/>
                </a:lnTo>
                <a:lnTo>
                  <a:pt x="129540" y="2159"/>
                </a:lnTo>
                <a:lnTo>
                  <a:pt x="127381" y="4318"/>
                </a:lnTo>
                <a:lnTo>
                  <a:pt x="127381" y="24384"/>
                </a:lnTo>
                <a:lnTo>
                  <a:pt x="133985" y="22098"/>
                </a:lnTo>
                <a:lnTo>
                  <a:pt x="136144" y="19939"/>
                </a:lnTo>
                <a:lnTo>
                  <a:pt x="136144" y="15494"/>
                </a:lnTo>
                <a:lnTo>
                  <a:pt x="171958" y="19939"/>
                </a:lnTo>
                <a:lnTo>
                  <a:pt x="209931" y="28829"/>
                </a:lnTo>
                <a:lnTo>
                  <a:pt x="232283" y="31115"/>
                </a:lnTo>
                <a:lnTo>
                  <a:pt x="158496" y="26670"/>
                </a:lnTo>
                <a:lnTo>
                  <a:pt x="91567" y="24384"/>
                </a:lnTo>
                <a:lnTo>
                  <a:pt x="71501" y="22098"/>
                </a:lnTo>
                <a:lnTo>
                  <a:pt x="40259" y="19939"/>
                </a:lnTo>
                <a:lnTo>
                  <a:pt x="13462" y="15494"/>
                </a:lnTo>
                <a:lnTo>
                  <a:pt x="6731" y="11049"/>
                </a:lnTo>
                <a:lnTo>
                  <a:pt x="6731" y="6604"/>
                </a:lnTo>
                <a:lnTo>
                  <a:pt x="8890" y="4318"/>
                </a:lnTo>
                <a:lnTo>
                  <a:pt x="6731" y="2159"/>
                </a:lnTo>
                <a:lnTo>
                  <a:pt x="2286" y="8763"/>
                </a:lnTo>
                <a:lnTo>
                  <a:pt x="0" y="13335"/>
                </a:lnTo>
                <a:lnTo>
                  <a:pt x="0" y="15494"/>
                </a:lnTo>
                <a:lnTo>
                  <a:pt x="4445" y="19939"/>
                </a:lnTo>
                <a:lnTo>
                  <a:pt x="17907" y="26670"/>
                </a:lnTo>
                <a:lnTo>
                  <a:pt x="35687" y="31115"/>
                </a:lnTo>
                <a:lnTo>
                  <a:pt x="73787" y="35433"/>
                </a:lnTo>
                <a:lnTo>
                  <a:pt x="91567" y="37719"/>
                </a:lnTo>
                <a:lnTo>
                  <a:pt x="2362073" y="168910"/>
                </a:lnTo>
                <a:lnTo>
                  <a:pt x="2362073" y="151257"/>
                </a:lnTo>
                <a:close/>
              </a:path>
            </a:pathLst>
          </a:custGeom>
          <a:solidFill>
            <a:srgbClr val="F8F8F8"/>
          </a:solidFill>
        </p:spPr>
        <p:txBody>
          <a:bodyPr wrap="square" lIns="0" tIns="0" rIns="0" bIns="0" rtlCol="0"/>
          <a:lstStyle/>
          <a:p>
            <a:endParaRPr dirty="0"/>
          </a:p>
        </p:txBody>
      </p:sp>
      <p:sp>
        <p:nvSpPr>
          <p:cNvPr id="11" name="object 11"/>
          <p:cNvSpPr/>
          <p:nvPr/>
        </p:nvSpPr>
        <p:spPr>
          <a:xfrm>
            <a:off x="11280775" y="6763577"/>
            <a:ext cx="94360" cy="65465"/>
          </a:xfrm>
          <a:prstGeom prst="rect">
            <a:avLst/>
          </a:prstGeom>
          <a:blipFill>
            <a:blip r:embed="rId6" cstate="print"/>
            <a:stretch>
              <a:fillRect/>
            </a:stretch>
          </a:blipFill>
        </p:spPr>
        <p:txBody>
          <a:bodyPr wrap="square" lIns="0" tIns="0" rIns="0" bIns="0" rtlCol="0"/>
          <a:lstStyle/>
          <a:p>
            <a:endParaRPr dirty="0"/>
          </a:p>
        </p:txBody>
      </p:sp>
      <p:grpSp>
        <p:nvGrpSpPr>
          <p:cNvPr id="12" name="object 12"/>
          <p:cNvGrpSpPr/>
          <p:nvPr/>
        </p:nvGrpSpPr>
        <p:grpSpPr>
          <a:xfrm>
            <a:off x="9490075" y="6551676"/>
            <a:ext cx="2701925" cy="299085"/>
            <a:chOff x="9490075" y="6551676"/>
            <a:chExt cx="2701925" cy="299085"/>
          </a:xfrm>
        </p:grpSpPr>
        <p:sp>
          <p:nvSpPr>
            <p:cNvPr id="13" name="object 13"/>
            <p:cNvSpPr/>
            <p:nvPr/>
          </p:nvSpPr>
          <p:spPr>
            <a:xfrm>
              <a:off x="9749028" y="6551676"/>
              <a:ext cx="2442845" cy="259715"/>
            </a:xfrm>
            <a:custGeom>
              <a:avLst/>
              <a:gdLst/>
              <a:ahLst/>
              <a:cxnLst/>
              <a:rect l="l" t="t" r="r" b="b"/>
              <a:pathLst>
                <a:path w="2442845" h="259715">
                  <a:moveTo>
                    <a:pt x="1447673" y="204660"/>
                  </a:moveTo>
                  <a:lnTo>
                    <a:pt x="1445514" y="202374"/>
                  </a:lnTo>
                  <a:lnTo>
                    <a:pt x="1441069" y="200152"/>
                  </a:lnTo>
                  <a:lnTo>
                    <a:pt x="1423162" y="196176"/>
                  </a:lnTo>
                  <a:lnTo>
                    <a:pt x="1423162" y="220560"/>
                  </a:lnTo>
                  <a:lnTo>
                    <a:pt x="1423162" y="229577"/>
                  </a:lnTo>
                  <a:lnTo>
                    <a:pt x="1420876" y="240969"/>
                  </a:lnTo>
                  <a:lnTo>
                    <a:pt x="1288796" y="229577"/>
                  </a:lnTo>
                  <a:lnTo>
                    <a:pt x="1230630" y="222783"/>
                  </a:lnTo>
                  <a:lnTo>
                    <a:pt x="1201547" y="220560"/>
                  </a:lnTo>
                  <a:lnTo>
                    <a:pt x="1172464" y="222783"/>
                  </a:lnTo>
                  <a:lnTo>
                    <a:pt x="1181354" y="172923"/>
                  </a:lnTo>
                  <a:lnTo>
                    <a:pt x="1212723" y="179730"/>
                  </a:lnTo>
                  <a:lnTo>
                    <a:pt x="1275334" y="184251"/>
                  </a:lnTo>
                  <a:lnTo>
                    <a:pt x="1306703" y="188760"/>
                  </a:lnTo>
                  <a:lnTo>
                    <a:pt x="1371727" y="202374"/>
                  </a:lnTo>
                  <a:lnTo>
                    <a:pt x="1393952" y="204660"/>
                  </a:lnTo>
                  <a:lnTo>
                    <a:pt x="1411986" y="209169"/>
                  </a:lnTo>
                  <a:lnTo>
                    <a:pt x="1418717" y="213753"/>
                  </a:lnTo>
                  <a:lnTo>
                    <a:pt x="1423162" y="220560"/>
                  </a:lnTo>
                  <a:lnTo>
                    <a:pt x="1423162" y="196176"/>
                  </a:lnTo>
                  <a:lnTo>
                    <a:pt x="1369441" y="184251"/>
                  </a:lnTo>
                  <a:lnTo>
                    <a:pt x="1307934" y="172923"/>
                  </a:lnTo>
                  <a:lnTo>
                    <a:pt x="1295527" y="170637"/>
                  </a:lnTo>
                  <a:lnTo>
                    <a:pt x="1237361" y="163830"/>
                  </a:lnTo>
                  <a:lnTo>
                    <a:pt x="1205992" y="161544"/>
                  </a:lnTo>
                  <a:lnTo>
                    <a:pt x="1176909" y="163830"/>
                  </a:lnTo>
                  <a:lnTo>
                    <a:pt x="1170178" y="163830"/>
                  </a:lnTo>
                  <a:lnTo>
                    <a:pt x="1159002" y="166128"/>
                  </a:lnTo>
                  <a:lnTo>
                    <a:pt x="1159002" y="168351"/>
                  </a:lnTo>
                  <a:lnTo>
                    <a:pt x="1167892" y="170637"/>
                  </a:lnTo>
                  <a:lnTo>
                    <a:pt x="1161288" y="195567"/>
                  </a:lnTo>
                  <a:lnTo>
                    <a:pt x="1156716" y="222783"/>
                  </a:lnTo>
                  <a:lnTo>
                    <a:pt x="1159002" y="227355"/>
                  </a:lnTo>
                  <a:lnTo>
                    <a:pt x="1161288" y="231876"/>
                  </a:lnTo>
                  <a:lnTo>
                    <a:pt x="1167892" y="231876"/>
                  </a:lnTo>
                  <a:lnTo>
                    <a:pt x="1172464" y="229577"/>
                  </a:lnTo>
                  <a:lnTo>
                    <a:pt x="1199261" y="236385"/>
                  </a:lnTo>
                  <a:lnTo>
                    <a:pt x="1230630" y="240969"/>
                  </a:lnTo>
                  <a:lnTo>
                    <a:pt x="1288796" y="245478"/>
                  </a:lnTo>
                  <a:lnTo>
                    <a:pt x="1429893" y="259092"/>
                  </a:lnTo>
                  <a:lnTo>
                    <a:pt x="1432052" y="256794"/>
                  </a:lnTo>
                  <a:lnTo>
                    <a:pt x="1436624" y="254571"/>
                  </a:lnTo>
                  <a:lnTo>
                    <a:pt x="1436624" y="245478"/>
                  </a:lnTo>
                  <a:lnTo>
                    <a:pt x="1438084" y="240969"/>
                  </a:lnTo>
                  <a:lnTo>
                    <a:pt x="1447673" y="211467"/>
                  </a:lnTo>
                  <a:lnTo>
                    <a:pt x="1447673" y="204660"/>
                  </a:lnTo>
                  <a:close/>
                </a:path>
                <a:path w="2442845" h="259715">
                  <a:moveTo>
                    <a:pt x="2442845" y="168910"/>
                  </a:moveTo>
                  <a:lnTo>
                    <a:pt x="2148205" y="140068"/>
                  </a:lnTo>
                  <a:lnTo>
                    <a:pt x="1853438" y="115570"/>
                  </a:lnTo>
                  <a:lnTo>
                    <a:pt x="1263904" y="71158"/>
                  </a:lnTo>
                  <a:lnTo>
                    <a:pt x="627507" y="31153"/>
                  </a:lnTo>
                  <a:lnTo>
                    <a:pt x="308229" y="13335"/>
                  </a:lnTo>
                  <a:lnTo>
                    <a:pt x="156337" y="2247"/>
                  </a:lnTo>
                  <a:lnTo>
                    <a:pt x="78232" y="0"/>
                  </a:lnTo>
                  <a:lnTo>
                    <a:pt x="40132" y="0"/>
                  </a:lnTo>
                  <a:lnTo>
                    <a:pt x="2286" y="2247"/>
                  </a:lnTo>
                  <a:lnTo>
                    <a:pt x="0" y="4483"/>
                  </a:lnTo>
                  <a:lnTo>
                    <a:pt x="2286" y="6667"/>
                  </a:lnTo>
                  <a:lnTo>
                    <a:pt x="37973" y="13335"/>
                  </a:lnTo>
                  <a:lnTo>
                    <a:pt x="73660" y="17818"/>
                  </a:lnTo>
                  <a:lnTo>
                    <a:pt x="145161" y="22237"/>
                  </a:lnTo>
                  <a:lnTo>
                    <a:pt x="290322" y="26733"/>
                  </a:lnTo>
                  <a:lnTo>
                    <a:pt x="609600" y="44488"/>
                  </a:lnTo>
                  <a:lnTo>
                    <a:pt x="926719" y="64490"/>
                  </a:lnTo>
                  <a:lnTo>
                    <a:pt x="1245997" y="86728"/>
                  </a:lnTo>
                  <a:lnTo>
                    <a:pt x="1844421" y="135572"/>
                  </a:lnTo>
                  <a:lnTo>
                    <a:pt x="2442845" y="188912"/>
                  </a:lnTo>
                  <a:lnTo>
                    <a:pt x="2442845" y="168910"/>
                  </a:lnTo>
                  <a:close/>
                </a:path>
              </a:pathLst>
            </a:custGeom>
            <a:solidFill>
              <a:srgbClr val="F8F8F8"/>
            </a:solidFill>
          </p:spPr>
          <p:txBody>
            <a:bodyPr wrap="square" lIns="0" tIns="0" rIns="0" bIns="0" rtlCol="0"/>
            <a:lstStyle/>
            <a:p>
              <a:endParaRPr dirty="0"/>
            </a:p>
          </p:txBody>
        </p:sp>
        <p:sp>
          <p:nvSpPr>
            <p:cNvPr id="14" name="object 14"/>
            <p:cNvSpPr/>
            <p:nvPr/>
          </p:nvSpPr>
          <p:spPr>
            <a:xfrm>
              <a:off x="10713719" y="6682803"/>
              <a:ext cx="106552" cy="91309"/>
            </a:xfrm>
            <a:prstGeom prst="rect">
              <a:avLst/>
            </a:prstGeom>
            <a:blipFill>
              <a:blip r:embed="rId7" cstate="print"/>
              <a:stretch>
                <a:fillRect/>
              </a:stretch>
            </a:blipFill>
          </p:spPr>
          <p:txBody>
            <a:bodyPr wrap="square" lIns="0" tIns="0" rIns="0" bIns="0" rtlCol="0"/>
            <a:lstStyle/>
            <a:p>
              <a:endParaRPr dirty="0"/>
            </a:p>
          </p:txBody>
        </p:sp>
        <p:sp>
          <p:nvSpPr>
            <p:cNvPr id="15" name="object 15"/>
            <p:cNvSpPr/>
            <p:nvPr/>
          </p:nvSpPr>
          <p:spPr>
            <a:xfrm>
              <a:off x="9490075" y="6672135"/>
              <a:ext cx="1550035" cy="178435"/>
            </a:xfrm>
            <a:custGeom>
              <a:avLst/>
              <a:gdLst/>
              <a:ahLst/>
              <a:cxnLst/>
              <a:rect l="l" t="t" r="r" b="b"/>
              <a:pathLst>
                <a:path w="1550034" h="178434">
                  <a:moveTo>
                    <a:pt x="6603" y="0"/>
                  </a:moveTo>
                  <a:lnTo>
                    <a:pt x="4445" y="0"/>
                  </a:lnTo>
                  <a:lnTo>
                    <a:pt x="0" y="2184"/>
                  </a:lnTo>
                  <a:lnTo>
                    <a:pt x="0" y="6692"/>
                  </a:lnTo>
                  <a:lnTo>
                    <a:pt x="4445" y="24485"/>
                  </a:lnTo>
                  <a:lnTo>
                    <a:pt x="49149" y="69035"/>
                  </a:lnTo>
                  <a:lnTo>
                    <a:pt x="98171" y="84655"/>
                  </a:lnTo>
                  <a:lnTo>
                    <a:pt x="160781" y="95775"/>
                  </a:lnTo>
                  <a:lnTo>
                    <a:pt x="225425" y="102459"/>
                  </a:lnTo>
                  <a:lnTo>
                    <a:pt x="350520" y="111395"/>
                  </a:lnTo>
                  <a:lnTo>
                    <a:pt x="631951" y="135884"/>
                  </a:lnTo>
                  <a:lnTo>
                    <a:pt x="911098" y="158189"/>
                  </a:lnTo>
                  <a:lnTo>
                    <a:pt x="1201293" y="178243"/>
                  </a:lnTo>
                  <a:lnTo>
                    <a:pt x="1549780" y="178243"/>
                  </a:lnTo>
                  <a:lnTo>
                    <a:pt x="1275079" y="162623"/>
                  </a:lnTo>
                  <a:lnTo>
                    <a:pt x="1000378" y="144819"/>
                  </a:lnTo>
                  <a:lnTo>
                    <a:pt x="745744" y="127015"/>
                  </a:lnTo>
                  <a:lnTo>
                    <a:pt x="491235" y="104710"/>
                  </a:lnTo>
                  <a:lnTo>
                    <a:pt x="227710" y="80220"/>
                  </a:lnTo>
                  <a:lnTo>
                    <a:pt x="171830" y="75721"/>
                  </a:lnTo>
                  <a:lnTo>
                    <a:pt x="102743" y="69035"/>
                  </a:lnTo>
                  <a:lnTo>
                    <a:pt x="55752" y="53479"/>
                  </a:lnTo>
                  <a:lnTo>
                    <a:pt x="22351" y="28930"/>
                  </a:lnTo>
                  <a:lnTo>
                    <a:pt x="11049" y="4432"/>
                  </a:lnTo>
                  <a:lnTo>
                    <a:pt x="6603" y="0"/>
                  </a:lnTo>
                  <a:close/>
                </a:path>
              </a:pathLst>
            </a:custGeom>
            <a:solidFill>
              <a:srgbClr val="F8F8F8"/>
            </a:solidFill>
          </p:spPr>
          <p:txBody>
            <a:bodyPr wrap="square" lIns="0" tIns="0" rIns="0" bIns="0" rtlCol="0"/>
            <a:lstStyle/>
            <a:p>
              <a:endParaRPr dirty="0"/>
            </a:p>
          </p:txBody>
        </p:sp>
      </p:grpSp>
      <p:sp>
        <p:nvSpPr>
          <p:cNvPr id="16" name="object 16"/>
          <p:cNvSpPr/>
          <p:nvPr/>
        </p:nvSpPr>
        <p:spPr>
          <a:xfrm>
            <a:off x="301815" y="1054735"/>
            <a:ext cx="1554289" cy="1086485"/>
          </a:xfrm>
          <a:prstGeom prst="rect">
            <a:avLst/>
          </a:prstGeom>
          <a:blipFill>
            <a:blip r:embed="rId8" cstate="print"/>
            <a:stretch>
              <a:fillRect/>
            </a:stretch>
          </a:blipFill>
        </p:spPr>
        <p:txBody>
          <a:bodyPr wrap="square" lIns="0" tIns="0" rIns="0" bIns="0" rtlCol="0"/>
          <a:lstStyle/>
          <a:p>
            <a:endParaRPr dirty="0"/>
          </a:p>
        </p:txBody>
      </p:sp>
      <p:sp>
        <p:nvSpPr>
          <p:cNvPr id="17" name="object 17"/>
          <p:cNvSpPr/>
          <p:nvPr/>
        </p:nvSpPr>
        <p:spPr>
          <a:xfrm>
            <a:off x="5949696" y="5514022"/>
            <a:ext cx="589915" cy="976630"/>
          </a:xfrm>
          <a:custGeom>
            <a:avLst/>
            <a:gdLst/>
            <a:ahLst/>
            <a:cxnLst/>
            <a:rect l="l" t="t" r="r" b="b"/>
            <a:pathLst>
              <a:path w="589915" h="976629">
                <a:moveTo>
                  <a:pt x="337312" y="0"/>
                </a:moveTo>
                <a:lnTo>
                  <a:pt x="332866" y="0"/>
                </a:lnTo>
                <a:lnTo>
                  <a:pt x="332866" y="2539"/>
                </a:lnTo>
                <a:lnTo>
                  <a:pt x="265811" y="16509"/>
                </a:lnTo>
                <a:lnTo>
                  <a:pt x="201040" y="31749"/>
                </a:lnTo>
                <a:lnTo>
                  <a:pt x="196595" y="34289"/>
                </a:lnTo>
                <a:lnTo>
                  <a:pt x="194309" y="38099"/>
                </a:lnTo>
                <a:lnTo>
                  <a:pt x="172084" y="52069"/>
                </a:lnTo>
                <a:lnTo>
                  <a:pt x="133984" y="87629"/>
                </a:lnTo>
                <a:lnTo>
                  <a:pt x="107187" y="125729"/>
                </a:lnTo>
                <a:lnTo>
                  <a:pt x="82676" y="179069"/>
                </a:lnTo>
                <a:lnTo>
                  <a:pt x="71500" y="217169"/>
                </a:lnTo>
                <a:lnTo>
                  <a:pt x="62611" y="255269"/>
                </a:lnTo>
                <a:lnTo>
                  <a:pt x="49149" y="308609"/>
                </a:lnTo>
                <a:lnTo>
                  <a:pt x="37973" y="364489"/>
                </a:lnTo>
                <a:lnTo>
                  <a:pt x="29082" y="419099"/>
                </a:lnTo>
                <a:lnTo>
                  <a:pt x="20065" y="474979"/>
                </a:lnTo>
                <a:lnTo>
                  <a:pt x="9016" y="562609"/>
                </a:lnTo>
                <a:lnTo>
                  <a:pt x="4571" y="609599"/>
                </a:lnTo>
                <a:lnTo>
                  <a:pt x="2162" y="656589"/>
                </a:lnTo>
                <a:lnTo>
                  <a:pt x="0" y="701039"/>
                </a:lnTo>
                <a:lnTo>
                  <a:pt x="4571" y="789939"/>
                </a:lnTo>
                <a:lnTo>
                  <a:pt x="13462" y="831849"/>
                </a:lnTo>
                <a:lnTo>
                  <a:pt x="31368" y="883919"/>
                </a:lnTo>
                <a:lnTo>
                  <a:pt x="60325" y="923289"/>
                </a:lnTo>
                <a:lnTo>
                  <a:pt x="71500" y="932179"/>
                </a:lnTo>
                <a:lnTo>
                  <a:pt x="84962" y="943609"/>
                </a:lnTo>
                <a:lnTo>
                  <a:pt x="98298" y="949959"/>
                </a:lnTo>
                <a:lnTo>
                  <a:pt x="111759" y="957579"/>
                </a:lnTo>
                <a:lnTo>
                  <a:pt x="143001" y="969009"/>
                </a:lnTo>
                <a:lnTo>
                  <a:pt x="176529" y="975359"/>
                </a:lnTo>
                <a:lnTo>
                  <a:pt x="212216" y="976629"/>
                </a:lnTo>
                <a:lnTo>
                  <a:pt x="252475" y="976629"/>
                </a:lnTo>
                <a:lnTo>
                  <a:pt x="292607" y="975359"/>
                </a:lnTo>
                <a:lnTo>
                  <a:pt x="330580" y="969009"/>
                </a:lnTo>
                <a:lnTo>
                  <a:pt x="366394" y="958849"/>
                </a:lnTo>
                <a:lnTo>
                  <a:pt x="207771" y="958849"/>
                </a:lnTo>
                <a:lnTo>
                  <a:pt x="169799" y="955039"/>
                </a:lnTo>
                <a:lnTo>
                  <a:pt x="151891" y="952499"/>
                </a:lnTo>
                <a:lnTo>
                  <a:pt x="116204" y="939799"/>
                </a:lnTo>
                <a:lnTo>
                  <a:pt x="100456" y="932179"/>
                </a:lnTo>
                <a:lnTo>
                  <a:pt x="87121" y="922019"/>
                </a:lnTo>
                <a:lnTo>
                  <a:pt x="71500" y="910589"/>
                </a:lnTo>
                <a:lnTo>
                  <a:pt x="49149" y="878839"/>
                </a:lnTo>
                <a:lnTo>
                  <a:pt x="31368" y="840739"/>
                </a:lnTo>
                <a:lnTo>
                  <a:pt x="17906" y="769619"/>
                </a:lnTo>
                <a:lnTo>
                  <a:pt x="15620" y="731519"/>
                </a:lnTo>
                <a:lnTo>
                  <a:pt x="17906" y="694689"/>
                </a:lnTo>
                <a:lnTo>
                  <a:pt x="22351" y="618489"/>
                </a:lnTo>
                <a:lnTo>
                  <a:pt x="29082" y="544829"/>
                </a:lnTo>
                <a:lnTo>
                  <a:pt x="51434" y="379729"/>
                </a:lnTo>
                <a:lnTo>
                  <a:pt x="69214" y="299719"/>
                </a:lnTo>
                <a:lnTo>
                  <a:pt x="89407" y="217169"/>
                </a:lnTo>
                <a:lnTo>
                  <a:pt x="107187" y="167639"/>
                </a:lnTo>
                <a:lnTo>
                  <a:pt x="136270" y="116839"/>
                </a:lnTo>
                <a:lnTo>
                  <a:pt x="172084" y="73659"/>
                </a:lnTo>
                <a:lnTo>
                  <a:pt x="216662" y="45719"/>
                </a:lnTo>
                <a:lnTo>
                  <a:pt x="259206" y="34289"/>
                </a:lnTo>
                <a:lnTo>
                  <a:pt x="388746" y="34289"/>
                </a:lnTo>
                <a:lnTo>
                  <a:pt x="382777" y="31749"/>
                </a:lnTo>
                <a:lnTo>
                  <a:pt x="319531" y="31749"/>
                </a:lnTo>
                <a:lnTo>
                  <a:pt x="301625" y="25399"/>
                </a:lnTo>
                <a:lnTo>
                  <a:pt x="323976" y="20319"/>
                </a:lnTo>
                <a:lnTo>
                  <a:pt x="335025" y="20319"/>
                </a:lnTo>
                <a:lnTo>
                  <a:pt x="368680" y="17779"/>
                </a:lnTo>
                <a:lnTo>
                  <a:pt x="431647" y="17779"/>
                </a:lnTo>
                <a:lnTo>
                  <a:pt x="406653" y="7619"/>
                </a:lnTo>
                <a:lnTo>
                  <a:pt x="390905" y="5079"/>
                </a:lnTo>
                <a:lnTo>
                  <a:pt x="382015" y="2539"/>
                </a:lnTo>
                <a:lnTo>
                  <a:pt x="339598" y="2539"/>
                </a:lnTo>
                <a:lnTo>
                  <a:pt x="337312" y="0"/>
                </a:lnTo>
                <a:close/>
              </a:path>
              <a:path w="589915" h="976629">
                <a:moveTo>
                  <a:pt x="438057" y="925829"/>
                </a:moveTo>
                <a:lnTo>
                  <a:pt x="399923" y="925829"/>
                </a:lnTo>
                <a:lnTo>
                  <a:pt x="373125" y="937259"/>
                </a:lnTo>
                <a:lnTo>
                  <a:pt x="346328" y="946149"/>
                </a:lnTo>
                <a:lnTo>
                  <a:pt x="317245" y="952499"/>
                </a:lnTo>
                <a:lnTo>
                  <a:pt x="288163" y="957579"/>
                </a:lnTo>
                <a:lnTo>
                  <a:pt x="247903" y="958849"/>
                </a:lnTo>
                <a:lnTo>
                  <a:pt x="366394" y="958849"/>
                </a:lnTo>
                <a:lnTo>
                  <a:pt x="402208" y="946149"/>
                </a:lnTo>
                <a:lnTo>
                  <a:pt x="417702" y="937259"/>
                </a:lnTo>
                <a:lnTo>
                  <a:pt x="435609" y="928369"/>
                </a:lnTo>
                <a:lnTo>
                  <a:pt x="438057" y="925829"/>
                </a:lnTo>
                <a:close/>
              </a:path>
              <a:path w="589915" h="976629">
                <a:moveTo>
                  <a:pt x="297179" y="43179"/>
                </a:moveTo>
                <a:lnTo>
                  <a:pt x="279273" y="43179"/>
                </a:lnTo>
                <a:lnTo>
                  <a:pt x="263651" y="46989"/>
                </a:lnTo>
                <a:lnTo>
                  <a:pt x="216662" y="69849"/>
                </a:lnTo>
                <a:lnTo>
                  <a:pt x="174243" y="107949"/>
                </a:lnTo>
                <a:lnTo>
                  <a:pt x="147446" y="147319"/>
                </a:lnTo>
                <a:lnTo>
                  <a:pt x="120650" y="212089"/>
                </a:lnTo>
                <a:lnTo>
                  <a:pt x="105028" y="256539"/>
                </a:lnTo>
                <a:lnTo>
                  <a:pt x="87121" y="314959"/>
                </a:lnTo>
                <a:lnTo>
                  <a:pt x="71500" y="374649"/>
                </a:lnTo>
                <a:lnTo>
                  <a:pt x="55879" y="438149"/>
                </a:lnTo>
                <a:lnTo>
                  <a:pt x="33527" y="562609"/>
                </a:lnTo>
                <a:lnTo>
                  <a:pt x="26796" y="624839"/>
                </a:lnTo>
                <a:lnTo>
                  <a:pt x="24637" y="684529"/>
                </a:lnTo>
                <a:lnTo>
                  <a:pt x="26796" y="748029"/>
                </a:lnTo>
                <a:lnTo>
                  <a:pt x="31368" y="787399"/>
                </a:lnTo>
                <a:lnTo>
                  <a:pt x="37973" y="805179"/>
                </a:lnTo>
                <a:lnTo>
                  <a:pt x="44703" y="825499"/>
                </a:lnTo>
                <a:lnTo>
                  <a:pt x="51434" y="843279"/>
                </a:lnTo>
                <a:lnTo>
                  <a:pt x="62611" y="858519"/>
                </a:lnTo>
                <a:lnTo>
                  <a:pt x="71500" y="876299"/>
                </a:lnTo>
                <a:lnTo>
                  <a:pt x="100456" y="908049"/>
                </a:lnTo>
                <a:lnTo>
                  <a:pt x="140715" y="932179"/>
                </a:lnTo>
                <a:lnTo>
                  <a:pt x="183133" y="943609"/>
                </a:lnTo>
                <a:lnTo>
                  <a:pt x="205612" y="948689"/>
                </a:lnTo>
                <a:lnTo>
                  <a:pt x="286003" y="948689"/>
                </a:lnTo>
                <a:lnTo>
                  <a:pt x="323976" y="943609"/>
                </a:lnTo>
                <a:lnTo>
                  <a:pt x="361950" y="937259"/>
                </a:lnTo>
                <a:lnTo>
                  <a:pt x="370388" y="934719"/>
                </a:lnTo>
                <a:lnTo>
                  <a:pt x="261365" y="934719"/>
                </a:lnTo>
                <a:lnTo>
                  <a:pt x="218948" y="932179"/>
                </a:lnTo>
                <a:lnTo>
                  <a:pt x="165353" y="925829"/>
                </a:lnTo>
                <a:lnTo>
                  <a:pt x="122936" y="904239"/>
                </a:lnTo>
                <a:lnTo>
                  <a:pt x="91566" y="875029"/>
                </a:lnTo>
                <a:lnTo>
                  <a:pt x="67055" y="836929"/>
                </a:lnTo>
                <a:lnTo>
                  <a:pt x="53593" y="792479"/>
                </a:lnTo>
                <a:lnTo>
                  <a:pt x="44703" y="745489"/>
                </a:lnTo>
                <a:lnTo>
                  <a:pt x="42417" y="721359"/>
                </a:lnTo>
                <a:lnTo>
                  <a:pt x="42417" y="647699"/>
                </a:lnTo>
                <a:lnTo>
                  <a:pt x="53593" y="557529"/>
                </a:lnTo>
                <a:lnTo>
                  <a:pt x="69214" y="468629"/>
                </a:lnTo>
                <a:lnTo>
                  <a:pt x="87121" y="382269"/>
                </a:lnTo>
                <a:lnTo>
                  <a:pt x="109474" y="294639"/>
                </a:lnTo>
                <a:lnTo>
                  <a:pt x="122936" y="255269"/>
                </a:lnTo>
                <a:lnTo>
                  <a:pt x="133984" y="217169"/>
                </a:lnTo>
                <a:lnTo>
                  <a:pt x="149732" y="179069"/>
                </a:lnTo>
                <a:lnTo>
                  <a:pt x="169799" y="143509"/>
                </a:lnTo>
                <a:lnTo>
                  <a:pt x="198881" y="105409"/>
                </a:lnTo>
                <a:lnTo>
                  <a:pt x="232409" y="81279"/>
                </a:lnTo>
                <a:lnTo>
                  <a:pt x="270255" y="63499"/>
                </a:lnTo>
                <a:lnTo>
                  <a:pt x="314959" y="49529"/>
                </a:lnTo>
                <a:lnTo>
                  <a:pt x="335025" y="49529"/>
                </a:lnTo>
                <a:lnTo>
                  <a:pt x="335025" y="45719"/>
                </a:lnTo>
                <a:lnTo>
                  <a:pt x="312800" y="45719"/>
                </a:lnTo>
                <a:lnTo>
                  <a:pt x="297179" y="43179"/>
                </a:lnTo>
                <a:close/>
              </a:path>
              <a:path w="589915" h="976629">
                <a:moveTo>
                  <a:pt x="500379" y="787399"/>
                </a:moveTo>
                <a:lnTo>
                  <a:pt x="493649" y="787399"/>
                </a:lnTo>
                <a:lnTo>
                  <a:pt x="491489" y="792479"/>
                </a:lnTo>
                <a:lnTo>
                  <a:pt x="487044" y="816609"/>
                </a:lnTo>
                <a:lnTo>
                  <a:pt x="480313" y="836929"/>
                </a:lnTo>
                <a:lnTo>
                  <a:pt x="457962" y="869949"/>
                </a:lnTo>
                <a:lnTo>
                  <a:pt x="426719" y="896619"/>
                </a:lnTo>
                <a:lnTo>
                  <a:pt x="388746" y="914399"/>
                </a:lnTo>
                <a:lnTo>
                  <a:pt x="348488" y="925829"/>
                </a:lnTo>
                <a:lnTo>
                  <a:pt x="303783" y="932179"/>
                </a:lnTo>
                <a:lnTo>
                  <a:pt x="261365" y="934719"/>
                </a:lnTo>
                <a:lnTo>
                  <a:pt x="370388" y="934719"/>
                </a:lnTo>
                <a:lnTo>
                  <a:pt x="399923" y="925829"/>
                </a:lnTo>
                <a:lnTo>
                  <a:pt x="438057" y="925829"/>
                </a:lnTo>
                <a:lnTo>
                  <a:pt x="449071" y="914399"/>
                </a:lnTo>
                <a:lnTo>
                  <a:pt x="464692" y="904239"/>
                </a:lnTo>
                <a:lnTo>
                  <a:pt x="478027" y="890269"/>
                </a:lnTo>
                <a:lnTo>
                  <a:pt x="491489" y="872489"/>
                </a:lnTo>
                <a:lnTo>
                  <a:pt x="502665" y="857249"/>
                </a:lnTo>
                <a:lnTo>
                  <a:pt x="511555" y="857249"/>
                </a:lnTo>
                <a:lnTo>
                  <a:pt x="513841" y="852169"/>
                </a:lnTo>
                <a:lnTo>
                  <a:pt x="516064" y="843279"/>
                </a:lnTo>
                <a:lnTo>
                  <a:pt x="493649" y="843279"/>
                </a:lnTo>
                <a:lnTo>
                  <a:pt x="498220" y="831849"/>
                </a:lnTo>
                <a:lnTo>
                  <a:pt x="500379" y="819149"/>
                </a:lnTo>
                <a:lnTo>
                  <a:pt x="502665" y="805179"/>
                </a:lnTo>
                <a:lnTo>
                  <a:pt x="502665" y="792479"/>
                </a:lnTo>
                <a:lnTo>
                  <a:pt x="500379" y="787399"/>
                </a:lnTo>
                <a:close/>
              </a:path>
              <a:path w="589915" h="976629">
                <a:moveTo>
                  <a:pt x="396421" y="38099"/>
                </a:moveTo>
                <a:lnTo>
                  <a:pt x="359663" y="38099"/>
                </a:lnTo>
                <a:lnTo>
                  <a:pt x="373125" y="40639"/>
                </a:lnTo>
                <a:lnTo>
                  <a:pt x="386461" y="45719"/>
                </a:lnTo>
                <a:lnTo>
                  <a:pt x="408813" y="58419"/>
                </a:lnTo>
                <a:lnTo>
                  <a:pt x="429005" y="76199"/>
                </a:lnTo>
                <a:lnTo>
                  <a:pt x="449071" y="96519"/>
                </a:lnTo>
                <a:lnTo>
                  <a:pt x="464692" y="120649"/>
                </a:lnTo>
                <a:lnTo>
                  <a:pt x="480313" y="143509"/>
                </a:lnTo>
                <a:lnTo>
                  <a:pt x="502665" y="190499"/>
                </a:lnTo>
                <a:lnTo>
                  <a:pt x="516127" y="238759"/>
                </a:lnTo>
                <a:lnTo>
                  <a:pt x="529463" y="314959"/>
                </a:lnTo>
                <a:lnTo>
                  <a:pt x="533907" y="365759"/>
                </a:lnTo>
                <a:lnTo>
                  <a:pt x="536094" y="421639"/>
                </a:lnTo>
                <a:lnTo>
                  <a:pt x="536193" y="539749"/>
                </a:lnTo>
                <a:lnTo>
                  <a:pt x="533907" y="598169"/>
                </a:lnTo>
                <a:lnTo>
                  <a:pt x="529463" y="656589"/>
                </a:lnTo>
                <a:lnTo>
                  <a:pt x="522731" y="713739"/>
                </a:lnTo>
                <a:lnTo>
                  <a:pt x="513841" y="772159"/>
                </a:lnTo>
                <a:lnTo>
                  <a:pt x="502665" y="830579"/>
                </a:lnTo>
                <a:lnTo>
                  <a:pt x="493649" y="843279"/>
                </a:lnTo>
                <a:lnTo>
                  <a:pt x="516064" y="843279"/>
                </a:lnTo>
                <a:lnTo>
                  <a:pt x="518287" y="834389"/>
                </a:lnTo>
                <a:lnTo>
                  <a:pt x="536193" y="798829"/>
                </a:lnTo>
                <a:lnTo>
                  <a:pt x="542348" y="783589"/>
                </a:lnTo>
                <a:lnTo>
                  <a:pt x="527176" y="783589"/>
                </a:lnTo>
                <a:lnTo>
                  <a:pt x="536193" y="730249"/>
                </a:lnTo>
                <a:lnTo>
                  <a:pt x="542925" y="674369"/>
                </a:lnTo>
                <a:lnTo>
                  <a:pt x="547369" y="621029"/>
                </a:lnTo>
                <a:lnTo>
                  <a:pt x="549528" y="566419"/>
                </a:lnTo>
                <a:lnTo>
                  <a:pt x="551814" y="500379"/>
                </a:lnTo>
                <a:lnTo>
                  <a:pt x="551771" y="429259"/>
                </a:lnTo>
                <a:lnTo>
                  <a:pt x="549528" y="364489"/>
                </a:lnTo>
                <a:lnTo>
                  <a:pt x="542925" y="297179"/>
                </a:lnTo>
                <a:lnTo>
                  <a:pt x="531621" y="243839"/>
                </a:lnTo>
                <a:lnTo>
                  <a:pt x="516127" y="191769"/>
                </a:lnTo>
                <a:lnTo>
                  <a:pt x="507111" y="165099"/>
                </a:lnTo>
                <a:lnTo>
                  <a:pt x="480313" y="118109"/>
                </a:lnTo>
                <a:lnTo>
                  <a:pt x="453516" y="81279"/>
                </a:lnTo>
                <a:lnTo>
                  <a:pt x="424433" y="54609"/>
                </a:lnTo>
                <a:lnTo>
                  <a:pt x="406653" y="43179"/>
                </a:lnTo>
                <a:lnTo>
                  <a:pt x="396421" y="38099"/>
                </a:lnTo>
                <a:close/>
              </a:path>
              <a:path w="589915" h="976629">
                <a:moveTo>
                  <a:pt x="431647" y="17779"/>
                </a:moveTo>
                <a:lnTo>
                  <a:pt x="368680" y="17779"/>
                </a:lnTo>
                <a:lnTo>
                  <a:pt x="390905" y="20319"/>
                </a:lnTo>
                <a:lnTo>
                  <a:pt x="411099" y="26669"/>
                </a:lnTo>
                <a:lnTo>
                  <a:pt x="451230" y="49529"/>
                </a:lnTo>
                <a:lnTo>
                  <a:pt x="482600" y="81279"/>
                </a:lnTo>
                <a:lnTo>
                  <a:pt x="509396" y="118109"/>
                </a:lnTo>
                <a:lnTo>
                  <a:pt x="527176" y="152399"/>
                </a:lnTo>
                <a:lnTo>
                  <a:pt x="540638" y="190499"/>
                </a:lnTo>
                <a:lnTo>
                  <a:pt x="551814" y="229869"/>
                </a:lnTo>
                <a:lnTo>
                  <a:pt x="560704" y="273049"/>
                </a:lnTo>
                <a:lnTo>
                  <a:pt x="565150" y="314959"/>
                </a:lnTo>
                <a:lnTo>
                  <a:pt x="569722" y="355599"/>
                </a:lnTo>
                <a:lnTo>
                  <a:pt x="574167" y="435609"/>
                </a:lnTo>
                <a:lnTo>
                  <a:pt x="574167" y="556259"/>
                </a:lnTo>
                <a:lnTo>
                  <a:pt x="569722" y="598169"/>
                </a:lnTo>
                <a:lnTo>
                  <a:pt x="565150" y="638809"/>
                </a:lnTo>
                <a:lnTo>
                  <a:pt x="558419" y="678179"/>
                </a:lnTo>
                <a:lnTo>
                  <a:pt x="549528" y="716279"/>
                </a:lnTo>
                <a:lnTo>
                  <a:pt x="538352" y="756919"/>
                </a:lnTo>
                <a:lnTo>
                  <a:pt x="527176" y="783589"/>
                </a:lnTo>
                <a:lnTo>
                  <a:pt x="542348" y="783589"/>
                </a:lnTo>
                <a:lnTo>
                  <a:pt x="549528" y="765809"/>
                </a:lnTo>
                <a:lnTo>
                  <a:pt x="560704" y="727709"/>
                </a:lnTo>
                <a:lnTo>
                  <a:pt x="569722" y="689609"/>
                </a:lnTo>
                <a:lnTo>
                  <a:pt x="576326" y="651509"/>
                </a:lnTo>
                <a:lnTo>
                  <a:pt x="583056" y="613409"/>
                </a:lnTo>
                <a:lnTo>
                  <a:pt x="587501" y="538479"/>
                </a:lnTo>
                <a:lnTo>
                  <a:pt x="589787" y="488949"/>
                </a:lnTo>
                <a:lnTo>
                  <a:pt x="589787" y="391159"/>
                </a:lnTo>
                <a:lnTo>
                  <a:pt x="585215" y="341629"/>
                </a:lnTo>
                <a:lnTo>
                  <a:pt x="578611" y="292099"/>
                </a:lnTo>
                <a:lnTo>
                  <a:pt x="569722" y="243839"/>
                </a:lnTo>
                <a:lnTo>
                  <a:pt x="558419" y="196849"/>
                </a:lnTo>
                <a:lnTo>
                  <a:pt x="542925" y="149859"/>
                </a:lnTo>
                <a:lnTo>
                  <a:pt x="511555" y="90169"/>
                </a:lnTo>
                <a:lnTo>
                  <a:pt x="464692" y="40639"/>
                </a:lnTo>
                <a:lnTo>
                  <a:pt x="437895" y="20319"/>
                </a:lnTo>
                <a:lnTo>
                  <a:pt x="431647" y="17779"/>
                </a:lnTo>
                <a:close/>
              </a:path>
              <a:path w="589915" h="976629">
                <a:moveTo>
                  <a:pt x="149732" y="406399"/>
                </a:moveTo>
                <a:lnTo>
                  <a:pt x="147446" y="406399"/>
                </a:lnTo>
                <a:lnTo>
                  <a:pt x="145287" y="408939"/>
                </a:lnTo>
                <a:lnTo>
                  <a:pt x="143001" y="411479"/>
                </a:lnTo>
                <a:lnTo>
                  <a:pt x="145287" y="412749"/>
                </a:lnTo>
                <a:lnTo>
                  <a:pt x="167512" y="430529"/>
                </a:lnTo>
                <a:lnTo>
                  <a:pt x="194309" y="444499"/>
                </a:lnTo>
                <a:lnTo>
                  <a:pt x="223392" y="453389"/>
                </a:lnTo>
                <a:lnTo>
                  <a:pt x="252475" y="459739"/>
                </a:lnTo>
                <a:lnTo>
                  <a:pt x="256920" y="464819"/>
                </a:lnTo>
                <a:lnTo>
                  <a:pt x="261365" y="466089"/>
                </a:lnTo>
                <a:lnTo>
                  <a:pt x="265811" y="466089"/>
                </a:lnTo>
                <a:lnTo>
                  <a:pt x="270255" y="462279"/>
                </a:lnTo>
                <a:lnTo>
                  <a:pt x="308228" y="462279"/>
                </a:lnTo>
                <a:lnTo>
                  <a:pt x="348488" y="459739"/>
                </a:lnTo>
                <a:lnTo>
                  <a:pt x="417702" y="447039"/>
                </a:lnTo>
                <a:lnTo>
                  <a:pt x="424433" y="441959"/>
                </a:lnTo>
                <a:lnTo>
                  <a:pt x="424433" y="438149"/>
                </a:lnTo>
                <a:lnTo>
                  <a:pt x="308228" y="438149"/>
                </a:lnTo>
                <a:lnTo>
                  <a:pt x="276987" y="435609"/>
                </a:lnTo>
                <a:lnTo>
                  <a:pt x="277416" y="433069"/>
                </a:lnTo>
                <a:lnTo>
                  <a:pt x="256920" y="433069"/>
                </a:lnTo>
                <a:lnTo>
                  <a:pt x="230124" y="429259"/>
                </a:lnTo>
                <a:lnTo>
                  <a:pt x="149732" y="406399"/>
                </a:lnTo>
                <a:close/>
              </a:path>
              <a:path w="589915" h="976629">
                <a:moveTo>
                  <a:pt x="417702" y="426719"/>
                </a:moveTo>
                <a:lnTo>
                  <a:pt x="413257" y="426719"/>
                </a:lnTo>
                <a:lnTo>
                  <a:pt x="377570" y="433069"/>
                </a:lnTo>
                <a:lnTo>
                  <a:pt x="344042" y="438149"/>
                </a:lnTo>
                <a:lnTo>
                  <a:pt x="424433" y="438149"/>
                </a:lnTo>
                <a:lnTo>
                  <a:pt x="424433" y="433069"/>
                </a:lnTo>
                <a:lnTo>
                  <a:pt x="419988" y="429259"/>
                </a:lnTo>
                <a:lnTo>
                  <a:pt x="417702" y="426719"/>
                </a:lnTo>
                <a:close/>
              </a:path>
              <a:path w="589915" h="976629">
                <a:moveTo>
                  <a:pt x="295849" y="335279"/>
                </a:moveTo>
                <a:lnTo>
                  <a:pt x="274700" y="335279"/>
                </a:lnTo>
                <a:lnTo>
                  <a:pt x="256920" y="433069"/>
                </a:lnTo>
                <a:lnTo>
                  <a:pt x="277416" y="433069"/>
                </a:lnTo>
                <a:lnTo>
                  <a:pt x="286003" y="382269"/>
                </a:lnTo>
                <a:lnTo>
                  <a:pt x="295849" y="335279"/>
                </a:lnTo>
                <a:close/>
              </a:path>
              <a:path w="589915" h="976629">
                <a:moveTo>
                  <a:pt x="335025" y="49529"/>
                </a:moveTo>
                <a:lnTo>
                  <a:pt x="314959" y="49529"/>
                </a:lnTo>
                <a:lnTo>
                  <a:pt x="308228" y="78739"/>
                </a:lnTo>
                <a:lnTo>
                  <a:pt x="303783" y="109219"/>
                </a:lnTo>
                <a:lnTo>
                  <a:pt x="292607" y="116839"/>
                </a:lnTo>
                <a:lnTo>
                  <a:pt x="288163" y="116839"/>
                </a:lnTo>
                <a:lnTo>
                  <a:pt x="281431" y="118109"/>
                </a:lnTo>
                <a:lnTo>
                  <a:pt x="279273" y="125729"/>
                </a:lnTo>
                <a:lnTo>
                  <a:pt x="261365" y="226059"/>
                </a:lnTo>
                <a:lnTo>
                  <a:pt x="247903" y="328929"/>
                </a:lnTo>
                <a:lnTo>
                  <a:pt x="252475" y="337819"/>
                </a:lnTo>
                <a:lnTo>
                  <a:pt x="256920" y="339089"/>
                </a:lnTo>
                <a:lnTo>
                  <a:pt x="261365" y="339089"/>
                </a:lnTo>
                <a:lnTo>
                  <a:pt x="274700" y="335279"/>
                </a:lnTo>
                <a:lnTo>
                  <a:pt x="295849" y="335279"/>
                </a:lnTo>
                <a:lnTo>
                  <a:pt x="297179" y="328929"/>
                </a:lnTo>
                <a:lnTo>
                  <a:pt x="332866" y="318769"/>
                </a:lnTo>
                <a:lnTo>
                  <a:pt x="337312" y="318769"/>
                </a:lnTo>
                <a:lnTo>
                  <a:pt x="339598" y="314959"/>
                </a:lnTo>
                <a:lnTo>
                  <a:pt x="341756" y="308609"/>
                </a:lnTo>
                <a:lnTo>
                  <a:pt x="340119" y="297179"/>
                </a:lnTo>
                <a:lnTo>
                  <a:pt x="301625" y="297179"/>
                </a:lnTo>
                <a:lnTo>
                  <a:pt x="301625" y="288289"/>
                </a:lnTo>
                <a:lnTo>
                  <a:pt x="338846" y="288289"/>
                </a:lnTo>
                <a:lnTo>
                  <a:pt x="335025" y="261619"/>
                </a:lnTo>
                <a:lnTo>
                  <a:pt x="337312" y="214629"/>
                </a:lnTo>
                <a:lnTo>
                  <a:pt x="341756" y="167639"/>
                </a:lnTo>
                <a:lnTo>
                  <a:pt x="352932" y="123189"/>
                </a:lnTo>
                <a:lnTo>
                  <a:pt x="352932" y="120649"/>
                </a:lnTo>
                <a:lnTo>
                  <a:pt x="357377" y="118109"/>
                </a:lnTo>
                <a:lnTo>
                  <a:pt x="357377" y="111759"/>
                </a:lnTo>
                <a:lnTo>
                  <a:pt x="355218" y="107949"/>
                </a:lnTo>
                <a:lnTo>
                  <a:pt x="350774" y="105409"/>
                </a:lnTo>
                <a:lnTo>
                  <a:pt x="344042" y="102869"/>
                </a:lnTo>
                <a:lnTo>
                  <a:pt x="323976" y="102869"/>
                </a:lnTo>
                <a:lnTo>
                  <a:pt x="330580" y="52069"/>
                </a:lnTo>
                <a:lnTo>
                  <a:pt x="335025" y="49529"/>
                </a:lnTo>
                <a:close/>
              </a:path>
              <a:path w="589915" h="976629">
                <a:moveTo>
                  <a:pt x="338846" y="288289"/>
                </a:moveTo>
                <a:lnTo>
                  <a:pt x="317245" y="288289"/>
                </a:lnTo>
                <a:lnTo>
                  <a:pt x="319531" y="292099"/>
                </a:lnTo>
                <a:lnTo>
                  <a:pt x="314959" y="292099"/>
                </a:lnTo>
                <a:lnTo>
                  <a:pt x="301625" y="297179"/>
                </a:lnTo>
                <a:lnTo>
                  <a:pt x="340119" y="297179"/>
                </a:lnTo>
                <a:lnTo>
                  <a:pt x="338846" y="288289"/>
                </a:lnTo>
                <a:close/>
              </a:path>
              <a:path w="589915" h="976629">
                <a:moveTo>
                  <a:pt x="317245" y="288289"/>
                </a:moveTo>
                <a:lnTo>
                  <a:pt x="301625" y="288289"/>
                </a:lnTo>
                <a:lnTo>
                  <a:pt x="306069" y="292099"/>
                </a:lnTo>
                <a:lnTo>
                  <a:pt x="314959" y="292099"/>
                </a:lnTo>
                <a:lnTo>
                  <a:pt x="317245" y="288289"/>
                </a:lnTo>
                <a:close/>
              </a:path>
              <a:path w="589915" h="976629">
                <a:moveTo>
                  <a:pt x="388746" y="34289"/>
                </a:moveTo>
                <a:lnTo>
                  <a:pt x="272541" y="34289"/>
                </a:lnTo>
                <a:lnTo>
                  <a:pt x="286003" y="36829"/>
                </a:lnTo>
                <a:lnTo>
                  <a:pt x="299338" y="40639"/>
                </a:lnTo>
                <a:lnTo>
                  <a:pt x="312800" y="45719"/>
                </a:lnTo>
                <a:lnTo>
                  <a:pt x="335025" y="45719"/>
                </a:lnTo>
                <a:lnTo>
                  <a:pt x="335025" y="43179"/>
                </a:lnTo>
                <a:lnTo>
                  <a:pt x="332866" y="40639"/>
                </a:lnTo>
                <a:lnTo>
                  <a:pt x="346328" y="38099"/>
                </a:lnTo>
                <a:lnTo>
                  <a:pt x="396421" y="38099"/>
                </a:lnTo>
                <a:lnTo>
                  <a:pt x="388746" y="34289"/>
                </a:lnTo>
                <a:close/>
              </a:path>
              <a:path w="589915" h="976629">
                <a:moveTo>
                  <a:pt x="335025" y="20319"/>
                </a:moveTo>
                <a:lnTo>
                  <a:pt x="323976" y="20319"/>
                </a:lnTo>
                <a:lnTo>
                  <a:pt x="319531" y="31749"/>
                </a:lnTo>
                <a:lnTo>
                  <a:pt x="382777" y="31749"/>
                </a:lnTo>
                <a:lnTo>
                  <a:pt x="376809" y="29209"/>
                </a:lnTo>
                <a:lnTo>
                  <a:pt x="335025" y="29209"/>
                </a:lnTo>
                <a:lnTo>
                  <a:pt x="335025" y="20319"/>
                </a:lnTo>
                <a:close/>
              </a:path>
              <a:path w="589915" h="976629">
                <a:moveTo>
                  <a:pt x="370839" y="26669"/>
                </a:moveTo>
                <a:lnTo>
                  <a:pt x="344042" y="26669"/>
                </a:lnTo>
                <a:lnTo>
                  <a:pt x="335025" y="29209"/>
                </a:lnTo>
                <a:lnTo>
                  <a:pt x="376809" y="29209"/>
                </a:lnTo>
                <a:lnTo>
                  <a:pt x="370839" y="26669"/>
                </a:lnTo>
                <a:close/>
              </a:path>
              <a:path w="589915" h="976629">
                <a:moveTo>
                  <a:pt x="373125" y="0"/>
                </a:moveTo>
                <a:lnTo>
                  <a:pt x="355218" y="0"/>
                </a:lnTo>
                <a:lnTo>
                  <a:pt x="339598" y="2539"/>
                </a:lnTo>
                <a:lnTo>
                  <a:pt x="382015" y="2539"/>
                </a:lnTo>
                <a:lnTo>
                  <a:pt x="373125" y="0"/>
                </a:lnTo>
                <a:close/>
              </a:path>
            </a:pathLst>
          </a:custGeom>
          <a:solidFill>
            <a:srgbClr val="F8F8F8"/>
          </a:solidFill>
        </p:spPr>
        <p:txBody>
          <a:bodyPr wrap="square" lIns="0" tIns="0" rIns="0" bIns="0" rtlCol="0"/>
          <a:lstStyle/>
          <a:p>
            <a:endParaRPr dirty="0"/>
          </a:p>
        </p:txBody>
      </p:sp>
      <p:grpSp>
        <p:nvGrpSpPr>
          <p:cNvPr id="18" name="object 18"/>
          <p:cNvGrpSpPr/>
          <p:nvPr/>
        </p:nvGrpSpPr>
        <p:grpSpPr>
          <a:xfrm>
            <a:off x="0" y="0"/>
            <a:ext cx="12192000" cy="6858000"/>
            <a:chOff x="0" y="0"/>
            <a:chExt cx="12192000" cy="6858000"/>
          </a:xfrm>
        </p:grpSpPr>
        <p:sp>
          <p:nvSpPr>
            <p:cNvPr id="19" name="object 19"/>
            <p:cNvSpPr/>
            <p:nvPr/>
          </p:nvSpPr>
          <p:spPr>
            <a:xfrm>
              <a:off x="3259835" y="5163439"/>
              <a:ext cx="2543555" cy="1438529"/>
            </a:xfrm>
            <a:prstGeom prst="rect">
              <a:avLst/>
            </a:prstGeom>
            <a:blipFill>
              <a:blip r:embed="rId9" cstate="print"/>
              <a:stretch>
                <a:fillRect/>
              </a:stretch>
            </a:blipFill>
          </p:spPr>
          <p:txBody>
            <a:bodyPr wrap="square" lIns="0" tIns="0" rIns="0" bIns="0" rtlCol="0"/>
            <a:lstStyle/>
            <a:p>
              <a:endParaRPr dirty="0"/>
            </a:p>
          </p:txBody>
        </p:sp>
        <p:sp>
          <p:nvSpPr>
            <p:cNvPr id="20" name="object 20"/>
            <p:cNvSpPr/>
            <p:nvPr/>
          </p:nvSpPr>
          <p:spPr>
            <a:xfrm>
              <a:off x="0" y="0"/>
              <a:ext cx="12192000" cy="6857998"/>
            </a:xfrm>
            <a:prstGeom prst="rect">
              <a:avLst/>
            </a:prstGeom>
            <a:blipFill>
              <a:blip r:embed="rId10" cstate="print"/>
              <a:stretch>
                <a:fillRect/>
              </a:stretch>
            </a:blipFill>
          </p:spPr>
          <p:txBody>
            <a:bodyPr wrap="square" lIns="0" tIns="0" rIns="0" bIns="0" rtlCol="0"/>
            <a:lstStyle/>
            <a:p>
              <a:endParaRPr dirty="0"/>
            </a:p>
          </p:txBody>
        </p:sp>
      </p:grpSp>
      <p:sp>
        <p:nvSpPr>
          <p:cNvPr id="26"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latin typeface="Palatino Linotype" panose="02040502050505030304" pitchFamily="18" charset="0"/>
                <a:cs typeface="Calibri" pitchFamily="34" charset="0"/>
              </a:rPr>
              <a:t>Some</a:t>
            </a:r>
            <a:r>
              <a:rPr lang="en-US" sz="3200" dirty="0" smtClean="0">
                <a:solidFill>
                  <a:srgbClr val="C00000"/>
                </a:solidFill>
                <a:latin typeface="Palatino Linotype" panose="02040502050505030304" pitchFamily="18" charset="0"/>
                <a:cs typeface="Calibri" pitchFamily="34" charset="0"/>
              </a:rPr>
              <a:t> Programmatic</a:t>
            </a:r>
            <a:r>
              <a:rPr lang="en-US" sz="3200" dirty="0" smtClean="0">
                <a:solidFill>
                  <a:srgbClr val="FF0000"/>
                </a:solidFill>
                <a:latin typeface="Palatino Linotype" panose="02040502050505030304" pitchFamily="18" charset="0"/>
                <a:cs typeface="Calibri" pitchFamily="34" charset="0"/>
              </a:rPr>
              <a:t> SEO </a:t>
            </a:r>
            <a:r>
              <a:rPr lang="en-US" sz="3200" dirty="0" smtClean="0">
                <a:latin typeface="Palatino Linotype" panose="02040502050505030304" pitchFamily="18" charset="0"/>
                <a:cs typeface="Calibri" pitchFamily="34" charset="0"/>
              </a:rPr>
              <a:t>Tactics </a:t>
            </a:r>
            <a:endParaRPr lang="en-US" sz="3200" dirty="0">
              <a:latin typeface="Palatino Linotype" panose="02040502050505030304" pitchFamily="18" charset="0"/>
              <a:cs typeface="Calibri" pitchFamily="34" charset="0"/>
            </a:endParaRPr>
          </a:p>
        </p:txBody>
      </p:sp>
      <p:sp>
        <p:nvSpPr>
          <p:cNvPr id="21" name="TextBox 20"/>
          <p:cNvSpPr txBox="1"/>
          <p:nvPr/>
        </p:nvSpPr>
        <p:spPr>
          <a:xfrm>
            <a:off x="1444487" y="1215072"/>
            <a:ext cx="3882887" cy="830997"/>
          </a:xfrm>
          <a:prstGeom prst="rect">
            <a:avLst/>
          </a:prstGeom>
          <a:noFill/>
        </p:spPr>
        <p:txBody>
          <a:bodyPr wrap="square" rtlCol="0">
            <a:spAutoFit/>
          </a:bodyPr>
          <a:lstStyle/>
          <a:p>
            <a:r>
              <a:rPr lang="en-US" sz="2400" b="1" dirty="0" smtClean="0"/>
              <a:t>Click GAP Analysis using Regex</a:t>
            </a:r>
            <a:endParaRPr lang="en-IN" sz="2400" b="1" dirty="0"/>
          </a:p>
        </p:txBody>
      </p:sp>
      <p:sp>
        <p:nvSpPr>
          <p:cNvPr id="25" name="Rectangle 24"/>
          <p:cNvSpPr/>
          <p:nvPr/>
        </p:nvSpPr>
        <p:spPr>
          <a:xfrm>
            <a:off x="1333976" y="2151726"/>
            <a:ext cx="4410911" cy="2554545"/>
          </a:xfrm>
          <a:prstGeom prst="rect">
            <a:avLst/>
          </a:prstGeom>
        </p:spPr>
        <p:txBody>
          <a:bodyPr wrap="square">
            <a:spAutoFit/>
          </a:bodyPr>
          <a:lstStyle/>
          <a:p>
            <a:r>
              <a:rPr lang="en-US" sz="1600" dirty="0" smtClean="0"/>
              <a:t>We will perform </a:t>
            </a:r>
            <a:r>
              <a:rPr lang="en-US" sz="1600" dirty="0"/>
              <a:t>a click gap analysis (again, groups) - click gap analysis for ALL traffic, then non brand, then non brand non </a:t>
            </a:r>
            <a:r>
              <a:rPr lang="en-US" sz="1600" dirty="0" smtClean="0"/>
              <a:t>blog.</a:t>
            </a:r>
          </a:p>
          <a:p>
            <a:endParaRPr lang="en-US" sz="1600" dirty="0"/>
          </a:p>
          <a:p>
            <a:r>
              <a:rPr lang="en-US" sz="1600" dirty="0" smtClean="0"/>
              <a:t>This approach can </a:t>
            </a:r>
            <a:r>
              <a:rPr lang="en-US" sz="1600" dirty="0"/>
              <a:t>also </a:t>
            </a:r>
            <a:r>
              <a:rPr lang="en-US" sz="1600" dirty="0" smtClean="0"/>
              <a:t>help grouping the </a:t>
            </a:r>
            <a:r>
              <a:rPr lang="en-US" sz="1600" dirty="0"/>
              <a:t>click GAP </a:t>
            </a:r>
            <a:r>
              <a:rPr lang="en-US" sz="1600" dirty="0" smtClean="0"/>
              <a:t>queries </a:t>
            </a:r>
            <a:r>
              <a:rPr lang="en-US" sz="1600" dirty="0"/>
              <a:t>into categories </a:t>
            </a:r>
            <a:r>
              <a:rPr lang="en-US" sz="1600" dirty="0" smtClean="0"/>
              <a:t>i.e</a:t>
            </a:r>
            <a:r>
              <a:rPr lang="en-US" sz="1600" dirty="0"/>
              <a:t>. transactional terms - research intent terms </a:t>
            </a:r>
            <a:r>
              <a:rPr lang="en-US" sz="1600" dirty="0" smtClean="0"/>
              <a:t>(we </a:t>
            </a:r>
            <a:r>
              <a:rPr lang="en-US" sz="1600" dirty="0"/>
              <a:t>can run a REGEX filter on GSC data based on how, why, what, where, when to pull research intent terms or use regex </a:t>
            </a:r>
            <a:r>
              <a:rPr lang="en-US" sz="1600" dirty="0" smtClean="0"/>
              <a:t>to </a:t>
            </a:r>
            <a:r>
              <a:rPr lang="en-US" sz="1600" dirty="0"/>
              <a:t>strip out </a:t>
            </a:r>
            <a:r>
              <a:rPr lang="en-US" sz="1600" dirty="0" smtClean="0"/>
              <a:t>intent terms that we do not want to track.</a:t>
            </a:r>
          </a:p>
        </p:txBody>
      </p:sp>
      <p:pic>
        <p:nvPicPr>
          <p:cNvPr id="28" name="Picture 27"/>
          <p:cNvPicPr>
            <a:picLocks noChangeAspect="1"/>
          </p:cNvPicPr>
          <p:nvPr/>
        </p:nvPicPr>
        <p:blipFill>
          <a:blip r:embed="rId11"/>
          <a:stretch>
            <a:fillRect/>
          </a:stretch>
        </p:blipFill>
        <p:spPr>
          <a:xfrm>
            <a:off x="6632303" y="1711420"/>
            <a:ext cx="3438525" cy="28575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494546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2548176" y="0"/>
              <a:ext cx="7100141" cy="208927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0" y="3250169"/>
              <a:ext cx="2179193" cy="1993900"/>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11542903" y="2974848"/>
              <a:ext cx="27305" cy="33655"/>
            </a:xfrm>
            <a:custGeom>
              <a:avLst/>
              <a:gdLst/>
              <a:ahLst/>
              <a:cxnLst/>
              <a:rect l="l" t="t" r="r" b="b"/>
              <a:pathLst>
                <a:path w="27304" h="33655">
                  <a:moveTo>
                    <a:pt x="20447" y="0"/>
                  </a:moveTo>
                  <a:lnTo>
                    <a:pt x="9017" y="0"/>
                  </a:lnTo>
                  <a:lnTo>
                    <a:pt x="0" y="8889"/>
                  </a:lnTo>
                  <a:lnTo>
                    <a:pt x="0" y="17906"/>
                  </a:lnTo>
                  <a:lnTo>
                    <a:pt x="2158" y="22351"/>
                  </a:lnTo>
                  <a:lnTo>
                    <a:pt x="2158" y="24637"/>
                  </a:lnTo>
                  <a:lnTo>
                    <a:pt x="4445" y="29082"/>
                  </a:lnTo>
                  <a:lnTo>
                    <a:pt x="9017" y="31241"/>
                  </a:lnTo>
                  <a:lnTo>
                    <a:pt x="11302" y="33400"/>
                  </a:lnTo>
                  <a:lnTo>
                    <a:pt x="15875" y="33400"/>
                  </a:lnTo>
                  <a:lnTo>
                    <a:pt x="25019" y="29082"/>
                  </a:lnTo>
                  <a:lnTo>
                    <a:pt x="27304" y="26797"/>
                  </a:lnTo>
                  <a:lnTo>
                    <a:pt x="27304" y="11175"/>
                  </a:lnTo>
                  <a:lnTo>
                    <a:pt x="25019" y="4444"/>
                  </a:lnTo>
                  <a:lnTo>
                    <a:pt x="20447" y="0"/>
                  </a:lnTo>
                  <a:close/>
                </a:path>
              </a:pathLst>
            </a:custGeom>
            <a:solidFill>
              <a:srgbClr val="F8F8F8"/>
            </a:solidFill>
          </p:spPr>
          <p:txBody>
            <a:bodyPr wrap="square" lIns="0" tIns="0" rIns="0" bIns="0" rtlCol="0"/>
            <a:lstStyle/>
            <a:p>
              <a:endParaRPr dirty="0"/>
            </a:p>
          </p:txBody>
        </p:sp>
        <p:sp>
          <p:nvSpPr>
            <p:cNvPr id="7" name="object 7"/>
            <p:cNvSpPr/>
            <p:nvPr/>
          </p:nvSpPr>
          <p:spPr>
            <a:xfrm>
              <a:off x="11466703" y="3921378"/>
              <a:ext cx="103504" cy="117220"/>
            </a:xfrm>
            <a:prstGeom prst="rect">
              <a:avLst/>
            </a:prstGeom>
            <a:blipFill>
              <a:blip r:embed="rId5" cstate="print"/>
              <a:stretch>
                <a:fillRect/>
              </a:stretch>
            </a:blipFill>
          </p:spPr>
          <p:txBody>
            <a:bodyPr wrap="square" lIns="0" tIns="0" rIns="0" bIns="0" rtlCol="0"/>
            <a:lstStyle/>
            <a:p>
              <a:endParaRPr dirty="0"/>
            </a:p>
          </p:txBody>
        </p:sp>
        <p:sp>
          <p:nvSpPr>
            <p:cNvPr id="8" name="object 8"/>
            <p:cNvSpPr/>
            <p:nvPr/>
          </p:nvSpPr>
          <p:spPr>
            <a:xfrm>
              <a:off x="11228959" y="2871342"/>
              <a:ext cx="687070" cy="1214755"/>
            </a:xfrm>
            <a:custGeom>
              <a:avLst/>
              <a:gdLst/>
              <a:ahLst/>
              <a:cxnLst/>
              <a:rect l="l" t="t" r="r" b="b"/>
              <a:pathLst>
                <a:path w="687070" h="1214754">
                  <a:moveTo>
                    <a:pt x="222059" y="157607"/>
                  </a:moveTo>
                  <a:lnTo>
                    <a:pt x="197485" y="155321"/>
                  </a:lnTo>
                  <a:lnTo>
                    <a:pt x="186309" y="157607"/>
                  </a:lnTo>
                  <a:lnTo>
                    <a:pt x="222059" y="157607"/>
                  </a:lnTo>
                  <a:close/>
                </a:path>
                <a:path w="687070" h="1214754">
                  <a:moveTo>
                    <a:pt x="422021" y="88138"/>
                  </a:moveTo>
                  <a:lnTo>
                    <a:pt x="417195" y="83693"/>
                  </a:lnTo>
                  <a:lnTo>
                    <a:pt x="405511" y="83693"/>
                  </a:lnTo>
                  <a:lnTo>
                    <a:pt x="400812" y="90297"/>
                  </a:lnTo>
                  <a:lnTo>
                    <a:pt x="400812" y="96901"/>
                  </a:lnTo>
                  <a:lnTo>
                    <a:pt x="405511" y="101346"/>
                  </a:lnTo>
                  <a:lnTo>
                    <a:pt x="412496" y="103378"/>
                  </a:lnTo>
                  <a:lnTo>
                    <a:pt x="422021" y="99060"/>
                  </a:lnTo>
                  <a:lnTo>
                    <a:pt x="422021" y="88138"/>
                  </a:lnTo>
                  <a:close/>
                </a:path>
                <a:path w="687070" h="1214754">
                  <a:moveTo>
                    <a:pt x="467741" y="136906"/>
                  </a:moveTo>
                  <a:lnTo>
                    <a:pt x="465455" y="134747"/>
                  </a:lnTo>
                  <a:lnTo>
                    <a:pt x="454406" y="130429"/>
                  </a:lnTo>
                  <a:lnTo>
                    <a:pt x="438785" y="128270"/>
                  </a:lnTo>
                  <a:lnTo>
                    <a:pt x="412242" y="126111"/>
                  </a:lnTo>
                  <a:lnTo>
                    <a:pt x="385572" y="121920"/>
                  </a:lnTo>
                  <a:lnTo>
                    <a:pt x="372237" y="121920"/>
                  </a:lnTo>
                  <a:lnTo>
                    <a:pt x="367792" y="123952"/>
                  </a:lnTo>
                  <a:lnTo>
                    <a:pt x="361188" y="126111"/>
                  </a:lnTo>
                  <a:lnTo>
                    <a:pt x="361188" y="128270"/>
                  </a:lnTo>
                  <a:lnTo>
                    <a:pt x="365506" y="132588"/>
                  </a:lnTo>
                  <a:lnTo>
                    <a:pt x="372237" y="134747"/>
                  </a:lnTo>
                  <a:lnTo>
                    <a:pt x="383286" y="139065"/>
                  </a:lnTo>
                  <a:lnTo>
                    <a:pt x="409956" y="141224"/>
                  </a:lnTo>
                  <a:lnTo>
                    <a:pt x="436626" y="145542"/>
                  </a:lnTo>
                  <a:lnTo>
                    <a:pt x="452120" y="147701"/>
                  </a:lnTo>
                  <a:lnTo>
                    <a:pt x="465455" y="145542"/>
                  </a:lnTo>
                  <a:lnTo>
                    <a:pt x="467741" y="143383"/>
                  </a:lnTo>
                  <a:lnTo>
                    <a:pt x="467741" y="136906"/>
                  </a:lnTo>
                  <a:close/>
                </a:path>
                <a:path w="687070" h="1214754">
                  <a:moveTo>
                    <a:pt x="636905" y="220218"/>
                  </a:moveTo>
                  <a:lnTo>
                    <a:pt x="634619" y="215646"/>
                  </a:lnTo>
                  <a:lnTo>
                    <a:pt x="630174" y="213487"/>
                  </a:lnTo>
                  <a:lnTo>
                    <a:pt x="625729" y="213004"/>
                  </a:lnTo>
                  <a:lnTo>
                    <a:pt x="625729" y="229108"/>
                  </a:lnTo>
                  <a:lnTo>
                    <a:pt x="616839" y="273812"/>
                  </a:lnTo>
                  <a:lnTo>
                    <a:pt x="610108" y="320802"/>
                  </a:lnTo>
                  <a:lnTo>
                    <a:pt x="598932" y="412369"/>
                  </a:lnTo>
                  <a:lnTo>
                    <a:pt x="572135" y="620268"/>
                  </a:lnTo>
                  <a:lnTo>
                    <a:pt x="558800" y="727583"/>
                  </a:lnTo>
                  <a:lnTo>
                    <a:pt x="543179" y="832739"/>
                  </a:lnTo>
                  <a:lnTo>
                    <a:pt x="509651" y="1045083"/>
                  </a:lnTo>
                  <a:lnTo>
                    <a:pt x="451739" y="1040638"/>
                  </a:lnTo>
                  <a:lnTo>
                    <a:pt x="395986" y="1033907"/>
                  </a:lnTo>
                  <a:lnTo>
                    <a:pt x="282194" y="1016000"/>
                  </a:lnTo>
                  <a:lnTo>
                    <a:pt x="217424" y="1004824"/>
                  </a:lnTo>
                  <a:lnTo>
                    <a:pt x="177419" y="998093"/>
                  </a:lnTo>
                  <a:lnTo>
                    <a:pt x="151447" y="995934"/>
                  </a:lnTo>
                  <a:lnTo>
                    <a:pt x="123952" y="993648"/>
                  </a:lnTo>
                  <a:lnTo>
                    <a:pt x="97155" y="993648"/>
                  </a:lnTo>
                  <a:lnTo>
                    <a:pt x="70358" y="995934"/>
                  </a:lnTo>
                  <a:lnTo>
                    <a:pt x="123952" y="582295"/>
                  </a:lnTo>
                  <a:lnTo>
                    <a:pt x="150622" y="372237"/>
                  </a:lnTo>
                  <a:lnTo>
                    <a:pt x="166243" y="269367"/>
                  </a:lnTo>
                  <a:lnTo>
                    <a:pt x="175133" y="166497"/>
                  </a:lnTo>
                  <a:lnTo>
                    <a:pt x="199771" y="173228"/>
                  </a:lnTo>
                  <a:lnTo>
                    <a:pt x="228727" y="177673"/>
                  </a:lnTo>
                  <a:lnTo>
                    <a:pt x="255524" y="179959"/>
                  </a:lnTo>
                  <a:lnTo>
                    <a:pt x="400431" y="202311"/>
                  </a:lnTo>
                  <a:lnTo>
                    <a:pt x="514223" y="217932"/>
                  </a:lnTo>
                  <a:lnTo>
                    <a:pt x="625729" y="229108"/>
                  </a:lnTo>
                  <a:lnTo>
                    <a:pt x="625729" y="213004"/>
                  </a:lnTo>
                  <a:lnTo>
                    <a:pt x="507492" y="200025"/>
                  </a:lnTo>
                  <a:lnTo>
                    <a:pt x="387096" y="184404"/>
                  </a:lnTo>
                  <a:lnTo>
                    <a:pt x="329057" y="175387"/>
                  </a:lnTo>
                  <a:lnTo>
                    <a:pt x="282460" y="166497"/>
                  </a:lnTo>
                  <a:lnTo>
                    <a:pt x="246634" y="159893"/>
                  </a:lnTo>
                  <a:lnTo>
                    <a:pt x="175133" y="159893"/>
                  </a:lnTo>
                  <a:lnTo>
                    <a:pt x="172974" y="159893"/>
                  </a:lnTo>
                  <a:lnTo>
                    <a:pt x="168529" y="159893"/>
                  </a:lnTo>
                  <a:lnTo>
                    <a:pt x="166243" y="162052"/>
                  </a:lnTo>
                  <a:lnTo>
                    <a:pt x="157353" y="208915"/>
                  </a:lnTo>
                  <a:lnTo>
                    <a:pt x="148463" y="258191"/>
                  </a:lnTo>
                  <a:lnTo>
                    <a:pt x="137287" y="354330"/>
                  </a:lnTo>
                  <a:lnTo>
                    <a:pt x="110490" y="564515"/>
                  </a:lnTo>
                  <a:lnTo>
                    <a:pt x="54737" y="1002538"/>
                  </a:lnTo>
                  <a:lnTo>
                    <a:pt x="54737" y="1007110"/>
                  </a:lnTo>
                  <a:lnTo>
                    <a:pt x="59182" y="1009269"/>
                  </a:lnTo>
                  <a:lnTo>
                    <a:pt x="65913" y="1009269"/>
                  </a:lnTo>
                  <a:lnTo>
                    <a:pt x="68072" y="1004824"/>
                  </a:lnTo>
                  <a:lnTo>
                    <a:pt x="97155" y="1011555"/>
                  </a:lnTo>
                  <a:lnTo>
                    <a:pt x="123952" y="1013841"/>
                  </a:lnTo>
                  <a:lnTo>
                    <a:pt x="293370" y="1033907"/>
                  </a:lnTo>
                  <a:lnTo>
                    <a:pt x="346964" y="1045083"/>
                  </a:lnTo>
                  <a:lnTo>
                    <a:pt x="400431" y="1054100"/>
                  </a:lnTo>
                  <a:lnTo>
                    <a:pt x="454025" y="1060704"/>
                  </a:lnTo>
                  <a:lnTo>
                    <a:pt x="507492" y="1060704"/>
                  </a:lnTo>
                  <a:lnTo>
                    <a:pt x="509651" y="1067435"/>
                  </a:lnTo>
                  <a:lnTo>
                    <a:pt x="514223" y="1069721"/>
                  </a:lnTo>
                  <a:lnTo>
                    <a:pt x="518668" y="1069721"/>
                  </a:lnTo>
                  <a:lnTo>
                    <a:pt x="520954" y="1067435"/>
                  </a:lnTo>
                  <a:lnTo>
                    <a:pt x="523113" y="1065149"/>
                  </a:lnTo>
                  <a:lnTo>
                    <a:pt x="523113" y="1058545"/>
                  </a:lnTo>
                  <a:lnTo>
                    <a:pt x="527558" y="1056259"/>
                  </a:lnTo>
                  <a:lnTo>
                    <a:pt x="529844" y="1054100"/>
                  </a:lnTo>
                  <a:lnTo>
                    <a:pt x="529844" y="1049655"/>
                  </a:lnTo>
                  <a:lnTo>
                    <a:pt x="525399" y="1045083"/>
                  </a:lnTo>
                  <a:lnTo>
                    <a:pt x="545465" y="948944"/>
                  </a:lnTo>
                  <a:lnTo>
                    <a:pt x="558800" y="850646"/>
                  </a:lnTo>
                  <a:lnTo>
                    <a:pt x="585597" y="656082"/>
                  </a:lnTo>
                  <a:lnTo>
                    <a:pt x="610108" y="448183"/>
                  </a:lnTo>
                  <a:lnTo>
                    <a:pt x="625729" y="338709"/>
                  </a:lnTo>
                  <a:lnTo>
                    <a:pt x="630174" y="284988"/>
                  </a:lnTo>
                  <a:lnTo>
                    <a:pt x="632460" y="255905"/>
                  </a:lnTo>
                  <a:lnTo>
                    <a:pt x="632460" y="229108"/>
                  </a:lnTo>
                  <a:lnTo>
                    <a:pt x="636905" y="226949"/>
                  </a:lnTo>
                  <a:lnTo>
                    <a:pt x="636905" y="220218"/>
                  </a:lnTo>
                  <a:close/>
                </a:path>
                <a:path w="687070" h="1214754">
                  <a:moveTo>
                    <a:pt x="687070" y="167386"/>
                  </a:moveTo>
                  <a:lnTo>
                    <a:pt x="684911" y="136144"/>
                  </a:lnTo>
                  <a:lnTo>
                    <a:pt x="678307" y="104902"/>
                  </a:lnTo>
                  <a:lnTo>
                    <a:pt x="680466" y="102616"/>
                  </a:lnTo>
                  <a:lnTo>
                    <a:pt x="678307" y="100457"/>
                  </a:lnTo>
                  <a:lnTo>
                    <a:pt x="673735" y="89154"/>
                  </a:lnTo>
                  <a:lnTo>
                    <a:pt x="673735" y="165100"/>
                  </a:lnTo>
                  <a:lnTo>
                    <a:pt x="673735" y="218694"/>
                  </a:lnTo>
                  <a:lnTo>
                    <a:pt x="669290" y="256667"/>
                  </a:lnTo>
                  <a:lnTo>
                    <a:pt x="660400" y="292354"/>
                  </a:lnTo>
                  <a:lnTo>
                    <a:pt x="644779" y="366014"/>
                  </a:lnTo>
                  <a:lnTo>
                    <a:pt x="633603" y="426339"/>
                  </a:lnTo>
                  <a:lnTo>
                    <a:pt x="624713" y="488823"/>
                  </a:lnTo>
                  <a:lnTo>
                    <a:pt x="611251" y="613918"/>
                  </a:lnTo>
                  <a:lnTo>
                    <a:pt x="597916" y="756793"/>
                  </a:lnTo>
                  <a:lnTo>
                    <a:pt x="580009" y="899668"/>
                  </a:lnTo>
                  <a:lnTo>
                    <a:pt x="571119" y="964438"/>
                  </a:lnTo>
                  <a:lnTo>
                    <a:pt x="548767" y="1089533"/>
                  </a:lnTo>
                  <a:lnTo>
                    <a:pt x="539877" y="1152017"/>
                  </a:lnTo>
                  <a:lnTo>
                    <a:pt x="508635" y="1185418"/>
                  </a:lnTo>
                  <a:lnTo>
                    <a:pt x="466217" y="1198880"/>
                  </a:lnTo>
                  <a:lnTo>
                    <a:pt x="430530" y="1198880"/>
                  </a:lnTo>
                  <a:lnTo>
                    <a:pt x="289941" y="1187704"/>
                  </a:lnTo>
                  <a:lnTo>
                    <a:pt x="189611" y="1180973"/>
                  </a:lnTo>
                  <a:lnTo>
                    <a:pt x="158369" y="1176528"/>
                  </a:lnTo>
                  <a:lnTo>
                    <a:pt x="133858" y="1172083"/>
                  </a:lnTo>
                  <a:lnTo>
                    <a:pt x="109220" y="1165352"/>
                  </a:lnTo>
                  <a:lnTo>
                    <a:pt x="113792" y="1160907"/>
                  </a:lnTo>
                  <a:lnTo>
                    <a:pt x="112280" y="1156462"/>
                  </a:lnTo>
                  <a:lnTo>
                    <a:pt x="111506" y="1154176"/>
                  </a:lnTo>
                  <a:lnTo>
                    <a:pt x="109220" y="1152017"/>
                  </a:lnTo>
                  <a:lnTo>
                    <a:pt x="102489" y="1149731"/>
                  </a:lnTo>
                  <a:lnTo>
                    <a:pt x="91440" y="1154176"/>
                  </a:lnTo>
                  <a:lnTo>
                    <a:pt x="80264" y="1156462"/>
                  </a:lnTo>
                  <a:lnTo>
                    <a:pt x="71374" y="1156462"/>
                  </a:lnTo>
                  <a:lnTo>
                    <a:pt x="62357" y="1154176"/>
                  </a:lnTo>
                  <a:lnTo>
                    <a:pt x="55626" y="1152017"/>
                  </a:lnTo>
                  <a:lnTo>
                    <a:pt x="46736" y="1147572"/>
                  </a:lnTo>
                  <a:lnTo>
                    <a:pt x="42291" y="1140841"/>
                  </a:lnTo>
                  <a:lnTo>
                    <a:pt x="35560" y="1134110"/>
                  </a:lnTo>
                  <a:lnTo>
                    <a:pt x="28956" y="1116330"/>
                  </a:lnTo>
                  <a:lnTo>
                    <a:pt x="24511" y="1096137"/>
                  </a:lnTo>
                  <a:lnTo>
                    <a:pt x="20066" y="1073785"/>
                  </a:lnTo>
                  <a:lnTo>
                    <a:pt x="20066" y="1022477"/>
                  </a:lnTo>
                  <a:lnTo>
                    <a:pt x="22225" y="995680"/>
                  </a:lnTo>
                  <a:lnTo>
                    <a:pt x="28956" y="944372"/>
                  </a:lnTo>
                  <a:lnTo>
                    <a:pt x="40132" y="870712"/>
                  </a:lnTo>
                  <a:lnTo>
                    <a:pt x="80264" y="589407"/>
                  </a:lnTo>
                  <a:lnTo>
                    <a:pt x="122555" y="305816"/>
                  </a:lnTo>
                  <a:lnTo>
                    <a:pt x="142748" y="165100"/>
                  </a:lnTo>
                  <a:lnTo>
                    <a:pt x="147193" y="122682"/>
                  </a:lnTo>
                  <a:lnTo>
                    <a:pt x="151638" y="95885"/>
                  </a:lnTo>
                  <a:lnTo>
                    <a:pt x="169418" y="46863"/>
                  </a:lnTo>
                  <a:lnTo>
                    <a:pt x="198501" y="13335"/>
                  </a:lnTo>
                  <a:lnTo>
                    <a:pt x="209677" y="11049"/>
                  </a:lnTo>
                  <a:lnTo>
                    <a:pt x="225298" y="11049"/>
                  </a:lnTo>
                  <a:lnTo>
                    <a:pt x="243078" y="17780"/>
                  </a:lnTo>
                  <a:lnTo>
                    <a:pt x="263144" y="22225"/>
                  </a:lnTo>
                  <a:lnTo>
                    <a:pt x="423799" y="40132"/>
                  </a:lnTo>
                  <a:lnTo>
                    <a:pt x="557784" y="57912"/>
                  </a:lnTo>
                  <a:lnTo>
                    <a:pt x="602361" y="64643"/>
                  </a:lnTo>
                  <a:lnTo>
                    <a:pt x="646938" y="80264"/>
                  </a:lnTo>
                  <a:lnTo>
                    <a:pt x="664845" y="104902"/>
                  </a:lnTo>
                  <a:lnTo>
                    <a:pt x="667004" y="107061"/>
                  </a:lnTo>
                  <a:lnTo>
                    <a:pt x="671576" y="109347"/>
                  </a:lnTo>
                  <a:lnTo>
                    <a:pt x="673735" y="165100"/>
                  </a:lnTo>
                  <a:lnTo>
                    <a:pt x="673735" y="89154"/>
                  </a:lnTo>
                  <a:lnTo>
                    <a:pt x="667004" y="80264"/>
                  </a:lnTo>
                  <a:lnTo>
                    <a:pt x="658114" y="73660"/>
                  </a:lnTo>
                  <a:lnTo>
                    <a:pt x="649224" y="66929"/>
                  </a:lnTo>
                  <a:lnTo>
                    <a:pt x="629158" y="55753"/>
                  </a:lnTo>
                  <a:lnTo>
                    <a:pt x="604647" y="49022"/>
                  </a:lnTo>
                  <a:lnTo>
                    <a:pt x="580009" y="44577"/>
                  </a:lnTo>
                  <a:lnTo>
                    <a:pt x="510794" y="37846"/>
                  </a:lnTo>
                  <a:lnTo>
                    <a:pt x="372491" y="20066"/>
                  </a:lnTo>
                  <a:lnTo>
                    <a:pt x="315544" y="11049"/>
                  </a:lnTo>
                  <a:lnTo>
                    <a:pt x="301117" y="8763"/>
                  </a:lnTo>
                  <a:lnTo>
                    <a:pt x="282130" y="6604"/>
                  </a:lnTo>
                  <a:lnTo>
                    <a:pt x="263144" y="4445"/>
                  </a:lnTo>
                  <a:lnTo>
                    <a:pt x="245364" y="4445"/>
                  </a:lnTo>
                  <a:lnTo>
                    <a:pt x="227584" y="6604"/>
                  </a:lnTo>
                  <a:lnTo>
                    <a:pt x="227584" y="4445"/>
                  </a:lnTo>
                  <a:lnTo>
                    <a:pt x="225298" y="4445"/>
                  </a:lnTo>
                  <a:lnTo>
                    <a:pt x="209677" y="0"/>
                  </a:lnTo>
                  <a:lnTo>
                    <a:pt x="196215" y="0"/>
                  </a:lnTo>
                  <a:lnTo>
                    <a:pt x="164973" y="22225"/>
                  </a:lnTo>
                  <a:lnTo>
                    <a:pt x="136017" y="107061"/>
                  </a:lnTo>
                  <a:lnTo>
                    <a:pt x="122555" y="196342"/>
                  </a:lnTo>
                  <a:lnTo>
                    <a:pt x="60198" y="620522"/>
                  </a:lnTo>
                  <a:lnTo>
                    <a:pt x="31115" y="812673"/>
                  </a:lnTo>
                  <a:lnTo>
                    <a:pt x="17780" y="908558"/>
                  </a:lnTo>
                  <a:lnTo>
                    <a:pt x="4318" y="1006856"/>
                  </a:lnTo>
                  <a:lnTo>
                    <a:pt x="2159" y="1040384"/>
                  </a:lnTo>
                  <a:lnTo>
                    <a:pt x="0" y="1058164"/>
                  </a:lnTo>
                  <a:lnTo>
                    <a:pt x="2159" y="1076071"/>
                  </a:lnTo>
                  <a:lnTo>
                    <a:pt x="4318" y="1096137"/>
                  </a:lnTo>
                  <a:lnTo>
                    <a:pt x="8763" y="1111758"/>
                  </a:lnTo>
                  <a:lnTo>
                    <a:pt x="40132" y="1156462"/>
                  </a:lnTo>
                  <a:lnTo>
                    <a:pt x="71374" y="1172083"/>
                  </a:lnTo>
                  <a:lnTo>
                    <a:pt x="89154" y="1172083"/>
                  </a:lnTo>
                  <a:lnTo>
                    <a:pt x="162814" y="1192149"/>
                  </a:lnTo>
                  <a:lnTo>
                    <a:pt x="187325" y="1196721"/>
                  </a:lnTo>
                  <a:lnTo>
                    <a:pt x="417195" y="1214501"/>
                  </a:lnTo>
                  <a:lnTo>
                    <a:pt x="479679" y="1214501"/>
                  </a:lnTo>
                  <a:lnTo>
                    <a:pt x="495300" y="1210056"/>
                  </a:lnTo>
                  <a:lnTo>
                    <a:pt x="522097" y="1201166"/>
                  </a:lnTo>
                  <a:lnTo>
                    <a:pt x="525843" y="1198880"/>
                  </a:lnTo>
                  <a:lnTo>
                    <a:pt x="533146" y="1194435"/>
                  </a:lnTo>
                  <a:lnTo>
                    <a:pt x="544322" y="1183259"/>
                  </a:lnTo>
                  <a:lnTo>
                    <a:pt x="551053" y="1172083"/>
                  </a:lnTo>
                  <a:lnTo>
                    <a:pt x="557784" y="1158621"/>
                  </a:lnTo>
                  <a:lnTo>
                    <a:pt x="559943" y="1140841"/>
                  </a:lnTo>
                  <a:lnTo>
                    <a:pt x="559943" y="1136396"/>
                  </a:lnTo>
                  <a:lnTo>
                    <a:pt x="573278" y="1073785"/>
                  </a:lnTo>
                  <a:lnTo>
                    <a:pt x="584581" y="1011301"/>
                  </a:lnTo>
                  <a:lnTo>
                    <a:pt x="593471" y="948817"/>
                  </a:lnTo>
                  <a:lnTo>
                    <a:pt x="602361" y="884047"/>
                  </a:lnTo>
                  <a:lnTo>
                    <a:pt x="615696" y="756793"/>
                  </a:lnTo>
                  <a:lnTo>
                    <a:pt x="626872" y="629539"/>
                  </a:lnTo>
                  <a:lnTo>
                    <a:pt x="640334" y="491109"/>
                  </a:lnTo>
                  <a:lnTo>
                    <a:pt x="649224" y="421894"/>
                  </a:lnTo>
                  <a:lnTo>
                    <a:pt x="662559" y="352679"/>
                  </a:lnTo>
                  <a:lnTo>
                    <a:pt x="676021" y="292354"/>
                  </a:lnTo>
                  <a:lnTo>
                    <a:pt x="684911" y="229870"/>
                  </a:lnTo>
                  <a:lnTo>
                    <a:pt x="687070" y="198628"/>
                  </a:lnTo>
                  <a:lnTo>
                    <a:pt x="687070" y="167386"/>
                  </a:lnTo>
                  <a:close/>
                </a:path>
              </a:pathLst>
            </a:custGeom>
            <a:solidFill>
              <a:srgbClr val="F8F8F8"/>
            </a:solidFill>
          </p:spPr>
          <p:txBody>
            <a:bodyPr wrap="square" lIns="0" tIns="0" rIns="0" bIns="0" rtlCol="0"/>
            <a:lstStyle/>
            <a:p>
              <a:endParaRPr dirty="0"/>
            </a:p>
          </p:txBody>
        </p:sp>
      </p:grpSp>
      <p:sp>
        <p:nvSpPr>
          <p:cNvPr id="9" name="object 9"/>
          <p:cNvSpPr/>
          <p:nvPr/>
        </p:nvSpPr>
        <p:spPr>
          <a:xfrm>
            <a:off x="9500616" y="4792979"/>
            <a:ext cx="356870" cy="1889760"/>
          </a:xfrm>
          <a:custGeom>
            <a:avLst/>
            <a:gdLst/>
            <a:ahLst/>
            <a:cxnLst/>
            <a:rect l="l" t="t" r="r" b="b"/>
            <a:pathLst>
              <a:path w="356870" h="1889759">
                <a:moveTo>
                  <a:pt x="333756" y="33528"/>
                </a:moveTo>
                <a:lnTo>
                  <a:pt x="295656" y="8890"/>
                </a:lnTo>
                <a:lnTo>
                  <a:pt x="255270" y="0"/>
                </a:lnTo>
                <a:lnTo>
                  <a:pt x="235204" y="2286"/>
                </a:lnTo>
                <a:lnTo>
                  <a:pt x="197104" y="15621"/>
                </a:lnTo>
                <a:lnTo>
                  <a:pt x="163576" y="40132"/>
                </a:lnTo>
                <a:lnTo>
                  <a:pt x="134366" y="93726"/>
                </a:lnTo>
                <a:lnTo>
                  <a:pt x="123190" y="133858"/>
                </a:lnTo>
                <a:lnTo>
                  <a:pt x="116459" y="173990"/>
                </a:lnTo>
                <a:lnTo>
                  <a:pt x="100838" y="312420"/>
                </a:lnTo>
                <a:lnTo>
                  <a:pt x="87376" y="450723"/>
                </a:lnTo>
                <a:lnTo>
                  <a:pt x="65024" y="729615"/>
                </a:lnTo>
                <a:lnTo>
                  <a:pt x="42545" y="1017409"/>
                </a:lnTo>
                <a:lnTo>
                  <a:pt x="22479" y="1305217"/>
                </a:lnTo>
                <a:lnTo>
                  <a:pt x="9017" y="1593011"/>
                </a:lnTo>
                <a:lnTo>
                  <a:pt x="0" y="1880819"/>
                </a:lnTo>
                <a:lnTo>
                  <a:pt x="0" y="1885315"/>
                </a:lnTo>
                <a:lnTo>
                  <a:pt x="2286" y="1887512"/>
                </a:lnTo>
                <a:lnTo>
                  <a:pt x="9017" y="1889760"/>
                </a:lnTo>
                <a:lnTo>
                  <a:pt x="15748" y="1887512"/>
                </a:lnTo>
                <a:lnTo>
                  <a:pt x="17907" y="1885315"/>
                </a:lnTo>
                <a:lnTo>
                  <a:pt x="17907" y="1880819"/>
                </a:lnTo>
                <a:lnTo>
                  <a:pt x="26924" y="1633169"/>
                </a:lnTo>
                <a:lnTo>
                  <a:pt x="53721" y="1137881"/>
                </a:lnTo>
                <a:lnTo>
                  <a:pt x="69469" y="887984"/>
                </a:lnTo>
                <a:lnTo>
                  <a:pt x="89662" y="640334"/>
                </a:lnTo>
                <a:lnTo>
                  <a:pt x="112014" y="392684"/>
                </a:lnTo>
                <a:lnTo>
                  <a:pt x="123190" y="272288"/>
                </a:lnTo>
                <a:lnTo>
                  <a:pt x="129921" y="209677"/>
                </a:lnTo>
                <a:lnTo>
                  <a:pt x="138938" y="149479"/>
                </a:lnTo>
                <a:lnTo>
                  <a:pt x="152400" y="96012"/>
                </a:lnTo>
                <a:lnTo>
                  <a:pt x="181356" y="49149"/>
                </a:lnTo>
                <a:lnTo>
                  <a:pt x="212852" y="26797"/>
                </a:lnTo>
                <a:lnTo>
                  <a:pt x="250825" y="17780"/>
                </a:lnTo>
                <a:lnTo>
                  <a:pt x="271018" y="17780"/>
                </a:lnTo>
                <a:lnTo>
                  <a:pt x="291211" y="22352"/>
                </a:lnTo>
                <a:lnTo>
                  <a:pt x="309118" y="29083"/>
                </a:lnTo>
                <a:lnTo>
                  <a:pt x="331470" y="40132"/>
                </a:lnTo>
                <a:lnTo>
                  <a:pt x="333756" y="37846"/>
                </a:lnTo>
                <a:lnTo>
                  <a:pt x="333756" y="33528"/>
                </a:lnTo>
                <a:close/>
              </a:path>
              <a:path w="356870" h="1889759">
                <a:moveTo>
                  <a:pt x="356616" y="255905"/>
                </a:moveTo>
                <a:lnTo>
                  <a:pt x="354330" y="251587"/>
                </a:lnTo>
                <a:lnTo>
                  <a:pt x="347599" y="251587"/>
                </a:lnTo>
                <a:lnTo>
                  <a:pt x="345313" y="255905"/>
                </a:lnTo>
                <a:lnTo>
                  <a:pt x="327279" y="441198"/>
                </a:lnTo>
                <a:lnTo>
                  <a:pt x="293497" y="992416"/>
                </a:lnTo>
                <a:lnTo>
                  <a:pt x="243840" y="1751203"/>
                </a:lnTo>
                <a:lnTo>
                  <a:pt x="246126" y="1753463"/>
                </a:lnTo>
                <a:lnTo>
                  <a:pt x="246126" y="1757895"/>
                </a:lnTo>
                <a:lnTo>
                  <a:pt x="250571" y="1760156"/>
                </a:lnTo>
                <a:lnTo>
                  <a:pt x="252857" y="1760156"/>
                </a:lnTo>
                <a:lnTo>
                  <a:pt x="261874" y="1757895"/>
                </a:lnTo>
                <a:lnTo>
                  <a:pt x="264160" y="1753463"/>
                </a:lnTo>
                <a:lnTo>
                  <a:pt x="264160" y="1751203"/>
                </a:lnTo>
                <a:lnTo>
                  <a:pt x="311531" y="1010310"/>
                </a:lnTo>
                <a:lnTo>
                  <a:pt x="338582" y="633095"/>
                </a:lnTo>
                <a:lnTo>
                  <a:pt x="349885" y="445643"/>
                </a:lnTo>
                <a:lnTo>
                  <a:pt x="354330" y="349758"/>
                </a:lnTo>
                <a:lnTo>
                  <a:pt x="356616" y="255905"/>
                </a:lnTo>
                <a:close/>
              </a:path>
            </a:pathLst>
          </a:custGeom>
          <a:solidFill>
            <a:srgbClr val="F8F8F8"/>
          </a:solidFill>
        </p:spPr>
        <p:txBody>
          <a:bodyPr wrap="square" lIns="0" tIns="0" rIns="0" bIns="0" rtlCol="0"/>
          <a:lstStyle/>
          <a:p>
            <a:endParaRPr dirty="0"/>
          </a:p>
        </p:txBody>
      </p:sp>
      <p:sp>
        <p:nvSpPr>
          <p:cNvPr id="10" name="object 10"/>
          <p:cNvSpPr/>
          <p:nvPr/>
        </p:nvSpPr>
        <p:spPr>
          <a:xfrm>
            <a:off x="9829800" y="4788534"/>
            <a:ext cx="2362200" cy="379730"/>
          </a:xfrm>
          <a:custGeom>
            <a:avLst/>
            <a:gdLst/>
            <a:ahLst/>
            <a:cxnLst/>
            <a:rect l="l" t="t" r="r" b="b"/>
            <a:pathLst>
              <a:path w="2362200" h="379729">
                <a:moveTo>
                  <a:pt x="1267968" y="196215"/>
                </a:moveTo>
                <a:lnTo>
                  <a:pt x="1265682" y="192024"/>
                </a:lnTo>
                <a:lnTo>
                  <a:pt x="1261110" y="187833"/>
                </a:lnTo>
                <a:lnTo>
                  <a:pt x="1258824" y="187833"/>
                </a:lnTo>
                <a:lnTo>
                  <a:pt x="1254252" y="185801"/>
                </a:lnTo>
                <a:lnTo>
                  <a:pt x="1242822" y="185801"/>
                </a:lnTo>
                <a:lnTo>
                  <a:pt x="1240536" y="189992"/>
                </a:lnTo>
                <a:lnTo>
                  <a:pt x="1236091" y="192024"/>
                </a:lnTo>
                <a:lnTo>
                  <a:pt x="1236091" y="204343"/>
                </a:lnTo>
                <a:lnTo>
                  <a:pt x="1238250" y="208534"/>
                </a:lnTo>
                <a:lnTo>
                  <a:pt x="1240536" y="208534"/>
                </a:lnTo>
                <a:lnTo>
                  <a:pt x="1242822" y="212725"/>
                </a:lnTo>
                <a:lnTo>
                  <a:pt x="1249680" y="212725"/>
                </a:lnTo>
                <a:lnTo>
                  <a:pt x="1254252" y="214757"/>
                </a:lnTo>
                <a:lnTo>
                  <a:pt x="1263396" y="210566"/>
                </a:lnTo>
                <a:lnTo>
                  <a:pt x="1267968" y="202311"/>
                </a:lnTo>
                <a:lnTo>
                  <a:pt x="1267968" y="196215"/>
                </a:lnTo>
                <a:close/>
              </a:path>
              <a:path w="2362200" h="379729">
                <a:moveTo>
                  <a:pt x="1382141" y="193929"/>
                </a:moveTo>
                <a:lnTo>
                  <a:pt x="1379982" y="187071"/>
                </a:lnTo>
                <a:lnTo>
                  <a:pt x="1370965" y="173609"/>
                </a:lnTo>
                <a:lnTo>
                  <a:pt x="1364234" y="171323"/>
                </a:lnTo>
                <a:lnTo>
                  <a:pt x="1355217" y="169037"/>
                </a:lnTo>
                <a:lnTo>
                  <a:pt x="1348359" y="169037"/>
                </a:lnTo>
                <a:lnTo>
                  <a:pt x="1341628" y="171323"/>
                </a:lnTo>
                <a:lnTo>
                  <a:pt x="1334897" y="175768"/>
                </a:lnTo>
                <a:lnTo>
                  <a:pt x="1325880" y="184785"/>
                </a:lnTo>
                <a:lnTo>
                  <a:pt x="1321435" y="191643"/>
                </a:lnTo>
                <a:lnTo>
                  <a:pt x="1321435" y="207391"/>
                </a:lnTo>
                <a:lnTo>
                  <a:pt x="1325880" y="214249"/>
                </a:lnTo>
                <a:lnTo>
                  <a:pt x="1328166" y="218694"/>
                </a:lnTo>
                <a:lnTo>
                  <a:pt x="1334897" y="225425"/>
                </a:lnTo>
                <a:lnTo>
                  <a:pt x="1348359" y="229997"/>
                </a:lnTo>
                <a:lnTo>
                  <a:pt x="1355217" y="229997"/>
                </a:lnTo>
                <a:lnTo>
                  <a:pt x="1364234" y="227711"/>
                </a:lnTo>
                <a:lnTo>
                  <a:pt x="1370965" y="223266"/>
                </a:lnTo>
                <a:lnTo>
                  <a:pt x="1379982" y="209677"/>
                </a:lnTo>
                <a:lnTo>
                  <a:pt x="1382141" y="202946"/>
                </a:lnTo>
                <a:lnTo>
                  <a:pt x="1382141" y="193929"/>
                </a:lnTo>
                <a:close/>
              </a:path>
              <a:path w="2362200" h="379729">
                <a:moveTo>
                  <a:pt x="2362073" y="357124"/>
                </a:moveTo>
                <a:lnTo>
                  <a:pt x="1513586" y="317119"/>
                </a:lnTo>
                <a:lnTo>
                  <a:pt x="1229995" y="301625"/>
                </a:lnTo>
                <a:lnTo>
                  <a:pt x="633730" y="263906"/>
                </a:lnTo>
                <a:lnTo>
                  <a:pt x="332232" y="241681"/>
                </a:lnTo>
                <a:lnTo>
                  <a:pt x="173736" y="228346"/>
                </a:lnTo>
                <a:lnTo>
                  <a:pt x="93345" y="224028"/>
                </a:lnTo>
                <a:lnTo>
                  <a:pt x="53213" y="224028"/>
                </a:lnTo>
                <a:lnTo>
                  <a:pt x="12954" y="226187"/>
                </a:lnTo>
                <a:lnTo>
                  <a:pt x="10795" y="228346"/>
                </a:lnTo>
                <a:lnTo>
                  <a:pt x="10795" y="232791"/>
                </a:lnTo>
                <a:lnTo>
                  <a:pt x="12954" y="232791"/>
                </a:lnTo>
                <a:lnTo>
                  <a:pt x="48641" y="239395"/>
                </a:lnTo>
                <a:lnTo>
                  <a:pt x="84455" y="243967"/>
                </a:lnTo>
                <a:lnTo>
                  <a:pt x="155829" y="250571"/>
                </a:lnTo>
                <a:lnTo>
                  <a:pt x="298831" y="257302"/>
                </a:lnTo>
                <a:lnTo>
                  <a:pt x="598043" y="279400"/>
                </a:lnTo>
                <a:lnTo>
                  <a:pt x="1212088" y="319405"/>
                </a:lnTo>
                <a:lnTo>
                  <a:pt x="1788287" y="354838"/>
                </a:lnTo>
                <a:lnTo>
                  <a:pt x="2074037" y="368173"/>
                </a:lnTo>
                <a:lnTo>
                  <a:pt x="2362073" y="379222"/>
                </a:lnTo>
                <a:lnTo>
                  <a:pt x="2362073" y="357124"/>
                </a:lnTo>
                <a:close/>
              </a:path>
              <a:path w="2362200" h="379729">
                <a:moveTo>
                  <a:pt x="2362073" y="151257"/>
                </a:moveTo>
                <a:lnTo>
                  <a:pt x="727837" y="59944"/>
                </a:lnTo>
                <a:lnTo>
                  <a:pt x="727125" y="57785"/>
                </a:lnTo>
                <a:lnTo>
                  <a:pt x="725678" y="53340"/>
                </a:lnTo>
                <a:lnTo>
                  <a:pt x="723392" y="48895"/>
                </a:lnTo>
                <a:lnTo>
                  <a:pt x="712216" y="42164"/>
                </a:lnTo>
                <a:lnTo>
                  <a:pt x="703326" y="39204"/>
                </a:lnTo>
                <a:lnTo>
                  <a:pt x="703326" y="57785"/>
                </a:lnTo>
                <a:lnTo>
                  <a:pt x="455549" y="44450"/>
                </a:lnTo>
                <a:lnTo>
                  <a:pt x="468884" y="37719"/>
                </a:lnTo>
                <a:lnTo>
                  <a:pt x="495681" y="33274"/>
                </a:lnTo>
                <a:lnTo>
                  <a:pt x="509143" y="33274"/>
                </a:lnTo>
                <a:lnTo>
                  <a:pt x="535813" y="35433"/>
                </a:lnTo>
                <a:lnTo>
                  <a:pt x="562610" y="40005"/>
                </a:lnTo>
                <a:lnTo>
                  <a:pt x="625221" y="44450"/>
                </a:lnTo>
                <a:lnTo>
                  <a:pt x="669798" y="51054"/>
                </a:lnTo>
                <a:lnTo>
                  <a:pt x="689864" y="53340"/>
                </a:lnTo>
                <a:lnTo>
                  <a:pt x="703326" y="57785"/>
                </a:lnTo>
                <a:lnTo>
                  <a:pt x="703326" y="39204"/>
                </a:lnTo>
                <a:lnTo>
                  <a:pt x="698881" y="37719"/>
                </a:lnTo>
                <a:lnTo>
                  <a:pt x="685419" y="35433"/>
                </a:lnTo>
                <a:lnTo>
                  <a:pt x="654177" y="33274"/>
                </a:lnTo>
                <a:lnTo>
                  <a:pt x="631952" y="33274"/>
                </a:lnTo>
                <a:lnTo>
                  <a:pt x="488950" y="17653"/>
                </a:lnTo>
                <a:lnTo>
                  <a:pt x="475615" y="17653"/>
                </a:lnTo>
                <a:lnTo>
                  <a:pt x="471043" y="22098"/>
                </a:lnTo>
                <a:lnTo>
                  <a:pt x="464439" y="26670"/>
                </a:lnTo>
                <a:lnTo>
                  <a:pt x="453263" y="42164"/>
                </a:lnTo>
                <a:lnTo>
                  <a:pt x="453263" y="44450"/>
                </a:lnTo>
                <a:lnTo>
                  <a:pt x="366141" y="37719"/>
                </a:lnTo>
                <a:lnTo>
                  <a:pt x="363982" y="33274"/>
                </a:lnTo>
                <a:lnTo>
                  <a:pt x="362864" y="31115"/>
                </a:lnTo>
                <a:lnTo>
                  <a:pt x="361696" y="28829"/>
                </a:lnTo>
                <a:lnTo>
                  <a:pt x="359537" y="28829"/>
                </a:lnTo>
                <a:lnTo>
                  <a:pt x="301498" y="24384"/>
                </a:lnTo>
                <a:lnTo>
                  <a:pt x="245618" y="17653"/>
                </a:lnTo>
                <a:lnTo>
                  <a:pt x="232041" y="15494"/>
                </a:lnTo>
                <a:lnTo>
                  <a:pt x="133985" y="0"/>
                </a:lnTo>
                <a:lnTo>
                  <a:pt x="129540" y="2159"/>
                </a:lnTo>
                <a:lnTo>
                  <a:pt x="127381" y="4318"/>
                </a:lnTo>
                <a:lnTo>
                  <a:pt x="127381" y="24384"/>
                </a:lnTo>
                <a:lnTo>
                  <a:pt x="133985" y="22098"/>
                </a:lnTo>
                <a:lnTo>
                  <a:pt x="136144" y="19939"/>
                </a:lnTo>
                <a:lnTo>
                  <a:pt x="136144" y="15494"/>
                </a:lnTo>
                <a:lnTo>
                  <a:pt x="171958" y="19939"/>
                </a:lnTo>
                <a:lnTo>
                  <a:pt x="209931" y="28829"/>
                </a:lnTo>
                <a:lnTo>
                  <a:pt x="232283" y="31115"/>
                </a:lnTo>
                <a:lnTo>
                  <a:pt x="158496" y="26670"/>
                </a:lnTo>
                <a:lnTo>
                  <a:pt x="91567" y="24384"/>
                </a:lnTo>
                <a:lnTo>
                  <a:pt x="71501" y="22098"/>
                </a:lnTo>
                <a:lnTo>
                  <a:pt x="40259" y="19939"/>
                </a:lnTo>
                <a:lnTo>
                  <a:pt x="13462" y="15494"/>
                </a:lnTo>
                <a:lnTo>
                  <a:pt x="6731" y="11049"/>
                </a:lnTo>
                <a:lnTo>
                  <a:pt x="6731" y="6604"/>
                </a:lnTo>
                <a:lnTo>
                  <a:pt x="8890" y="4318"/>
                </a:lnTo>
                <a:lnTo>
                  <a:pt x="6731" y="2159"/>
                </a:lnTo>
                <a:lnTo>
                  <a:pt x="2286" y="8763"/>
                </a:lnTo>
                <a:lnTo>
                  <a:pt x="0" y="13335"/>
                </a:lnTo>
                <a:lnTo>
                  <a:pt x="0" y="15494"/>
                </a:lnTo>
                <a:lnTo>
                  <a:pt x="4445" y="19939"/>
                </a:lnTo>
                <a:lnTo>
                  <a:pt x="17907" y="26670"/>
                </a:lnTo>
                <a:lnTo>
                  <a:pt x="35687" y="31115"/>
                </a:lnTo>
                <a:lnTo>
                  <a:pt x="73787" y="35433"/>
                </a:lnTo>
                <a:lnTo>
                  <a:pt x="91567" y="37719"/>
                </a:lnTo>
                <a:lnTo>
                  <a:pt x="2362073" y="168910"/>
                </a:lnTo>
                <a:lnTo>
                  <a:pt x="2362073" y="151257"/>
                </a:lnTo>
                <a:close/>
              </a:path>
            </a:pathLst>
          </a:custGeom>
          <a:solidFill>
            <a:srgbClr val="F8F8F8"/>
          </a:solidFill>
        </p:spPr>
        <p:txBody>
          <a:bodyPr wrap="square" lIns="0" tIns="0" rIns="0" bIns="0" rtlCol="0"/>
          <a:lstStyle/>
          <a:p>
            <a:endParaRPr dirty="0"/>
          </a:p>
        </p:txBody>
      </p:sp>
      <p:sp>
        <p:nvSpPr>
          <p:cNvPr id="11" name="object 11"/>
          <p:cNvSpPr/>
          <p:nvPr/>
        </p:nvSpPr>
        <p:spPr>
          <a:xfrm>
            <a:off x="11280775" y="6763577"/>
            <a:ext cx="94360" cy="65465"/>
          </a:xfrm>
          <a:prstGeom prst="rect">
            <a:avLst/>
          </a:prstGeom>
          <a:blipFill>
            <a:blip r:embed="rId6" cstate="print"/>
            <a:stretch>
              <a:fillRect/>
            </a:stretch>
          </a:blipFill>
        </p:spPr>
        <p:txBody>
          <a:bodyPr wrap="square" lIns="0" tIns="0" rIns="0" bIns="0" rtlCol="0"/>
          <a:lstStyle/>
          <a:p>
            <a:endParaRPr dirty="0"/>
          </a:p>
        </p:txBody>
      </p:sp>
      <p:grpSp>
        <p:nvGrpSpPr>
          <p:cNvPr id="12" name="object 12"/>
          <p:cNvGrpSpPr/>
          <p:nvPr/>
        </p:nvGrpSpPr>
        <p:grpSpPr>
          <a:xfrm>
            <a:off x="9490075" y="6551676"/>
            <a:ext cx="2701925" cy="299085"/>
            <a:chOff x="9490075" y="6551676"/>
            <a:chExt cx="2701925" cy="299085"/>
          </a:xfrm>
        </p:grpSpPr>
        <p:sp>
          <p:nvSpPr>
            <p:cNvPr id="13" name="object 13"/>
            <p:cNvSpPr/>
            <p:nvPr/>
          </p:nvSpPr>
          <p:spPr>
            <a:xfrm>
              <a:off x="9749028" y="6551676"/>
              <a:ext cx="2442845" cy="259715"/>
            </a:xfrm>
            <a:custGeom>
              <a:avLst/>
              <a:gdLst/>
              <a:ahLst/>
              <a:cxnLst/>
              <a:rect l="l" t="t" r="r" b="b"/>
              <a:pathLst>
                <a:path w="2442845" h="259715">
                  <a:moveTo>
                    <a:pt x="1447673" y="204660"/>
                  </a:moveTo>
                  <a:lnTo>
                    <a:pt x="1445514" y="202374"/>
                  </a:lnTo>
                  <a:lnTo>
                    <a:pt x="1441069" y="200152"/>
                  </a:lnTo>
                  <a:lnTo>
                    <a:pt x="1423162" y="196176"/>
                  </a:lnTo>
                  <a:lnTo>
                    <a:pt x="1423162" y="220560"/>
                  </a:lnTo>
                  <a:lnTo>
                    <a:pt x="1423162" y="229577"/>
                  </a:lnTo>
                  <a:lnTo>
                    <a:pt x="1420876" y="240969"/>
                  </a:lnTo>
                  <a:lnTo>
                    <a:pt x="1288796" y="229577"/>
                  </a:lnTo>
                  <a:lnTo>
                    <a:pt x="1230630" y="222783"/>
                  </a:lnTo>
                  <a:lnTo>
                    <a:pt x="1201547" y="220560"/>
                  </a:lnTo>
                  <a:lnTo>
                    <a:pt x="1172464" y="222783"/>
                  </a:lnTo>
                  <a:lnTo>
                    <a:pt x="1181354" y="172923"/>
                  </a:lnTo>
                  <a:lnTo>
                    <a:pt x="1212723" y="179730"/>
                  </a:lnTo>
                  <a:lnTo>
                    <a:pt x="1275334" y="184251"/>
                  </a:lnTo>
                  <a:lnTo>
                    <a:pt x="1306703" y="188760"/>
                  </a:lnTo>
                  <a:lnTo>
                    <a:pt x="1371727" y="202374"/>
                  </a:lnTo>
                  <a:lnTo>
                    <a:pt x="1393952" y="204660"/>
                  </a:lnTo>
                  <a:lnTo>
                    <a:pt x="1411986" y="209169"/>
                  </a:lnTo>
                  <a:lnTo>
                    <a:pt x="1418717" y="213753"/>
                  </a:lnTo>
                  <a:lnTo>
                    <a:pt x="1423162" y="220560"/>
                  </a:lnTo>
                  <a:lnTo>
                    <a:pt x="1423162" y="196176"/>
                  </a:lnTo>
                  <a:lnTo>
                    <a:pt x="1369441" y="184251"/>
                  </a:lnTo>
                  <a:lnTo>
                    <a:pt x="1307934" y="172923"/>
                  </a:lnTo>
                  <a:lnTo>
                    <a:pt x="1295527" y="170637"/>
                  </a:lnTo>
                  <a:lnTo>
                    <a:pt x="1237361" y="163830"/>
                  </a:lnTo>
                  <a:lnTo>
                    <a:pt x="1205992" y="161544"/>
                  </a:lnTo>
                  <a:lnTo>
                    <a:pt x="1176909" y="163830"/>
                  </a:lnTo>
                  <a:lnTo>
                    <a:pt x="1170178" y="163830"/>
                  </a:lnTo>
                  <a:lnTo>
                    <a:pt x="1159002" y="166128"/>
                  </a:lnTo>
                  <a:lnTo>
                    <a:pt x="1159002" y="168351"/>
                  </a:lnTo>
                  <a:lnTo>
                    <a:pt x="1167892" y="170637"/>
                  </a:lnTo>
                  <a:lnTo>
                    <a:pt x="1161288" y="195567"/>
                  </a:lnTo>
                  <a:lnTo>
                    <a:pt x="1156716" y="222783"/>
                  </a:lnTo>
                  <a:lnTo>
                    <a:pt x="1159002" y="227355"/>
                  </a:lnTo>
                  <a:lnTo>
                    <a:pt x="1161288" y="231876"/>
                  </a:lnTo>
                  <a:lnTo>
                    <a:pt x="1167892" y="231876"/>
                  </a:lnTo>
                  <a:lnTo>
                    <a:pt x="1172464" y="229577"/>
                  </a:lnTo>
                  <a:lnTo>
                    <a:pt x="1199261" y="236385"/>
                  </a:lnTo>
                  <a:lnTo>
                    <a:pt x="1230630" y="240969"/>
                  </a:lnTo>
                  <a:lnTo>
                    <a:pt x="1288796" y="245478"/>
                  </a:lnTo>
                  <a:lnTo>
                    <a:pt x="1429893" y="259092"/>
                  </a:lnTo>
                  <a:lnTo>
                    <a:pt x="1432052" y="256794"/>
                  </a:lnTo>
                  <a:lnTo>
                    <a:pt x="1436624" y="254571"/>
                  </a:lnTo>
                  <a:lnTo>
                    <a:pt x="1436624" y="245478"/>
                  </a:lnTo>
                  <a:lnTo>
                    <a:pt x="1438084" y="240969"/>
                  </a:lnTo>
                  <a:lnTo>
                    <a:pt x="1447673" y="211467"/>
                  </a:lnTo>
                  <a:lnTo>
                    <a:pt x="1447673" y="204660"/>
                  </a:lnTo>
                  <a:close/>
                </a:path>
                <a:path w="2442845" h="259715">
                  <a:moveTo>
                    <a:pt x="2442845" y="168910"/>
                  </a:moveTo>
                  <a:lnTo>
                    <a:pt x="2148205" y="140068"/>
                  </a:lnTo>
                  <a:lnTo>
                    <a:pt x="1853438" y="115570"/>
                  </a:lnTo>
                  <a:lnTo>
                    <a:pt x="1263904" y="71158"/>
                  </a:lnTo>
                  <a:lnTo>
                    <a:pt x="627507" y="31153"/>
                  </a:lnTo>
                  <a:lnTo>
                    <a:pt x="308229" y="13335"/>
                  </a:lnTo>
                  <a:lnTo>
                    <a:pt x="156337" y="2247"/>
                  </a:lnTo>
                  <a:lnTo>
                    <a:pt x="78232" y="0"/>
                  </a:lnTo>
                  <a:lnTo>
                    <a:pt x="40132" y="0"/>
                  </a:lnTo>
                  <a:lnTo>
                    <a:pt x="2286" y="2247"/>
                  </a:lnTo>
                  <a:lnTo>
                    <a:pt x="0" y="4483"/>
                  </a:lnTo>
                  <a:lnTo>
                    <a:pt x="2286" y="6667"/>
                  </a:lnTo>
                  <a:lnTo>
                    <a:pt x="37973" y="13335"/>
                  </a:lnTo>
                  <a:lnTo>
                    <a:pt x="73660" y="17818"/>
                  </a:lnTo>
                  <a:lnTo>
                    <a:pt x="145161" y="22237"/>
                  </a:lnTo>
                  <a:lnTo>
                    <a:pt x="290322" y="26733"/>
                  </a:lnTo>
                  <a:lnTo>
                    <a:pt x="609600" y="44488"/>
                  </a:lnTo>
                  <a:lnTo>
                    <a:pt x="926719" y="64490"/>
                  </a:lnTo>
                  <a:lnTo>
                    <a:pt x="1245997" y="86728"/>
                  </a:lnTo>
                  <a:lnTo>
                    <a:pt x="1844421" y="135572"/>
                  </a:lnTo>
                  <a:lnTo>
                    <a:pt x="2442845" y="188912"/>
                  </a:lnTo>
                  <a:lnTo>
                    <a:pt x="2442845" y="168910"/>
                  </a:lnTo>
                  <a:close/>
                </a:path>
              </a:pathLst>
            </a:custGeom>
            <a:solidFill>
              <a:srgbClr val="F8F8F8"/>
            </a:solidFill>
          </p:spPr>
          <p:txBody>
            <a:bodyPr wrap="square" lIns="0" tIns="0" rIns="0" bIns="0" rtlCol="0"/>
            <a:lstStyle/>
            <a:p>
              <a:endParaRPr dirty="0"/>
            </a:p>
          </p:txBody>
        </p:sp>
        <p:sp>
          <p:nvSpPr>
            <p:cNvPr id="14" name="object 14"/>
            <p:cNvSpPr/>
            <p:nvPr/>
          </p:nvSpPr>
          <p:spPr>
            <a:xfrm>
              <a:off x="10713719" y="6682803"/>
              <a:ext cx="106552" cy="91309"/>
            </a:xfrm>
            <a:prstGeom prst="rect">
              <a:avLst/>
            </a:prstGeom>
            <a:blipFill>
              <a:blip r:embed="rId7" cstate="print"/>
              <a:stretch>
                <a:fillRect/>
              </a:stretch>
            </a:blipFill>
          </p:spPr>
          <p:txBody>
            <a:bodyPr wrap="square" lIns="0" tIns="0" rIns="0" bIns="0" rtlCol="0"/>
            <a:lstStyle/>
            <a:p>
              <a:endParaRPr dirty="0"/>
            </a:p>
          </p:txBody>
        </p:sp>
        <p:sp>
          <p:nvSpPr>
            <p:cNvPr id="15" name="object 15"/>
            <p:cNvSpPr/>
            <p:nvPr/>
          </p:nvSpPr>
          <p:spPr>
            <a:xfrm>
              <a:off x="9490075" y="6672135"/>
              <a:ext cx="1550035" cy="178435"/>
            </a:xfrm>
            <a:custGeom>
              <a:avLst/>
              <a:gdLst/>
              <a:ahLst/>
              <a:cxnLst/>
              <a:rect l="l" t="t" r="r" b="b"/>
              <a:pathLst>
                <a:path w="1550034" h="178434">
                  <a:moveTo>
                    <a:pt x="6603" y="0"/>
                  </a:moveTo>
                  <a:lnTo>
                    <a:pt x="4445" y="0"/>
                  </a:lnTo>
                  <a:lnTo>
                    <a:pt x="0" y="2184"/>
                  </a:lnTo>
                  <a:lnTo>
                    <a:pt x="0" y="6692"/>
                  </a:lnTo>
                  <a:lnTo>
                    <a:pt x="4445" y="24485"/>
                  </a:lnTo>
                  <a:lnTo>
                    <a:pt x="49149" y="69035"/>
                  </a:lnTo>
                  <a:lnTo>
                    <a:pt x="98171" y="84655"/>
                  </a:lnTo>
                  <a:lnTo>
                    <a:pt x="160781" y="95775"/>
                  </a:lnTo>
                  <a:lnTo>
                    <a:pt x="225425" y="102459"/>
                  </a:lnTo>
                  <a:lnTo>
                    <a:pt x="350520" y="111395"/>
                  </a:lnTo>
                  <a:lnTo>
                    <a:pt x="631951" y="135884"/>
                  </a:lnTo>
                  <a:lnTo>
                    <a:pt x="911098" y="158189"/>
                  </a:lnTo>
                  <a:lnTo>
                    <a:pt x="1201293" y="178243"/>
                  </a:lnTo>
                  <a:lnTo>
                    <a:pt x="1549780" y="178243"/>
                  </a:lnTo>
                  <a:lnTo>
                    <a:pt x="1275079" y="162623"/>
                  </a:lnTo>
                  <a:lnTo>
                    <a:pt x="1000378" y="144819"/>
                  </a:lnTo>
                  <a:lnTo>
                    <a:pt x="745744" y="127015"/>
                  </a:lnTo>
                  <a:lnTo>
                    <a:pt x="491235" y="104710"/>
                  </a:lnTo>
                  <a:lnTo>
                    <a:pt x="227710" y="80220"/>
                  </a:lnTo>
                  <a:lnTo>
                    <a:pt x="171830" y="75721"/>
                  </a:lnTo>
                  <a:lnTo>
                    <a:pt x="102743" y="69035"/>
                  </a:lnTo>
                  <a:lnTo>
                    <a:pt x="55752" y="53479"/>
                  </a:lnTo>
                  <a:lnTo>
                    <a:pt x="22351" y="28930"/>
                  </a:lnTo>
                  <a:lnTo>
                    <a:pt x="11049" y="4432"/>
                  </a:lnTo>
                  <a:lnTo>
                    <a:pt x="6603" y="0"/>
                  </a:lnTo>
                  <a:close/>
                </a:path>
              </a:pathLst>
            </a:custGeom>
            <a:solidFill>
              <a:srgbClr val="F8F8F8"/>
            </a:solidFill>
          </p:spPr>
          <p:txBody>
            <a:bodyPr wrap="square" lIns="0" tIns="0" rIns="0" bIns="0" rtlCol="0"/>
            <a:lstStyle/>
            <a:p>
              <a:endParaRPr dirty="0"/>
            </a:p>
          </p:txBody>
        </p:sp>
      </p:grpSp>
      <p:sp>
        <p:nvSpPr>
          <p:cNvPr id="16" name="object 16"/>
          <p:cNvSpPr/>
          <p:nvPr/>
        </p:nvSpPr>
        <p:spPr>
          <a:xfrm>
            <a:off x="301815" y="1054735"/>
            <a:ext cx="1554289" cy="1086485"/>
          </a:xfrm>
          <a:prstGeom prst="rect">
            <a:avLst/>
          </a:prstGeom>
          <a:blipFill>
            <a:blip r:embed="rId8" cstate="print"/>
            <a:stretch>
              <a:fillRect/>
            </a:stretch>
          </a:blipFill>
        </p:spPr>
        <p:txBody>
          <a:bodyPr wrap="square" lIns="0" tIns="0" rIns="0" bIns="0" rtlCol="0"/>
          <a:lstStyle/>
          <a:p>
            <a:endParaRPr dirty="0"/>
          </a:p>
        </p:txBody>
      </p:sp>
      <p:sp>
        <p:nvSpPr>
          <p:cNvPr id="17" name="object 17"/>
          <p:cNvSpPr/>
          <p:nvPr/>
        </p:nvSpPr>
        <p:spPr>
          <a:xfrm>
            <a:off x="5949696" y="5514022"/>
            <a:ext cx="589915" cy="976630"/>
          </a:xfrm>
          <a:custGeom>
            <a:avLst/>
            <a:gdLst/>
            <a:ahLst/>
            <a:cxnLst/>
            <a:rect l="l" t="t" r="r" b="b"/>
            <a:pathLst>
              <a:path w="589915" h="976629">
                <a:moveTo>
                  <a:pt x="337312" y="0"/>
                </a:moveTo>
                <a:lnTo>
                  <a:pt x="332866" y="0"/>
                </a:lnTo>
                <a:lnTo>
                  <a:pt x="332866" y="2539"/>
                </a:lnTo>
                <a:lnTo>
                  <a:pt x="265811" y="16509"/>
                </a:lnTo>
                <a:lnTo>
                  <a:pt x="201040" y="31749"/>
                </a:lnTo>
                <a:lnTo>
                  <a:pt x="196595" y="34289"/>
                </a:lnTo>
                <a:lnTo>
                  <a:pt x="194309" y="38099"/>
                </a:lnTo>
                <a:lnTo>
                  <a:pt x="172084" y="52069"/>
                </a:lnTo>
                <a:lnTo>
                  <a:pt x="133984" y="87629"/>
                </a:lnTo>
                <a:lnTo>
                  <a:pt x="107187" y="125729"/>
                </a:lnTo>
                <a:lnTo>
                  <a:pt x="82676" y="179069"/>
                </a:lnTo>
                <a:lnTo>
                  <a:pt x="71500" y="217169"/>
                </a:lnTo>
                <a:lnTo>
                  <a:pt x="62611" y="255269"/>
                </a:lnTo>
                <a:lnTo>
                  <a:pt x="49149" y="308609"/>
                </a:lnTo>
                <a:lnTo>
                  <a:pt x="37973" y="364489"/>
                </a:lnTo>
                <a:lnTo>
                  <a:pt x="29082" y="419099"/>
                </a:lnTo>
                <a:lnTo>
                  <a:pt x="20065" y="474979"/>
                </a:lnTo>
                <a:lnTo>
                  <a:pt x="9016" y="562609"/>
                </a:lnTo>
                <a:lnTo>
                  <a:pt x="4571" y="609599"/>
                </a:lnTo>
                <a:lnTo>
                  <a:pt x="2162" y="656589"/>
                </a:lnTo>
                <a:lnTo>
                  <a:pt x="0" y="701039"/>
                </a:lnTo>
                <a:lnTo>
                  <a:pt x="4571" y="789939"/>
                </a:lnTo>
                <a:lnTo>
                  <a:pt x="13462" y="831849"/>
                </a:lnTo>
                <a:lnTo>
                  <a:pt x="31368" y="883919"/>
                </a:lnTo>
                <a:lnTo>
                  <a:pt x="60325" y="923289"/>
                </a:lnTo>
                <a:lnTo>
                  <a:pt x="71500" y="932179"/>
                </a:lnTo>
                <a:lnTo>
                  <a:pt x="84962" y="943609"/>
                </a:lnTo>
                <a:lnTo>
                  <a:pt x="98298" y="949959"/>
                </a:lnTo>
                <a:lnTo>
                  <a:pt x="111759" y="957579"/>
                </a:lnTo>
                <a:lnTo>
                  <a:pt x="143001" y="969009"/>
                </a:lnTo>
                <a:lnTo>
                  <a:pt x="176529" y="975359"/>
                </a:lnTo>
                <a:lnTo>
                  <a:pt x="212216" y="976629"/>
                </a:lnTo>
                <a:lnTo>
                  <a:pt x="252475" y="976629"/>
                </a:lnTo>
                <a:lnTo>
                  <a:pt x="292607" y="975359"/>
                </a:lnTo>
                <a:lnTo>
                  <a:pt x="330580" y="969009"/>
                </a:lnTo>
                <a:lnTo>
                  <a:pt x="366394" y="958849"/>
                </a:lnTo>
                <a:lnTo>
                  <a:pt x="207771" y="958849"/>
                </a:lnTo>
                <a:lnTo>
                  <a:pt x="169799" y="955039"/>
                </a:lnTo>
                <a:lnTo>
                  <a:pt x="151891" y="952499"/>
                </a:lnTo>
                <a:lnTo>
                  <a:pt x="116204" y="939799"/>
                </a:lnTo>
                <a:lnTo>
                  <a:pt x="100456" y="932179"/>
                </a:lnTo>
                <a:lnTo>
                  <a:pt x="87121" y="922019"/>
                </a:lnTo>
                <a:lnTo>
                  <a:pt x="71500" y="910589"/>
                </a:lnTo>
                <a:lnTo>
                  <a:pt x="49149" y="878839"/>
                </a:lnTo>
                <a:lnTo>
                  <a:pt x="31368" y="840739"/>
                </a:lnTo>
                <a:lnTo>
                  <a:pt x="17906" y="769619"/>
                </a:lnTo>
                <a:lnTo>
                  <a:pt x="15620" y="731519"/>
                </a:lnTo>
                <a:lnTo>
                  <a:pt x="17906" y="694689"/>
                </a:lnTo>
                <a:lnTo>
                  <a:pt x="22351" y="618489"/>
                </a:lnTo>
                <a:lnTo>
                  <a:pt x="29082" y="544829"/>
                </a:lnTo>
                <a:lnTo>
                  <a:pt x="51434" y="379729"/>
                </a:lnTo>
                <a:lnTo>
                  <a:pt x="69214" y="299719"/>
                </a:lnTo>
                <a:lnTo>
                  <a:pt x="89407" y="217169"/>
                </a:lnTo>
                <a:lnTo>
                  <a:pt x="107187" y="167639"/>
                </a:lnTo>
                <a:lnTo>
                  <a:pt x="136270" y="116839"/>
                </a:lnTo>
                <a:lnTo>
                  <a:pt x="172084" y="73659"/>
                </a:lnTo>
                <a:lnTo>
                  <a:pt x="216662" y="45719"/>
                </a:lnTo>
                <a:lnTo>
                  <a:pt x="259206" y="34289"/>
                </a:lnTo>
                <a:lnTo>
                  <a:pt x="388746" y="34289"/>
                </a:lnTo>
                <a:lnTo>
                  <a:pt x="382777" y="31749"/>
                </a:lnTo>
                <a:lnTo>
                  <a:pt x="319531" y="31749"/>
                </a:lnTo>
                <a:lnTo>
                  <a:pt x="301625" y="25399"/>
                </a:lnTo>
                <a:lnTo>
                  <a:pt x="323976" y="20319"/>
                </a:lnTo>
                <a:lnTo>
                  <a:pt x="335025" y="20319"/>
                </a:lnTo>
                <a:lnTo>
                  <a:pt x="368680" y="17779"/>
                </a:lnTo>
                <a:lnTo>
                  <a:pt x="431647" y="17779"/>
                </a:lnTo>
                <a:lnTo>
                  <a:pt x="406653" y="7619"/>
                </a:lnTo>
                <a:lnTo>
                  <a:pt x="390905" y="5079"/>
                </a:lnTo>
                <a:lnTo>
                  <a:pt x="382015" y="2539"/>
                </a:lnTo>
                <a:lnTo>
                  <a:pt x="339598" y="2539"/>
                </a:lnTo>
                <a:lnTo>
                  <a:pt x="337312" y="0"/>
                </a:lnTo>
                <a:close/>
              </a:path>
              <a:path w="589915" h="976629">
                <a:moveTo>
                  <a:pt x="438057" y="925829"/>
                </a:moveTo>
                <a:lnTo>
                  <a:pt x="399923" y="925829"/>
                </a:lnTo>
                <a:lnTo>
                  <a:pt x="373125" y="937259"/>
                </a:lnTo>
                <a:lnTo>
                  <a:pt x="346328" y="946149"/>
                </a:lnTo>
                <a:lnTo>
                  <a:pt x="317245" y="952499"/>
                </a:lnTo>
                <a:lnTo>
                  <a:pt x="288163" y="957579"/>
                </a:lnTo>
                <a:lnTo>
                  <a:pt x="247903" y="958849"/>
                </a:lnTo>
                <a:lnTo>
                  <a:pt x="366394" y="958849"/>
                </a:lnTo>
                <a:lnTo>
                  <a:pt x="402208" y="946149"/>
                </a:lnTo>
                <a:lnTo>
                  <a:pt x="417702" y="937259"/>
                </a:lnTo>
                <a:lnTo>
                  <a:pt x="435609" y="928369"/>
                </a:lnTo>
                <a:lnTo>
                  <a:pt x="438057" y="925829"/>
                </a:lnTo>
                <a:close/>
              </a:path>
              <a:path w="589915" h="976629">
                <a:moveTo>
                  <a:pt x="297179" y="43179"/>
                </a:moveTo>
                <a:lnTo>
                  <a:pt x="279273" y="43179"/>
                </a:lnTo>
                <a:lnTo>
                  <a:pt x="263651" y="46989"/>
                </a:lnTo>
                <a:lnTo>
                  <a:pt x="216662" y="69849"/>
                </a:lnTo>
                <a:lnTo>
                  <a:pt x="174243" y="107949"/>
                </a:lnTo>
                <a:lnTo>
                  <a:pt x="147446" y="147319"/>
                </a:lnTo>
                <a:lnTo>
                  <a:pt x="120650" y="212089"/>
                </a:lnTo>
                <a:lnTo>
                  <a:pt x="105028" y="256539"/>
                </a:lnTo>
                <a:lnTo>
                  <a:pt x="87121" y="314959"/>
                </a:lnTo>
                <a:lnTo>
                  <a:pt x="71500" y="374649"/>
                </a:lnTo>
                <a:lnTo>
                  <a:pt x="55879" y="438149"/>
                </a:lnTo>
                <a:lnTo>
                  <a:pt x="33527" y="562609"/>
                </a:lnTo>
                <a:lnTo>
                  <a:pt x="26796" y="624839"/>
                </a:lnTo>
                <a:lnTo>
                  <a:pt x="24637" y="684529"/>
                </a:lnTo>
                <a:lnTo>
                  <a:pt x="26796" y="748029"/>
                </a:lnTo>
                <a:lnTo>
                  <a:pt x="31368" y="787399"/>
                </a:lnTo>
                <a:lnTo>
                  <a:pt x="37973" y="805179"/>
                </a:lnTo>
                <a:lnTo>
                  <a:pt x="44703" y="825499"/>
                </a:lnTo>
                <a:lnTo>
                  <a:pt x="51434" y="843279"/>
                </a:lnTo>
                <a:lnTo>
                  <a:pt x="62611" y="858519"/>
                </a:lnTo>
                <a:lnTo>
                  <a:pt x="71500" y="876299"/>
                </a:lnTo>
                <a:lnTo>
                  <a:pt x="100456" y="908049"/>
                </a:lnTo>
                <a:lnTo>
                  <a:pt x="140715" y="932179"/>
                </a:lnTo>
                <a:lnTo>
                  <a:pt x="183133" y="943609"/>
                </a:lnTo>
                <a:lnTo>
                  <a:pt x="205612" y="948689"/>
                </a:lnTo>
                <a:lnTo>
                  <a:pt x="286003" y="948689"/>
                </a:lnTo>
                <a:lnTo>
                  <a:pt x="323976" y="943609"/>
                </a:lnTo>
                <a:lnTo>
                  <a:pt x="361950" y="937259"/>
                </a:lnTo>
                <a:lnTo>
                  <a:pt x="370388" y="934719"/>
                </a:lnTo>
                <a:lnTo>
                  <a:pt x="261365" y="934719"/>
                </a:lnTo>
                <a:lnTo>
                  <a:pt x="218948" y="932179"/>
                </a:lnTo>
                <a:lnTo>
                  <a:pt x="165353" y="925829"/>
                </a:lnTo>
                <a:lnTo>
                  <a:pt x="122936" y="904239"/>
                </a:lnTo>
                <a:lnTo>
                  <a:pt x="91566" y="875029"/>
                </a:lnTo>
                <a:lnTo>
                  <a:pt x="67055" y="836929"/>
                </a:lnTo>
                <a:lnTo>
                  <a:pt x="53593" y="792479"/>
                </a:lnTo>
                <a:lnTo>
                  <a:pt x="44703" y="745489"/>
                </a:lnTo>
                <a:lnTo>
                  <a:pt x="42417" y="721359"/>
                </a:lnTo>
                <a:lnTo>
                  <a:pt x="42417" y="647699"/>
                </a:lnTo>
                <a:lnTo>
                  <a:pt x="53593" y="557529"/>
                </a:lnTo>
                <a:lnTo>
                  <a:pt x="69214" y="468629"/>
                </a:lnTo>
                <a:lnTo>
                  <a:pt x="87121" y="382269"/>
                </a:lnTo>
                <a:lnTo>
                  <a:pt x="109474" y="294639"/>
                </a:lnTo>
                <a:lnTo>
                  <a:pt x="122936" y="255269"/>
                </a:lnTo>
                <a:lnTo>
                  <a:pt x="133984" y="217169"/>
                </a:lnTo>
                <a:lnTo>
                  <a:pt x="149732" y="179069"/>
                </a:lnTo>
                <a:lnTo>
                  <a:pt x="169799" y="143509"/>
                </a:lnTo>
                <a:lnTo>
                  <a:pt x="198881" y="105409"/>
                </a:lnTo>
                <a:lnTo>
                  <a:pt x="232409" y="81279"/>
                </a:lnTo>
                <a:lnTo>
                  <a:pt x="270255" y="63499"/>
                </a:lnTo>
                <a:lnTo>
                  <a:pt x="314959" y="49529"/>
                </a:lnTo>
                <a:lnTo>
                  <a:pt x="335025" y="49529"/>
                </a:lnTo>
                <a:lnTo>
                  <a:pt x="335025" y="45719"/>
                </a:lnTo>
                <a:lnTo>
                  <a:pt x="312800" y="45719"/>
                </a:lnTo>
                <a:lnTo>
                  <a:pt x="297179" y="43179"/>
                </a:lnTo>
                <a:close/>
              </a:path>
              <a:path w="589915" h="976629">
                <a:moveTo>
                  <a:pt x="500379" y="787399"/>
                </a:moveTo>
                <a:lnTo>
                  <a:pt x="493649" y="787399"/>
                </a:lnTo>
                <a:lnTo>
                  <a:pt x="491489" y="792479"/>
                </a:lnTo>
                <a:lnTo>
                  <a:pt x="487044" y="816609"/>
                </a:lnTo>
                <a:lnTo>
                  <a:pt x="480313" y="836929"/>
                </a:lnTo>
                <a:lnTo>
                  <a:pt x="457962" y="869949"/>
                </a:lnTo>
                <a:lnTo>
                  <a:pt x="426719" y="896619"/>
                </a:lnTo>
                <a:lnTo>
                  <a:pt x="388746" y="914399"/>
                </a:lnTo>
                <a:lnTo>
                  <a:pt x="348488" y="925829"/>
                </a:lnTo>
                <a:lnTo>
                  <a:pt x="303783" y="932179"/>
                </a:lnTo>
                <a:lnTo>
                  <a:pt x="261365" y="934719"/>
                </a:lnTo>
                <a:lnTo>
                  <a:pt x="370388" y="934719"/>
                </a:lnTo>
                <a:lnTo>
                  <a:pt x="399923" y="925829"/>
                </a:lnTo>
                <a:lnTo>
                  <a:pt x="438057" y="925829"/>
                </a:lnTo>
                <a:lnTo>
                  <a:pt x="449071" y="914399"/>
                </a:lnTo>
                <a:lnTo>
                  <a:pt x="464692" y="904239"/>
                </a:lnTo>
                <a:lnTo>
                  <a:pt x="478027" y="890269"/>
                </a:lnTo>
                <a:lnTo>
                  <a:pt x="491489" y="872489"/>
                </a:lnTo>
                <a:lnTo>
                  <a:pt x="502665" y="857249"/>
                </a:lnTo>
                <a:lnTo>
                  <a:pt x="511555" y="857249"/>
                </a:lnTo>
                <a:lnTo>
                  <a:pt x="513841" y="852169"/>
                </a:lnTo>
                <a:lnTo>
                  <a:pt x="516064" y="843279"/>
                </a:lnTo>
                <a:lnTo>
                  <a:pt x="493649" y="843279"/>
                </a:lnTo>
                <a:lnTo>
                  <a:pt x="498220" y="831849"/>
                </a:lnTo>
                <a:lnTo>
                  <a:pt x="500379" y="819149"/>
                </a:lnTo>
                <a:lnTo>
                  <a:pt x="502665" y="805179"/>
                </a:lnTo>
                <a:lnTo>
                  <a:pt x="502665" y="792479"/>
                </a:lnTo>
                <a:lnTo>
                  <a:pt x="500379" y="787399"/>
                </a:lnTo>
                <a:close/>
              </a:path>
              <a:path w="589915" h="976629">
                <a:moveTo>
                  <a:pt x="396421" y="38099"/>
                </a:moveTo>
                <a:lnTo>
                  <a:pt x="359663" y="38099"/>
                </a:lnTo>
                <a:lnTo>
                  <a:pt x="373125" y="40639"/>
                </a:lnTo>
                <a:lnTo>
                  <a:pt x="386461" y="45719"/>
                </a:lnTo>
                <a:lnTo>
                  <a:pt x="408813" y="58419"/>
                </a:lnTo>
                <a:lnTo>
                  <a:pt x="429005" y="76199"/>
                </a:lnTo>
                <a:lnTo>
                  <a:pt x="449071" y="96519"/>
                </a:lnTo>
                <a:lnTo>
                  <a:pt x="464692" y="120649"/>
                </a:lnTo>
                <a:lnTo>
                  <a:pt x="480313" y="143509"/>
                </a:lnTo>
                <a:lnTo>
                  <a:pt x="502665" y="190499"/>
                </a:lnTo>
                <a:lnTo>
                  <a:pt x="516127" y="238759"/>
                </a:lnTo>
                <a:lnTo>
                  <a:pt x="529463" y="314959"/>
                </a:lnTo>
                <a:lnTo>
                  <a:pt x="533907" y="365759"/>
                </a:lnTo>
                <a:lnTo>
                  <a:pt x="536094" y="421639"/>
                </a:lnTo>
                <a:lnTo>
                  <a:pt x="536193" y="539749"/>
                </a:lnTo>
                <a:lnTo>
                  <a:pt x="533907" y="598169"/>
                </a:lnTo>
                <a:lnTo>
                  <a:pt x="529463" y="656589"/>
                </a:lnTo>
                <a:lnTo>
                  <a:pt x="522731" y="713739"/>
                </a:lnTo>
                <a:lnTo>
                  <a:pt x="513841" y="772159"/>
                </a:lnTo>
                <a:lnTo>
                  <a:pt x="502665" y="830579"/>
                </a:lnTo>
                <a:lnTo>
                  <a:pt x="493649" y="843279"/>
                </a:lnTo>
                <a:lnTo>
                  <a:pt x="516064" y="843279"/>
                </a:lnTo>
                <a:lnTo>
                  <a:pt x="518287" y="834389"/>
                </a:lnTo>
                <a:lnTo>
                  <a:pt x="536193" y="798829"/>
                </a:lnTo>
                <a:lnTo>
                  <a:pt x="542348" y="783589"/>
                </a:lnTo>
                <a:lnTo>
                  <a:pt x="527176" y="783589"/>
                </a:lnTo>
                <a:lnTo>
                  <a:pt x="536193" y="730249"/>
                </a:lnTo>
                <a:lnTo>
                  <a:pt x="542925" y="674369"/>
                </a:lnTo>
                <a:lnTo>
                  <a:pt x="547369" y="621029"/>
                </a:lnTo>
                <a:lnTo>
                  <a:pt x="549528" y="566419"/>
                </a:lnTo>
                <a:lnTo>
                  <a:pt x="551814" y="500379"/>
                </a:lnTo>
                <a:lnTo>
                  <a:pt x="551771" y="429259"/>
                </a:lnTo>
                <a:lnTo>
                  <a:pt x="549528" y="364489"/>
                </a:lnTo>
                <a:lnTo>
                  <a:pt x="542925" y="297179"/>
                </a:lnTo>
                <a:lnTo>
                  <a:pt x="531621" y="243839"/>
                </a:lnTo>
                <a:lnTo>
                  <a:pt x="516127" y="191769"/>
                </a:lnTo>
                <a:lnTo>
                  <a:pt x="507111" y="165099"/>
                </a:lnTo>
                <a:lnTo>
                  <a:pt x="480313" y="118109"/>
                </a:lnTo>
                <a:lnTo>
                  <a:pt x="453516" y="81279"/>
                </a:lnTo>
                <a:lnTo>
                  <a:pt x="424433" y="54609"/>
                </a:lnTo>
                <a:lnTo>
                  <a:pt x="406653" y="43179"/>
                </a:lnTo>
                <a:lnTo>
                  <a:pt x="396421" y="38099"/>
                </a:lnTo>
                <a:close/>
              </a:path>
              <a:path w="589915" h="976629">
                <a:moveTo>
                  <a:pt x="431647" y="17779"/>
                </a:moveTo>
                <a:lnTo>
                  <a:pt x="368680" y="17779"/>
                </a:lnTo>
                <a:lnTo>
                  <a:pt x="390905" y="20319"/>
                </a:lnTo>
                <a:lnTo>
                  <a:pt x="411099" y="26669"/>
                </a:lnTo>
                <a:lnTo>
                  <a:pt x="451230" y="49529"/>
                </a:lnTo>
                <a:lnTo>
                  <a:pt x="482600" y="81279"/>
                </a:lnTo>
                <a:lnTo>
                  <a:pt x="509396" y="118109"/>
                </a:lnTo>
                <a:lnTo>
                  <a:pt x="527176" y="152399"/>
                </a:lnTo>
                <a:lnTo>
                  <a:pt x="540638" y="190499"/>
                </a:lnTo>
                <a:lnTo>
                  <a:pt x="551814" y="229869"/>
                </a:lnTo>
                <a:lnTo>
                  <a:pt x="560704" y="273049"/>
                </a:lnTo>
                <a:lnTo>
                  <a:pt x="565150" y="314959"/>
                </a:lnTo>
                <a:lnTo>
                  <a:pt x="569722" y="355599"/>
                </a:lnTo>
                <a:lnTo>
                  <a:pt x="574167" y="435609"/>
                </a:lnTo>
                <a:lnTo>
                  <a:pt x="574167" y="556259"/>
                </a:lnTo>
                <a:lnTo>
                  <a:pt x="569722" y="598169"/>
                </a:lnTo>
                <a:lnTo>
                  <a:pt x="565150" y="638809"/>
                </a:lnTo>
                <a:lnTo>
                  <a:pt x="558419" y="678179"/>
                </a:lnTo>
                <a:lnTo>
                  <a:pt x="549528" y="716279"/>
                </a:lnTo>
                <a:lnTo>
                  <a:pt x="538352" y="756919"/>
                </a:lnTo>
                <a:lnTo>
                  <a:pt x="527176" y="783589"/>
                </a:lnTo>
                <a:lnTo>
                  <a:pt x="542348" y="783589"/>
                </a:lnTo>
                <a:lnTo>
                  <a:pt x="549528" y="765809"/>
                </a:lnTo>
                <a:lnTo>
                  <a:pt x="560704" y="727709"/>
                </a:lnTo>
                <a:lnTo>
                  <a:pt x="569722" y="689609"/>
                </a:lnTo>
                <a:lnTo>
                  <a:pt x="576326" y="651509"/>
                </a:lnTo>
                <a:lnTo>
                  <a:pt x="583056" y="613409"/>
                </a:lnTo>
                <a:lnTo>
                  <a:pt x="587501" y="538479"/>
                </a:lnTo>
                <a:lnTo>
                  <a:pt x="589787" y="488949"/>
                </a:lnTo>
                <a:lnTo>
                  <a:pt x="589787" y="391159"/>
                </a:lnTo>
                <a:lnTo>
                  <a:pt x="585215" y="341629"/>
                </a:lnTo>
                <a:lnTo>
                  <a:pt x="578611" y="292099"/>
                </a:lnTo>
                <a:lnTo>
                  <a:pt x="569722" y="243839"/>
                </a:lnTo>
                <a:lnTo>
                  <a:pt x="558419" y="196849"/>
                </a:lnTo>
                <a:lnTo>
                  <a:pt x="542925" y="149859"/>
                </a:lnTo>
                <a:lnTo>
                  <a:pt x="511555" y="90169"/>
                </a:lnTo>
                <a:lnTo>
                  <a:pt x="464692" y="40639"/>
                </a:lnTo>
                <a:lnTo>
                  <a:pt x="437895" y="20319"/>
                </a:lnTo>
                <a:lnTo>
                  <a:pt x="431647" y="17779"/>
                </a:lnTo>
                <a:close/>
              </a:path>
              <a:path w="589915" h="976629">
                <a:moveTo>
                  <a:pt x="149732" y="406399"/>
                </a:moveTo>
                <a:lnTo>
                  <a:pt x="147446" y="406399"/>
                </a:lnTo>
                <a:lnTo>
                  <a:pt x="145287" y="408939"/>
                </a:lnTo>
                <a:lnTo>
                  <a:pt x="143001" y="411479"/>
                </a:lnTo>
                <a:lnTo>
                  <a:pt x="145287" y="412749"/>
                </a:lnTo>
                <a:lnTo>
                  <a:pt x="167512" y="430529"/>
                </a:lnTo>
                <a:lnTo>
                  <a:pt x="194309" y="444499"/>
                </a:lnTo>
                <a:lnTo>
                  <a:pt x="223392" y="453389"/>
                </a:lnTo>
                <a:lnTo>
                  <a:pt x="252475" y="459739"/>
                </a:lnTo>
                <a:lnTo>
                  <a:pt x="256920" y="464819"/>
                </a:lnTo>
                <a:lnTo>
                  <a:pt x="261365" y="466089"/>
                </a:lnTo>
                <a:lnTo>
                  <a:pt x="265811" y="466089"/>
                </a:lnTo>
                <a:lnTo>
                  <a:pt x="270255" y="462279"/>
                </a:lnTo>
                <a:lnTo>
                  <a:pt x="308228" y="462279"/>
                </a:lnTo>
                <a:lnTo>
                  <a:pt x="348488" y="459739"/>
                </a:lnTo>
                <a:lnTo>
                  <a:pt x="417702" y="447039"/>
                </a:lnTo>
                <a:lnTo>
                  <a:pt x="424433" y="441959"/>
                </a:lnTo>
                <a:lnTo>
                  <a:pt x="424433" y="438149"/>
                </a:lnTo>
                <a:lnTo>
                  <a:pt x="308228" y="438149"/>
                </a:lnTo>
                <a:lnTo>
                  <a:pt x="276987" y="435609"/>
                </a:lnTo>
                <a:lnTo>
                  <a:pt x="277416" y="433069"/>
                </a:lnTo>
                <a:lnTo>
                  <a:pt x="256920" y="433069"/>
                </a:lnTo>
                <a:lnTo>
                  <a:pt x="230124" y="429259"/>
                </a:lnTo>
                <a:lnTo>
                  <a:pt x="149732" y="406399"/>
                </a:lnTo>
                <a:close/>
              </a:path>
              <a:path w="589915" h="976629">
                <a:moveTo>
                  <a:pt x="417702" y="426719"/>
                </a:moveTo>
                <a:lnTo>
                  <a:pt x="413257" y="426719"/>
                </a:lnTo>
                <a:lnTo>
                  <a:pt x="377570" y="433069"/>
                </a:lnTo>
                <a:lnTo>
                  <a:pt x="344042" y="438149"/>
                </a:lnTo>
                <a:lnTo>
                  <a:pt x="424433" y="438149"/>
                </a:lnTo>
                <a:lnTo>
                  <a:pt x="424433" y="433069"/>
                </a:lnTo>
                <a:lnTo>
                  <a:pt x="419988" y="429259"/>
                </a:lnTo>
                <a:lnTo>
                  <a:pt x="417702" y="426719"/>
                </a:lnTo>
                <a:close/>
              </a:path>
              <a:path w="589915" h="976629">
                <a:moveTo>
                  <a:pt x="295849" y="335279"/>
                </a:moveTo>
                <a:lnTo>
                  <a:pt x="274700" y="335279"/>
                </a:lnTo>
                <a:lnTo>
                  <a:pt x="256920" y="433069"/>
                </a:lnTo>
                <a:lnTo>
                  <a:pt x="277416" y="433069"/>
                </a:lnTo>
                <a:lnTo>
                  <a:pt x="286003" y="382269"/>
                </a:lnTo>
                <a:lnTo>
                  <a:pt x="295849" y="335279"/>
                </a:lnTo>
                <a:close/>
              </a:path>
              <a:path w="589915" h="976629">
                <a:moveTo>
                  <a:pt x="335025" y="49529"/>
                </a:moveTo>
                <a:lnTo>
                  <a:pt x="314959" y="49529"/>
                </a:lnTo>
                <a:lnTo>
                  <a:pt x="308228" y="78739"/>
                </a:lnTo>
                <a:lnTo>
                  <a:pt x="303783" y="109219"/>
                </a:lnTo>
                <a:lnTo>
                  <a:pt x="292607" y="116839"/>
                </a:lnTo>
                <a:lnTo>
                  <a:pt x="288163" y="116839"/>
                </a:lnTo>
                <a:lnTo>
                  <a:pt x="281431" y="118109"/>
                </a:lnTo>
                <a:lnTo>
                  <a:pt x="279273" y="125729"/>
                </a:lnTo>
                <a:lnTo>
                  <a:pt x="261365" y="226059"/>
                </a:lnTo>
                <a:lnTo>
                  <a:pt x="247903" y="328929"/>
                </a:lnTo>
                <a:lnTo>
                  <a:pt x="252475" y="337819"/>
                </a:lnTo>
                <a:lnTo>
                  <a:pt x="256920" y="339089"/>
                </a:lnTo>
                <a:lnTo>
                  <a:pt x="261365" y="339089"/>
                </a:lnTo>
                <a:lnTo>
                  <a:pt x="274700" y="335279"/>
                </a:lnTo>
                <a:lnTo>
                  <a:pt x="295849" y="335279"/>
                </a:lnTo>
                <a:lnTo>
                  <a:pt x="297179" y="328929"/>
                </a:lnTo>
                <a:lnTo>
                  <a:pt x="332866" y="318769"/>
                </a:lnTo>
                <a:lnTo>
                  <a:pt x="337312" y="318769"/>
                </a:lnTo>
                <a:lnTo>
                  <a:pt x="339598" y="314959"/>
                </a:lnTo>
                <a:lnTo>
                  <a:pt x="341756" y="308609"/>
                </a:lnTo>
                <a:lnTo>
                  <a:pt x="340119" y="297179"/>
                </a:lnTo>
                <a:lnTo>
                  <a:pt x="301625" y="297179"/>
                </a:lnTo>
                <a:lnTo>
                  <a:pt x="301625" y="288289"/>
                </a:lnTo>
                <a:lnTo>
                  <a:pt x="338846" y="288289"/>
                </a:lnTo>
                <a:lnTo>
                  <a:pt x="335025" y="261619"/>
                </a:lnTo>
                <a:lnTo>
                  <a:pt x="337312" y="214629"/>
                </a:lnTo>
                <a:lnTo>
                  <a:pt x="341756" y="167639"/>
                </a:lnTo>
                <a:lnTo>
                  <a:pt x="352932" y="123189"/>
                </a:lnTo>
                <a:lnTo>
                  <a:pt x="352932" y="120649"/>
                </a:lnTo>
                <a:lnTo>
                  <a:pt x="357377" y="118109"/>
                </a:lnTo>
                <a:lnTo>
                  <a:pt x="357377" y="111759"/>
                </a:lnTo>
                <a:lnTo>
                  <a:pt x="355218" y="107949"/>
                </a:lnTo>
                <a:lnTo>
                  <a:pt x="350774" y="105409"/>
                </a:lnTo>
                <a:lnTo>
                  <a:pt x="344042" y="102869"/>
                </a:lnTo>
                <a:lnTo>
                  <a:pt x="323976" y="102869"/>
                </a:lnTo>
                <a:lnTo>
                  <a:pt x="330580" y="52069"/>
                </a:lnTo>
                <a:lnTo>
                  <a:pt x="335025" y="49529"/>
                </a:lnTo>
                <a:close/>
              </a:path>
              <a:path w="589915" h="976629">
                <a:moveTo>
                  <a:pt x="338846" y="288289"/>
                </a:moveTo>
                <a:lnTo>
                  <a:pt x="317245" y="288289"/>
                </a:lnTo>
                <a:lnTo>
                  <a:pt x="319531" y="292099"/>
                </a:lnTo>
                <a:lnTo>
                  <a:pt x="314959" y="292099"/>
                </a:lnTo>
                <a:lnTo>
                  <a:pt x="301625" y="297179"/>
                </a:lnTo>
                <a:lnTo>
                  <a:pt x="340119" y="297179"/>
                </a:lnTo>
                <a:lnTo>
                  <a:pt x="338846" y="288289"/>
                </a:lnTo>
                <a:close/>
              </a:path>
              <a:path w="589915" h="976629">
                <a:moveTo>
                  <a:pt x="317245" y="288289"/>
                </a:moveTo>
                <a:lnTo>
                  <a:pt x="301625" y="288289"/>
                </a:lnTo>
                <a:lnTo>
                  <a:pt x="306069" y="292099"/>
                </a:lnTo>
                <a:lnTo>
                  <a:pt x="314959" y="292099"/>
                </a:lnTo>
                <a:lnTo>
                  <a:pt x="317245" y="288289"/>
                </a:lnTo>
                <a:close/>
              </a:path>
              <a:path w="589915" h="976629">
                <a:moveTo>
                  <a:pt x="388746" y="34289"/>
                </a:moveTo>
                <a:lnTo>
                  <a:pt x="272541" y="34289"/>
                </a:lnTo>
                <a:lnTo>
                  <a:pt x="286003" y="36829"/>
                </a:lnTo>
                <a:lnTo>
                  <a:pt x="299338" y="40639"/>
                </a:lnTo>
                <a:lnTo>
                  <a:pt x="312800" y="45719"/>
                </a:lnTo>
                <a:lnTo>
                  <a:pt x="335025" y="45719"/>
                </a:lnTo>
                <a:lnTo>
                  <a:pt x="335025" y="43179"/>
                </a:lnTo>
                <a:lnTo>
                  <a:pt x="332866" y="40639"/>
                </a:lnTo>
                <a:lnTo>
                  <a:pt x="346328" y="38099"/>
                </a:lnTo>
                <a:lnTo>
                  <a:pt x="396421" y="38099"/>
                </a:lnTo>
                <a:lnTo>
                  <a:pt x="388746" y="34289"/>
                </a:lnTo>
                <a:close/>
              </a:path>
              <a:path w="589915" h="976629">
                <a:moveTo>
                  <a:pt x="335025" y="20319"/>
                </a:moveTo>
                <a:lnTo>
                  <a:pt x="323976" y="20319"/>
                </a:lnTo>
                <a:lnTo>
                  <a:pt x="319531" y="31749"/>
                </a:lnTo>
                <a:lnTo>
                  <a:pt x="382777" y="31749"/>
                </a:lnTo>
                <a:lnTo>
                  <a:pt x="376809" y="29209"/>
                </a:lnTo>
                <a:lnTo>
                  <a:pt x="335025" y="29209"/>
                </a:lnTo>
                <a:lnTo>
                  <a:pt x="335025" y="20319"/>
                </a:lnTo>
                <a:close/>
              </a:path>
              <a:path w="589915" h="976629">
                <a:moveTo>
                  <a:pt x="370839" y="26669"/>
                </a:moveTo>
                <a:lnTo>
                  <a:pt x="344042" y="26669"/>
                </a:lnTo>
                <a:lnTo>
                  <a:pt x="335025" y="29209"/>
                </a:lnTo>
                <a:lnTo>
                  <a:pt x="376809" y="29209"/>
                </a:lnTo>
                <a:lnTo>
                  <a:pt x="370839" y="26669"/>
                </a:lnTo>
                <a:close/>
              </a:path>
              <a:path w="589915" h="976629">
                <a:moveTo>
                  <a:pt x="373125" y="0"/>
                </a:moveTo>
                <a:lnTo>
                  <a:pt x="355218" y="0"/>
                </a:lnTo>
                <a:lnTo>
                  <a:pt x="339598" y="2539"/>
                </a:lnTo>
                <a:lnTo>
                  <a:pt x="382015" y="2539"/>
                </a:lnTo>
                <a:lnTo>
                  <a:pt x="373125" y="0"/>
                </a:lnTo>
                <a:close/>
              </a:path>
            </a:pathLst>
          </a:custGeom>
          <a:solidFill>
            <a:srgbClr val="F8F8F8"/>
          </a:solidFill>
        </p:spPr>
        <p:txBody>
          <a:bodyPr wrap="square" lIns="0" tIns="0" rIns="0" bIns="0" rtlCol="0"/>
          <a:lstStyle/>
          <a:p>
            <a:endParaRPr dirty="0"/>
          </a:p>
        </p:txBody>
      </p:sp>
      <p:grpSp>
        <p:nvGrpSpPr>
          <p:cNvPr id="18" name="object 18"/>
          <p:cNvGrpSpPr/>
          <p:nvPr/>
        </p:nvGrpSpPr>
        <p:grpSpPr>
          <a:xfrm>
            <a:off x="0" y="0"/>
            <a:ext cx="12192000" cy="6858000"/>
            <a:chOff x="0" y="0"/>
            <a:chExt cx="12192000" cy="6858000"/>
          </a:xfrm>
        </p:grpSpPr>
        <p:sp>
          <p:nvSpPr>
            <p:cNvPr id="19" name="object 19"/>
            <p:cNvSpPr/>
            <p:nvPr/>
          </p:nvSpPr>
          <p:spPr>
            <a:xfrm>
              <a:off x="3259835" y="5163439"/>
              <a:ext cx="2543555" cy="1438529"/>
            </a:xfrm>
            <a:prstGeom prst="rect">
              <a:avLst/>
            </a:prstGeom>
            <a:blipFill>
              <a:blip r:embed="rId9" cstate="print"/>
              <a:stretch>
                <a:fillRect/>
              </a:stretch>
            </a:blipFill>
          </p:spPr>
          <p:txBody>
            <a:bodyPr wrap="square" lIns="0" tIns="0" rIns="0" bIns="0" rtlCol="0"/>
            <a:lstStyle/>
            <a:p>
              <a:endParaRPr dirty="0"/>
            </a:p>
          </p:txBody>
        </p:sp>
        <p:sp>
          <p:nvSpPr>
            <p:cNvPr id="20" name="object 20"/>
            <p:cNvSpPr/>
            <p:nvPr/>
          </p:nvSpPr>
          <p:spPr>
            <a:xfrm>
              <a:off x="0" y="0"/>
              <a:ext cx="12192000" cy="6857998"/>
            </a:xfrm>
            <a:prstGeom prst="rect">
              <a:avLst/>
            </a:prstGeom>
            <a:blipFill>
              <a:blip r:embed="rId10" cstate="print"/>
              <a:stretch>
                <a:fillRect/>
              </a:stretch>
            </a:blipFill>
          </p:spPr>
          <p:txBody>
            <a:bodyPr wrap="square" lIns="0" tIns="0" rIns="0" bIns="0" rtlCol="0"/>
            <a:lstStyle/>
            <a:p>
              <a:endParaRPr dirty="0"/>
            </a:p>
          </p:txBody>
        </p:sp>
      </p:grpSp>
      <p:sp>
        <p:nvSpPr>
          <p:cNvPr id="26"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latin typeface="Palatino Linotype" panose="02040502050505030304" pitchFamily="18" charset="0"/>
                <a:cs typeface="Calibri" pitchFamily="34" charset="0"/>
              </a:rPr>
              <a:t>Some</a:t>
            </a:r>
            <a:r>
              <a:rPr lang="en-US" sz="3200" dirty="0" smtClean="0">
                <a:solidFill>
                  <a:srgbClr val="C00000"/>
                </a:solidFill>
                <a:latin typeface="Palatino Linotype" panose="02040502050505030304" pitchFamily="18" charset="0"/>
                <a:cs typeface="Calibri" pitchFamily="34" charset="0"/>
              </a:rPr>
              <a:t> Programmatic</a:t>
            </a:r>
            <a:r>
              <a:rPr lang="en-US" sz="3200" dirty="0" smtClean="0">
                <a:solidFill>
                  <a:srgbClr val="FF0000"/>
                </a:solidFill>
                <a:latin typeface="Palatino Linotype" panose="02040502050505030304" pitchFamily="18" charset="0"/>
                <a:cs typeface="Calibri" pitchFamily="34" charset="0"/>
              </a:rPr>
              <a:t> SEO </a:t>
            </a:r>
            <a:r>
              <a:rPr lang="en-US" sz="3200" dirty="0" smtClean="0">
                <a:latin typeface="Palatino Linotype" panose="02040502050505030304" pitchFamily="18" charset="0"/>
                <a:cs typeface="Calibri" pitchFamily="34" charset="0"/>
              </a:rPr>
              <a:t>Tactics </a:t>
            </a:r>
            <a:endParaRPr lang="en-US" sz="3200" dirty="0">
              <a:latin typeface="Palatino Linotype" panose="02040502050505030304" pitchFamily="18" charset="0"/>
              <a:cs typeface="Calibri" pitchFamily="34" charset="0"/>
            </a:endParaRPr>
          </a:p>
        </p:txBody>
      </p:sp>
      <p:sp>
        <p:nvSpPr>
          <p:cNvPr id="21" name="TextBox 20"/>
          <p:cNvSpPr txBox="1"/>
          <p:nvPr/>
        </p:nvSpPr>
        <p:spPr>
          <a:xfrm>
            <a:off x="1444487" y="1215072"/>
            <a:ext cx="4265203" cy="1200329"/>
          </a:xfrm>
          <a:prstGeom prst="rect">
            <a:avLst/>
          </a:prstGeom>
          <a:noFill/>
        </p:spPr>
        <p:txBody>
          <a:bodyPr wrap="square" rtlCol="0">
            <a:spAutoFit/>
          </a:bodyPr>
          <a:lstStyle/>
          <a:p>
            <a:r>
              <a:rPr lang="en-US" sz="2400" b="1" dirty="0" smtClean="0"/>
              <a:t>Using Dynamically Generated Structured Schema with Tag Manager</a:t>
            </a:r>
            <a:endParaRPr lang="en-IN" sz="2400" b="1" dirty="0"/>
          </a:p>
        </p:txBody>
      </p:sp>
      <p:sp>
        <p:nvSpPr>
          <p:cNvPr id="25" name="Rectangle 24"/>
          <p:cNvSpPr/>
          <p:nvPr/>
        </p:nvSpPr>
        <p:spPr>
          <a:xfrm>
            <a:off x="1371632" y="2703922"/>
            <a:ext cx="4410911" cy="3539430"/>
          </a:xfrm>
          <a:prstGeom prst="rect">
            <a:avLst/>
          </a:prstGeom>
        </p:spPr>
        <p:txBody>
          <a:bodyPr wrap="square">
            <a:spAutoFit/>
          </a:bodyPr>
          <a:lstStyle/>
          <a:p>
            <a:r>
              <a:rPr lang="en-US" sz="1600" dirty="0" smtClean="0"/>
              <a:t>Schema Markup helps search engines better understand the content on the webpage. This helps in ranking content as structured data on Google SERPs, thus ranking on several search features like People Also Ask, Ratings, Extra Site Links, FAQs etc.</a:t>
            </a:r>
          </a:p>
          <a:p>
            <a:endParaRPr lang="en-US" sz="1600" dirty="0"/>
          </a:p>
          <a:p>
            <a:r>
              <a:rPr lang="en-US" sz="1600" dirty="0" smtClean="0"/>
              <a:t>However manually adding structured data onto Webpages is not scalable. Hence with the help of Google Tag Manager we can properly automate the application of schema markups into variety of webpages.</a:t>
            </a:r>
          </a:p>
          <a:p>
            <a:endParaRPr lang="en-US" sz="1600" dirty="0"/>
          </a:p>
          <a:p>
            <a:endParaRPr lang="en-US" sz="1600" dirty="0" smtClean="0"/>
          </a:p>
        </p:txBody>
      </p:sp>
      <p:pic>
        <p:nvPicPr>
          <p:cNvPr id="22" name="Picture 21"/>
          <p:cNvPicPr>
            <a:picLocks noChangeAspect="1"/>
          </p:cNvPicPr>
          <p:nvPr/>
        </p:nvPicPr>
        <p:blipFill>
          <a:blip r:embed="rId11"/>
          <a:stretch>
            <a:fillRect/>
          </a:stretch>
        </p:blipFill>
        <p:spPr>
          <a:xfrm>
            <a:off x="5949696" y="2943525"/>
            <a:ext cx="4541288" cy="2813624"/>
          </a:xfrm>
          <a:prstGeom prst="rect">
            <a:avLst/>
          </a:prstGeom>
        </p:spPr>
      </p:pic>
      <p:pic>
        <p:nvPicPr>
          <p:cNvPr id="23" name="Picture 22"/>
          <p:cNvPicPr>
            <a:picLocks noChangeAspect="1"/>
          </p:cNvPicPr>
          <p:nvPr/>
        </p:nvPicPr>
        <p:blipFill>
          <a:blip r:embed="rId12"/>
          <a:stretch>
            <a:fillRect/>
          </a:stretch>
        </p:blipFill>
        <p:spPr>
          <a:xfrm>
            <a:off x="9229725" y="1248239"/>
            <a:ext cx="1781175" cy="1419225"/>
          </a:xfrm>
          <a:prstGeom prst="rect">
            <a:avLst/>
          </a:prstGeom>
        </p:spPr>
      </p:pic>
      <p:cxnSp>
        <p:nvCxnSpPr>
          <p:cNvPr id="27" name="Curved Connector 26"/>
          <p:cNvCxnSpPr>
            <a:stCxn id="23" idx="1"/>
            <a:endCxn id="22" idx="0"/>
          </p:cNvCxnSpPr>
          <p:nvPr/>
        </p:nvCxnSpPr>
        <p:spPr>
          <a:xfrm rot="10800000" flipV="1">
            <a:off x="8220341" y="1957851"/>
            <a:ext cx="1009385" cy="985673"/>
          </a:xfrm>
          <a:prstGeom prst="curvedConnector2">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685917" y="5938241"/>
            <a:ext cx="2941982" cy="369332"/>
          </a:xfrm>
          <a:prstGeom prst="rect">
            <a:avLst/>
          </a:prstGeom>
          <a:noFill/>
        </p:spPr>
        <p:txBody>
          <a:bodyPr wrap="square" rtlCol="0">
            <a:spAutoFit/>
          </a:bodyPr>
          <a:lstStyle/>
          <a:p>
            <a:r>
              <a:rPr lang="en-US" b="1" dirty="0" smtClean="0">
                <a:solidFill>
                  <a:schemeClr val="tx1">
                    <a:lumMod val="85000"/>
                    <a:lumOff val="15000"/>
                  </a:schemeClr>
                </a:solidFill>
              </a:rPr>
              <a:t>All Data is given as sample</a:t>
            </a:r>
            <a:endParaRPr lang="en-IN" b="1" dirty="0">
              <a:solidFill>
                <a:schemeClr val="tx1">
                  <a:lumMod val="85000"/>
                  <a:lumOff val="15000"/>
                </a:schemeClr>
              </a:solidFill>
            </a:endParaRPr>
          </a:p>
        </p:txBody>
      </p:sp>
    </p:spTree>
    <p:extLst>
      <p:ext uri="{BB962C8B-B14F-4D97-AF65-F5344CB8AC3E}">
        <p14:creationId xmlns:p14="http://schemas.microsoft.com/office/powerpoint/2010/main" val="2137708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2548176" y="0"/>
              <a:ext cx="7100141" cy="208927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0" y="3250169"/>
              <a:ext cx="2179193" cy="1993900"/>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11542903" y="2974848"/>
              <a:ext cx="27305" cy="33655"/>
            </a:xfrm>
            <a:custGeom>
              <a:avLst/>
              <a:gdLst/>
              <a:ahLst/>
              <a:cxnLst/>
              <a:rect l="l" t="t" r="r" b="b"/>
              <a:pathLst>
                <a:path w="27304" h="33655">
                  <a:moveTo>
                    <a:pt x="20447" y="0"/>
                  </a:moveTo>
                  <a:lnTo>
                    <a:pt x="9017" y="0"/>
                  </a:lnTo>
                  <a:lnTo>
                    <a:pt x="0" y="8889"/>
                  </a:lnTo>
                  <a:lnTo>
                    <a:pt x="0" y="17906"/>
                  </a:lnTo>
                  <a:lnTo>
                    <a:pt x="2158" y="22351"/>
                  </a:lnTo>
                  <a:lnTo>
                    <a:pt x="2158" y="24637"/>
                  </a:lnTo>
                  <a:lnTo>
                    <a:pt x="4445" y="29082"/>
                  </a:lnTo>
                  <a:lnTo>
                    <a:pt x="9017" y="31241"/>
                  </a:lnTo>
                  <a:lnTo>
                    <a:pt x="11302" y="33400"/>
                  </a:lnTo>
                  <a:lnTo>
                    <a:pt x="15875" y="33400"/>
                  </a:lnTo>
                  <a:lnTo>
                    <a:pt x="25019" y="29082"/>
                  </a:lnTo>
                  <a:lnTo>
                    <a:pt x="27304" y="26797"/>
                  </a:lnTo>
                  <a:lnTo>
                    <a:pt x="27304" y="11175"/>
                  </a:lnTo>
                  <a:lnTo>
                    <a:pt x="25019" y="4444"/>
                  </a:lnTo>
                  <a:lnTo>
                    <a:pt x="20447" y="0"/>
                  </a:lnTo>
                  <a:close/>
                </a:path>
              </a:pathLst>
            </a:custGeom>
            <a:solidFill>
              <a:srgbClr val="F8F8F8"/>
            </a:solidFill>
          </p:spPr>
          <p:txBody>
            <a:bodyPr wrap="square" lIns="0" tIns="0" rIns="0" bIns="0" rtlCol="0"/>
            <a:lstStyle/>
            <a:p>
              <a:endParaRPr dirty="0"/>
            </a:p>
          </p:txBody>
        </p:sp>
        <p:sp>
          <p:nvSpPr>
            <p:cNvPr id="7" name="object 7"/>
            <p:cNvSpPr/>
            <p:nvPr/>
          </p:nvSpPr>
          <p:spPr>
            <a:xfrm>
              <a:off x="11466703" y="3921378"/>
              <a:ext cx="103504" cy="117220"/>
            </a:xfrm>
            <a:prstGeom prst="rect">
              <a:avLst/>
            </a:prstGeom>
            <a:blipFill>
              <a:blip r:embed="rId5" cstate="print"/>
              <a:stretch>
                <a:fillRect/>
              </a:stretch>
            </a:blipFill>
          </p:spPr>
          <p:txBody>
            <a:bodyPr wrap="square" lIns="0" tIns="0" rIns="0" bIns="0" rtlCol="0"/>
            <a:lstStyle/>
            <a:p>
              <a:endParaRPr dirty="0"/>
            </a:p>
          </p:txBody>
        </p:sp>
        <p:sp>
          <p:nvSpPr>
            <p:cNvPr id="8" name="object 8"/>
            <p:cNvSpPr/>
            <p:nvPr/>
          </p:nvSpPr>
          <p:spPr>
            <a:xfrm>
              <a:off x="11228959" y="2871342"/>
              <a:ext cx="687070" cy="1214755"/>
            </a:xfrm>
            <a:custGeom>
              <a:avLst/>
              <a:gdLst/>
              <a:ahLst/>
              <a:cxnLst/>
              <a:rect l="l" t="t" r="r" b="b"/>
              <a:pathLst>
                <a:path w="687070" h="1214754">
                  <a:moveTo>
                    <a:pt x="222059" y="157607"/>
                  </a:moveTo>
                  <a:lnTo>
                    <a:pt x="197485" y="155321"/>
                  </a:lnTo>
                  <a:lnTo>
                    <a:pt x="186309" y="157607"/>
                  </a:lnTo>
                  <a:lnTo>
                    <a:pt x="222059" y="157607"/>
                  </a:lnTo>
                  <a:close/>
                </a:path>
                <a:path w="687070" h="1214754">
                  <a:moveTo>
                    <a:pt x="422021" y="88138"/>
                  </a:moveTo>
                  <a:lnTo>
                    <a:pt x="417195" y="83693"/>
                  </a:lnTo>
                  <a:lnTo>
                    <a:pt x="405511" y="83693"/>
                  </a:lnTo>
                  <a:lnTo>
                    <a:pt x="400812" y="90297"/>
                  </a:lnTo>
                  <a:lnTo>
                    <a:pt x="400812" y="96901"/>
                  </a:lnTo>
                  <a:lnTo>
                    <a:pt x="405511" y="101346"/>
                  </a:lnTo>
                  <a:lnTo>
                    <a:pt x="412496" y="103378"/>
                  </a:lnTo>
                  <a:lnTo>
                    <a:pt x="422021" y="99060"/>
                  </a:lnTo>
                  <a:lnTo>
                    <a:pt x="422021" y="88138"/>
                  </a:lnTo>
                  <a:close/>
                </a:path>
                <a:path w="687070" h="1214754">
                  <a:moveTo>
                    <a:pt x="467741" y="136906"/>
                  </a:moveTo>
                  <a:lnTo>
                    <a:pt x="465455" y="134747"/>
                  </a:lnTo>
                  <a:lnTo>
                    <a:pt x="454406" y="130429"/>
                  </a:lnTo>
                  <a:lnTo>
                    <a:pt x="438785" y="128270"/>
                  </a:lnTo>
                  <a:lnTo>
                    <a:pt x="412242" y="126111"/>
                  </a:lnTo>
                  <a:lnTo>
                    <a:pt x="385572" y="121920"/>
                  </a:lnTo>
                  <a:lnTo>
                    <a:pt x="372237" y="121920"/>
                  </a:lnTo>
                  <a:lnTo>
                    <a:pt x="367792" y="123952"/>
                  </a:lnTo>
                  <a:lnTo>
                    <a:pt x="361188" y="126111"/>
                  </a:lnTo>
                  <a:lnTo>
                    <a:pt x="361188" y="128270"/>
                  </a:lnTo>
                  <a:lnTo>
                    <a:pt x="365506" y="132588"/>
                  </a:lnTo>
                  <a:lnTo>
                    <a:pt x="372237" y="134747"/>
                  </a:lnTo>
                  <a:lnTo>
                    <a:pt x="383286" y="139065"/>
                  </a:lnTo>
                  <a:lnTo>
                    <a:pt x="409956" y="141224"/>
                  </a:lnTo>
                  <a:lnTo>
                    <a:pt x="436626" y="145542"/>
                  </a:lnTo>
                  <a:lnTo>
                    <a:pt x="452120" y="147701"/>
                  </a:lnTo>
                  <a:lnTo>
                    <a:pt x="465455" y="145542"/>
                  </a:lnTo>
                  <a:lnTo>
                    <a:pt x="467741" y="143383"/>
                  </a:lnTo>
                  <a:lnTo>
                    <a:pt x="467741" y="136906"/>
                  </a:lnTo>
                  <a:close/>
                </a:path>
                <a:path w="687070" h="1214754">
                  <a:moveTo>
                    <a:pt x="636905" y="220218"/>
                  </a:moveTo>
                  <a:lnTo>
                    <a:pt x="634619" y="215646"/>
                  </a:lnTo>
                  <a:lnTo>
                    <a:pt x="630174" y="213487"/>
                  </a:lnTo>
                  <a:lnTo>
                    <a:pt x="625729" y="213004"/>
                  </a:lnTo>
                  <a:lnTo>
                    <a:pt x="625729" y="229108"/>
                  </a:lnTo>
                  <a:lnTo>
                    <a:pt x="616839" y="273812"/>
                  </a:lnTo>
                  <a:lnTo>
                    <a:pt x="610108" y="320802"/>
                  </a:lnTo>
                  <a:lnTo>
                    <a:pt x="598932" y="412369"/>
                  </a:lnTo>
                  <a:lnTo>
                    <a:pt x="572135" y="620268"/>
                  </a:lnTo>
                  <a:lnTo>
                    <a:pt x="558800" y="727583"/>
                  </a:lnTo>
                  <a:lnTo>
                    <a:pt x="543179" y="832739"/>
                  </a:lnTo>
                  <a:lnTo>
                    <a:pt x="509651" y="1045083"/>
                  </a:lnTo>
                  <a:lnTo>
                    <a:pt x="451739" y="1040638"/>
                  </a:lnTo>
                  <a:lnTo>
                    <a:pt x="395986" y="1033907"/>
                  </a:lnTo>
                  <a:lnTo>
                    <a:pt x="282194" y="1016000"/>
                  </a:lnTo>
                  <a:lnTo>
                    <a:pt x="217424" y="1004824"/>
                  </a:lnTo>
                  <a:lnTo>
                    <a:pt x="177419" y="998093"/>
                  </a:lnTo>
                  <a:lnTo>
                    <a:pt x="151447" y="995934"/>
                  </a:lnTo>
                  <a:lnTo>
                    <a:pt x="123952" y="993648"/>
                  </a:lnTo>
                  <a:lnTo>
                    <a:pt x="97155" y="993648"/>
                  </a:lnTo>
                  <a:lnTo>
                    <a:pt x="70358" y="995934"/>
                  </a:lnTo>
                  <a:lnTo>
                    <a:pt x="123952" y="582295"/>
                  </a:lnTo>
                  <a:lnTo>
                    <a:pt x="150622" y="372237"/>
                  </a:lnTo>
                  <a:lnTo>
                    <a:pt x="166243" y="269367"/>
                  </a:lnTo>
                  <a:lnTo>
                    <a:pt x="175133" y="166497"/>
                  </a:lnTo>
                  <a:lnTo>
                    <a:pt x="199771" y="173228"/>
                  </a:lnTo>
                  <a:lnTo>
                    <a:pt x="228727" y="177673"/>
                  </a:lnTo>
                  <a:lnTo>
                    <a:pt x="255524" y="179959"/>
                  </a:lnTo>
                  <a:lnTo>
                    <a:pt x="400431" y="202311"/>
                  </a:lnTo>
                  <a:lnTo>
                    <a:pt x="514223" y="217932"/>
                  </a:lnTo>
                  <a:lnTo>
                    <a:pt x="625729" y="229108"/>
                  </a:lnTo>
                  <a:lnTo>
                    <a:pt x="625729" y="213004"/>
                  </a:lnTo>
                  <a:lnTo>
                    <a:pt x="507492" y="200025"/>
                  </a:lnTo>
                  <a:lnTo>
                    <a:pt x="387096" y="184404"/>
                  </a:lnTo>
                  <a:lnTo>
                    <a:pt x="329057" y="175387"/>
                  </a:lnTo>
                  <a:lnTo>
                    <a:pt x="282460" y="166497"/>
                  </a:lnTo>
                  <a:lnTo>
                    <a:pt x="246634" y="159893"/>
                  </a:lnTo>
                  <a:lnTo>
                    <a:pt x="175133" y="159893"/>
                  </a:lnTo>
                  <a:lnTo>
                    <a:pt x="172974" y="159893"/>
                  </a:lnTo>
                  <a:lnTo>
                    <a:pt x="168529" y="159893"/>
                  </a:lnTo>
                  <a:lnTo>
                    <a:pt x="166243" y="162052"/>
                  </a:lnTo>
                  <a:lnTo>
                    <a:pt x="157353" y="208915"/>
                  </a:lnTo>
                  <a:lnTo>
                    <a:pt x="148463" y="258191"/>
                  </a:lnTo>
                  <a:lnTo>
                    <a:pt x="137287" y="354330"/>
                  </a:lnTo>
                  <a:lnTo>
                    <a:pt x="110490" y="564515"/>
                  </a:lnTo>
                  <a:lnTo>
                    <a:pt x="54737" y="1002538"/>
                  </a:lnTo>
                  <a:lnTo>
                    <a:pt x="54737" y="1007110"/>
                  </a:lnTo>
                  <a:lnTo>
                    <a:pt x="59182" y="1009269"/>
                  </a:lnTo>
                  <a:lnTo>
                    <a:pt x="65913" y="1009269"/>
                  </a:lnTo>
                  <a:lnTo>
                    <a:pt x="68072" y="1004824"/>
                  </a:lnTo>
                  <a:lnTo>
                    <a:pt x="97155" y="1011555"/>
                  </a:lnTo>
                  <a:lnTo>
                    <a:pt x="123952" y="1013841"/>
                  </a:lnTo>
                  <a:lnTo>
                    <a:pt x="293370" y="1033907"/>
                  </a:lnTo>
                  <a:lnTo>
                    <a:pt x="346964" y="1045083"/>
                  </a:lnTo>
                  <a:lnTo>
                    <a:pt x="400431" y="1054100"/>
                  </a:lnTo>
                  <a:lnTo>
                    <a:pt x="454025" y="1060704"/>
                  </a:lnTo>
                  <a:lnTo>
                    <a:pt x="507492" y="1060704"/>
                  </a:lnTo>
                  <a:lnTo>
                    <a:pt x="509651" y="1067435"/>
                  </a:lnTo>
                  <a:lnTo>
                    <a:pt x="514223" y="1069721"/>
                  </a:lnTo>
                  <a:lnTo>
                    <a:pt x="518668" y="1069721"/>
                  </a:lnTo>
                  <a:lnTo>
                    <a:pt x="520954" y="1067435"/>
                  </a:lnTo>
                  <a:lnTo>
                    <a:pt x="523113" y="1065149"/>
                  </a:lnTo>
                  <a:lnTo>
                    <a:pt x="523113" y="1058545"/>
                  </a:lnTo>
                  <a:lnTo>
                    <a:pt x="527558" y="1056259"/>
                  </a:lnTo>
                  <a:lnTo>
                    <a:pt x="529844" y="1054100"/>
                  </a:lnTo>
                  <a:lnTo>
                    <a:pt x="529844" y="1049655"/>
                  </a:lnTo>
                  <a:lnTo>
                    <a:pt x="525399" y="1045083"/>
                  </a:lnTo>
                  <a:lnTo>
                    <a:pt x="545465" y="948944"/>
                  </a:lnTo>
                  <a:lnTo>
                    <a:pt x="558800" y="850646"/>
                  </a:lnTo>
                  <a:lnTo>
                    <a:pt x="585597" y="656082"/>
                  </a:lnTo>
                  <a:lnTo>
                    <a:pt x="610108" y="448183"/>
                  </a:lnTo>
                  <a:lnTo>
                    <a:pt x="625729" y="338709"/>
                  </a:lnTo>
                  <a:lnTo>
                    <a:pt x="630174" y="284988"/>
                  </a:lnTo>
                  <a:lnTo>
                    <a:pt x="632460" y="255905"/>
                  </a:lnTo>
                  <a:lnTo>
                    <a:pt x="632460" y="229108"/>
                  </a:lnTo>
                  <a:lnTo>
                    <a:pt x="636905" y="226949"/>
                  </a:lnTo>
                  <a:lnTo>
                    <a:pt x="636905" y="220218"/>
                  </a:lnTo>
                  <a:close/>
                </a:path>
                <a:path w="687070" h="1214754">
                  <a:moveTo>
                    <a:pt x="687070" y="167386"/>
                  </a:moveTo>
                  <a:lnTo>
                    <a:pt x="684911" y="136144"/>
                  </a:lnTo>
                  <a:lnTo>
                    <a:pt x="678307" y="104902"/>
                  </a:lnTo>
                  <a:lnTo>
                    <a:pt x="680466" y="102616"/>
                  </a:lnTo>
                  <a:lnTo>
                    <a:pt x="678307" y="100457"/>
                  </a:lnTo>
                  <a:lnTo>
                    <a:pt x="673735" y="89154"/>
                  </a:lnTo>
                  <a:lnTo>
                    <a:pt x="673735" y="165100"/>
                  </a:lnTo>
                  <a:lnTo>
                    <a:pt x="673735" y="218694"/>
                  </a:lnTo>
                  <a:lnTo>
                    <a:pt x="669290" y="256667"/>
                  </a:lnTo>
                  <a:lnTo>
                    <a:pt x="660400" y="292354"/>
                  </a:lnTo>
                  <a:lnTo>
                    <a:pt x="644779" y="366014"/>
                  </a:lnTo>
                  <a:lnTo>
                    <a:pt x="633603" y="426339"/>
                  </a:lnTo>
                  <a:lnTo>
                    <a:pt x="624713" y="488823"/>
                  </a:lnTo>
                  <a:lnTo>
                    <a:pt x="611251" y="613918"/>
                  </a:lnTo>
                  <a:lnTo>
                    <a:pt x="597916" y="756793"/>
                  </a:lnTo>
                  <a:lnTo>
                    <a:pt x="580009" y="899668"/>
                  </a:lnTo>
                  <a:lnTo>
                    <a:pt x="571119" y="964438"/>
                  </a:lnTo>
                  <a:lnTo>
                    <a:pt x="548767" y="1089533"/>
                  </a:lnTo>
                  <a:lnTo>
                    <a:pt x="539877" y="1152017"/>
                  </a:lnTo>
                  <a:lnTo>
                    <a:pt x="508635" y="1185418"/>
                  </a:lnTo>
                  <a:lnTo>
                    <a:pt x="466217" y="1198880"/>
                  </a:lnTo>
                  <a:lnTo>
                    <a:pt x="430530" y="1198880"/>
                  </a:lnTo>
                  <a:lnTo>
                    <a:pt x="289941" y="1187704"/>
                  </a:lnTo>
                  <a:lnTo>
                    <a:pt x="189611" y="1180973"/>
                  </a:lnTo>
                  <a:lnTo>
                    <a:pt x="158369" y="1176528"/>
                  </a:lnTo>
                  <a:lnTo>
                    <a:pt x="133858" y="1172083"/>
                  </a:lnTo>
                  <a:lnTo>
                    <a:pt x="109220" y="1165352"/>
                  </a:lnTo>
                  <a:lnTo>
                    <a:pt x="113792" y="1160907"/>
                  </a:lnTo>
                  <a:lnTo>
                    <a:pt x="112280" y="1156462"/>
                  </a:lnTo>
                  <a:lnTo>
                    <a:pt x="111506" y="1154176"/>
                  </a:lnTo>
                  <a:lnTo>
                    <a:pt x="109220" y="1152017"/>
                  </a:lnTo>
                  <a:lnTo>
                    <a:pt x="102489" y="1149731"/>
                  </a:lnTo>
                  <a:lnTo>
                    <a:pt x="91440" y="1154176"/>
                  </a:lnTo>
                  <a:lnTo>
                    <a:pt x="80264" y="1156462"/>
                  </a:lnTo>
                  <a:lnTo>
                    <a:pt x="71374" y="1156462"/>
                  </a:lnTo>
                  <a:lnTo>
                    <a:pt x="62357" y="1154176"/>
                  </a:lnTo>
                  <a:lnTo>
                    <a:pt x="55626" y="1152017"/>
                  </a:lnTo>
                  <a:lnTo>
                    <a:pt x="46736" y="1147572"/>
                  </a:lnTo>
                  <a:lnTo>
                    <a:pt x="42291" y="1140841"/>
                  </a:lnTo>
                  <a:lnTo>
                    <a:pt x="35560" y="1134110"/>
                  </a:lnTo>
                  <a:lnTo>
                    <a:pt x="28956" y="1116330"/>
                  </a:lnTo>
                  <a:lnTo>
                    <a:pt x="24511" y="1096137"/>
                  </a:lnTo>
                  <a:lnTo>
                    <a:pt x="20066" y="1073785"/>
                  </a:lnTo>
                  <a:lnTo>
                    <a:pt x="20066" y="1022477"/>
                  </a:lnTo>
                  <a:lnTo>
                    <a:pt x="22225" y="995680"/>
                  </a:lnTo>
                  <a:lnTo>
                    <a:pt x="28956" y="944372"/>
                  </a:lnTo>
                  <a:lnTo>
                    <a:pt x="40132" y="870712"/>
                  </a:lnTo>
                  <a:lnTo>
                    <a:pt x="80264" y="589407"/>
                  </a:lnTo>
                  <a:lnTo>
                    <a:pt x="122555" y="305816"/>
                  </a:lnTo>
                  <a:lnTo>
                    <a:pt x="142748" y="165100"/>
                  </a:lnTo>
                  <a:lnTo>
                    <a:pt x="147193" y="122682"/>
                  </a:lnTo>
                  <a:lnTo>
                    <a:pt x="151638" y="95885"/>
                  </a:lnTo>
                  <a:lnTo>
                    <a:pt x="169418" y="46863"/>
                  </a:lnTo>
                  <a:lnTo>
                    <a:pt x="198501" y="13335"/>
                  </a:lnTo>
                  <a:lnTo>
                    <a:pt x="209677" y="11049"/>
                  </a:lnTo>
                  <a:lnTo>
                    <a:pt x="225298" y="11049"/>
                  </a:lnTo>
                  <a:lnTo>
                    <a:pt x="243078" y="17780"/>
                  </a:lnTo>
                  <a:lnTo>
                    <a:pt x="263144" y="22225"/>
                  </a:lnTo>
                  <a:lnTo>
                    <a:pt x="423799" y="40132"/>
                  </a:lnTo>
                  <a:lnTo>
                    <a:pt x="557784" y="57912"/>
                  </a:lnTo>
                  <a:lnTo>
                    <a:pt x="602361" y="64643"/>
                  </a:lnTo>
                  <a:lnTo>
                    <a:pt x="646938" y="80264"/>
                  </a:lnTo>
                  <a:lnTo>
                    <a:pt x="664845" y="104902"/>
                  </a:lnTo>
                  <a:lnTo>
                    <a:pt x="667004" y="107061"/>
                  </a:lnTo>
                  <a:lnTo>
                    <a:pt x="671576" y="109347"/>
                  </a:lnTo>
                  <a:lnTo>
                    <a:pt x="673735" y="165100"/>
                  </a:lnTo>
                  <a:lnTo>
                    <a:pt x="673735" y="89154"/>
                  </a:lnTo>
                  <a:lnTo>
                    <a:pt x="667004" y="80264"/>
                  </a:lnTo>
                  <a:lnTo>
                    <a:pt x="658114" y="73660"/>
                  </a:lnTo>
                  <a:lnTo>
                    <a:pt x="649224" y="66929"/>
                  </a:lnTo>
                  <a:lnTo>
                    <a:pt x="629158" y="55753"/>
                  </a:lnTo>
                  <a:lnTo>
                    <a:pt x="604647" y="49022"/>
                  </a:lnTo>
                  <a:lnTo>
                    <a:pt x="580009" y="44577"/>
                  </a:lnTo>
                  <a:lnTo>
                    <a:pt x="510794" y="37846"/>
                  </a:lnTo>
                  <a:lnTo>
                    <a:pt x="372491" y="20066"/>
                  </a:lnTo>
                  <a:lnTo>
                    <a:pt x="315544" y="11049"/>
                  </a:lnTo>
                  <a:lnTo>
                    <a:pt x="301117" y="8763"/>
                  </a:lnTo>
                  <a:lnTo>
                    <a:pt x="282130" y="6604"/>
                  </a:lnTo>
                  <a:lnTo>
                    <a:pt x="263144" y="4445"/>
                  </a:lnTo>
                  <a:lnTo>
                    <a:pt x="245364" y="4445"/>
                  </a:lnTo>
                  <a:lnTo>
                    <a:pt x="227584" y="6604"/>
                  </a:lnTo>
                  <a:lnTo>
                    <a:pt x="227584" y="4445"/>
                  </a:lnTo>
                  <a:lnTo>
                    <a:pt x="225298" y="4445"/>
                  </a:lnTo>
                  <a:lnTo>
                    <a:pt x="209677" y="0"/>
                  </a:lnTo>
                  <a:lnTo>
                    <a:pt x="196215" y="0"/>
                  </a:lnTo>
                  <a:lnTo>
                    <a:pt x="164973" y="22225"/>
                  </a:lnTo>
                  <a:lnTo>
                    <a:pt x="136017" y="107061"/>
                  </a:lnTo>
                  <a:lnTo>
                    <a:pt x="122555" y="196342"/>
                  </a:lnTo>
                  <a:lnTo>
                    <a:pt x="60198" y="620522"/>
                  </a:lnTo>
                  <a:lnTo>
                    <a:pt x="31115" y="812673"/>
                  </a:lnTo>
                  <a:lnTo>
                    <a:pt x="17780" y="908558"/>
                  </a:lnTo>
                  <a:lnTo>
                    <a:pt x="4318" y="1006856"/>
                  </a:lnTo>
                  <a:lnTo>
                    <a:pt x="2159" y="1040384"/>
                  </a:lnTo>
                  <a:lnTo>
                    <a:pt x="0" y="1058164"/>
                  </a:lnTo>
                  <a:lnTo>
                    <a:pt x="2159" y="1076071"/>
                  </a:lnTo>
                  <a:lnTo>
                    <a:pt x="4318" y="1096137"/>
                  </a:lnTo>
                  <a:lnTo>
                    <a:pt x="8763" y="1111758"/>
                  </a:lnTo>
                  <a:lnTo>
                    <a:pt x="40132" y="1156462"/>
                  </a:lnTo>
                  <a:lnTo>
                    <a:pt x="71374" y="1172083"/>
                  </a:lnTo>
                  <a:lnTo>
                    <a:pt x="89154" y="1172083"/>
                  </a:lnTo>
                  <a:lnTo>
                    <a:pt x="162814" y="1192149"/>
                  </a:lnTo>
                  <a:lnTo>
                    <a:pt x="187325" y="1196721"/>
                  </a:lnTo>
                  <a:lnTo>
                    <a:pt x="417195" y="1214501"/>
                  </a:lnTo>
                  <a:lnTo>
                    <a:pt x="479679" y="1214501"/>
                  </a:lnTo>
                  <a:lnTo>
                    <a:pt x="495300" y="1210056"/>
                  </a:lnTo>
                  <a:lnTo>
                    <a:pt x="522097" y="1201166"/>
                  </a:lnTo>
                  <a:lnTo>
                    <a:pt x="525843" y="1198880"/>
                  </a:lnTo>
                  <a:lnTo>
                    <a:pt x="533146" y="1194435"/>
                  </a:lnTo>
                  <a:lnTo>
                    <a:pt x="544322" y="1183259"/>
                  </a:lnTo>
                  <a:lnTo>
                    <a:pt x="551053" y="1172083"/>
                  </a:lnTo>
                  <a:lnTo>
                    <a:pt x="557784" y="1158621"/>
                  </a:lnTo>
                  <a:lnTo>
                    <a:pt x="559943" y="1140841"/>
                  </a:lnTo>
                  <a:lnTo>
                    <a:pt x="559943" y="1136396"/>
                  </a:lnTo>
                  <a:lnTo>
                    <a:pt x="573278" y="1073785"/>
                  </a:lnTo>
                  <a:lnTo>
                    <a:pt x="584581" y="1011301"/>
                  </a:lnTo>
                  <a:lnTo>
                    <a:pt x="593471" y="948817"/>
                  </a:lnTo>
                  <a:lnTo>
                    <a:pt x="602361" y="884047"/>
                  </a:lnTo>
                  <a:lnTo>
                    <a:pt x="615696" y="756793"/>
                  </a:lnTo>
                  <a:lnTo>
                    <a:pt x="626872" y="629539"/>
                  </a:lnTo>
                  <a:lnTo>
                    <a:pt x="640334" y="491109"/>
                  </a:lnTo>
                  <a:lnTo>
                    <a:pt x="649224" y="421894"/>
                  </a:lnTo>
                  <a:lnTo>
                    <a:pt x="662559" y="352679"/>
                  </a:lnTo>
                  <a:lnTo>
                    <a:pt x="676021" y="292354"/>
                  </a:lnTo>
                  <a:lnTo>
                    <a:pt x="684911" y="229870"/>
                  </a:lnTo>
                  <a:lnTo>
                    <a:pt x="687070" y="198628"/>
                  </a:lnTo>
                  <a:lnTo>
                    <a:pt x="687070" y="167386"/>
                  </a:lnTo>
                  <a:close/>
                </a:path>
              </a:pathLst>
            </a:custGeom>
            <a:solidFill>
              <a:srgbClr val="F8F8F8"/>
            </a:solidFill>
          </p:spPr>
          <p:txBody>
            <a:bodyPr wrap="square" lIns="0" tIns="0" rIns="0" bIns="0" rtlCol="0"/>
            <a:lstStyle/>
            <a:p>
              <a:endParaRPr dirty="0"/>
            </a:p>
          </p:txBody>
        </p:sp>
      </p:grpSp>
      <p:sp>
        <p:nvSpPr>
          <p:cNvPr id="9" name="object 9"/>
          <p:cNvSpPr/>
          <p:nvPr/>
        </p:nvSpPr>
        <p:spPr>
          <a:xfrm>
            <a:off x="9500616" y="4792979"/>
            <a:ext cx="356870" cy="1889760"/>
          </a:xfrm>
          <a:custGeom>
            <a:avLst/>
            <a:gdLst/>
            <a:ahLst/>
            <a:cxnLst/>
            <a:rect l="l" t="t" r="r" b="b"/>
            <a:pathLst>
              <a:path w="356870" h="1889759">
                <a:moveTo>
                  <a:pt x="333756" y="33528"/>
                </a:moveTo>
                <a:lnTo>
                  <a:pt x="295656" y="8890"/>
                </a:lnTo>
                <a:lnTo>
                  <a:pt x="255270" y="0"/>
                </a:lnTo>
                <a:lnTo>
                  <a:pt x="235204" y="2286"/>
                </a:lnTo>
                <a:lnTo>
                  <a:pt x="197104" y="15621"/>
                </a:lnTo>
                <a:lnTo>
                  <a:pt x="163576" y="40132"/>
                </a:lnTo>
                <a:lnTo>
                  <a:pt x="134366" y="93726"/>
                </a:lnTo>
                <a:lnTo>
                  <a:pt x="123190" y="133858"/>
                </a:lnTo>
                <a:lnTo>
                  <a:pt x="116459" y="173990"/>
                </a:lnTo>
                <a:lnTo>
                  <a:pt x="100838" y="312420"/>
                </a:lnTo>
                <a:lnTo>
                  <a:pt x="87376" y="450723"/>
                </a:lnTo>
                <a:lnTo>
                  <a:pt x="65024" y="729615"/>
                </a:lnTo>
                <a:lnTo>
                  <a:pt x="42545" y="1017409"/>
                </a:lnTo>
                <a:lnTo>
                  <a:pt x="22479" y="1305217"/>
                </a:lnTo>
                <a:lnTo>
                  <a:pt x="9017" y="1593011"/>
                </a:lnTo>
                <a:lnTo>
                  <a:pt x="0" y="1880819"/>
                </a:lnTo>
                <a:lnTo>
                  <a:pt x="0" y="1885315"/>
                </a:lnTo>
                <a:lnTo>
                  <a:pt x="2286" y="1887512"/>
                </a:lnTo>
                <a:lnTo>
                  <a:pt x="9017" y="1889760"/>
                </a:lnTo>
                <a:lnTo>
                  <a:pt x="15748" y="1887512"/>
                </a:lnTo>
                <a:lnTo>
                  <a:pt x="17907" y="1885315"/>
                </a:lnTo>
                <a:lnTo>
                  <a:pt x="17907" y="1880819"/>
                </a:lnTo>
                <a:lnTo>
                  <a:pt x="26924" y="1633169"/>
                </a:lnTo>
                <a:lnTo>
                  <a:pt x="53721" y="1137881"/>
                </a:lnTo>
                <a:lnTo>
                  <a:pt x="69469" y="887984"/>
                </a:lnTo>
                <a:lnTo>
                  <a:pt x="89662" y="640334"/>
                </a:lnTo>
                <a:lnTo>
                  <a:pt x="112014" y="392684"/>
                </a:lnTo>
                <a:lnTo>
                  <a:pt x="123190" y="272288"/>
                </a:lnTo>
                <a:lnTo>
                  <a:pt x="129921" y="209677"/>
                </a:lnTo>
                <a:lnTo>
                  <a:pt x="138938" y="149479"/>
                </a:lnTo>
                <a:lnTo>
                  <a:pt x="152400" y="96012"/>
                </a:lnTo>
                <a:lnTo>
                  <a:pt x="181356" y="49149"/>
                </a:lnTo>
                <a:lnTo>
                  <a:pt x="212852" y="26797"/>
                </a:lnTo>
                <a:lnTo>
                  <a:pt x="250825" y="17780"/>
                </a:lnTo>
                <a:lnTo>
                  <a:pt x="271018" y="17780"/>
                </a:lnTo>
                <a:lnTo>
                  <a:pt x="291211" y="22352"/>
                </a:lnTo>
                <a:lnTo>
                  <a:pt x="309118" y="29083"/>
                </a:lnTo>
                <a:lnTo>
                  <a:pt x="331470" y="40132"/>
                </a:lnTo>
                <a:lnTo>
                  <a:pt x="333756" y="37846"/>
                </a:lnTo>
                <a:lnTo>
                  <a:pt x="333756" y="33528"/>
                </a:lnTo>
                <a:close/>
              </a:path>
              <a:path w="356870" h="1889759">
                <a:moveTo>
                  <a:pt x="356616" y="255905"/>
                </a:moveTo>
                <a:lnTo>
                  <a:pt x="354330" y="251587"/>
                </a:lnTo>
                <a:lnTo>
                  <a:pt x="347599" y="251587"/>
                </a:lnTo>
                <a:lnTo>
                  <a:pt x="345313" y="255905"/>
                </a:lnTo>
                <a:lnTo>
                  <a:pt x="327279" y="441198"/>
                </a:lnTo>
                <a:lnTo>
                  <a:pt x="293497" y="992416"/>
                </a:lnTo>
                <a:lnTo>
                  <a:pt x="243840" y="1751203"/>
                </a:lnTo>
                <a:lnTo>
                  <a:pt x="246126" y="1753463"/>
                </a:lnTo>
                <a:lnTo>
                  <a:pt x="246126" y="1757895"/>
                </a:lnTo>
                <a:lnTo>
                  <a:pt x="250571" y="1760156"/>
                </a:lnTo>
                <a:lnTo>
                  <a:pt x="252857" y="1760156"/>
                </a:lnTo>
                <a:lnTo>
                  <a:pt x="261874" y="1757895"/>
                </a:lnTo>
                <a:lnTo>
                  <a:pt x="264160" y="1753463"/>
                </a:lnTo>
                <a:lnTo>
                  <a:pt x="264160" y="1751203"/>
                </a:lnTo>
                <a:lnTo>
                  <a:pt x="311531" y="1010310"/>
                </a:lnTo>
                <a:lnTo>
                  <a:pt x="338582" y="633095"/>
                </a:lnTo>
                <a:lnTo>
                  <a:pt x="349885" y="445643"/>
                </a:lnTo>
                <a:lnTo>
                  <a:pt x="354330" y="349758"/>
                </a:lnTo>
                <a:lnTo>
                  <a:pt x="356616" y="255905"/>
                </a:lnTo>
                <a:close/>
              </a:path>
            </a:pathLst>
          </a:custGeom>
          <a:solidFill>
            <a:srgbClr val="F8F8F8"/>
          </a:solidFill>
        </p:spPr>
        <p:txBody>
          <a:bodyPr wrap="square" lIns="0" tIns="0" rIns="0" bIns="0" rtlCol="0"/>
          <a:lstStyle/>
          <a:p>
            <a:endParaRPr dirty="0"/>
          </a:p>
        </p:txBody>
      </p:sp>
      <p:sp>
        <p:nvSpPr>
          <p:cNvPr id="10" name="object 10"/>
          <p:cNvSpPr/>
          <p:nvPr/>
        </p:nvSpPr>
        <p:spPr>
          <a:xfrm>
            <a:off x="9829800" y="4788534"/>
            <a:ext cx="2362200" cy="379730"/>
          </a:xfrm>
          <a:custGeom>
            <a:avLst/>
            <a:gdLst/>
            <a:ahLst/>
            <a:cxnLst/>
            <a:rect l="l" t="t" r="r" b="b"/>
            <a:pathLst>
              <a:path w="2362200" h="379729">
                <a:moveTo>
                  <a:pt x="1267968" y="196215"/>
                </a:moveTo>
                <a:lnTo>
                  <a:pt x="1265682" y="192024"/>
                </a:lnTo>
                <a:lnTo>
                  <a:pt x="1261110" y="187833"/>
                </a:lnTo>
                <a:lnTo>
                  <a:pt x="1258824" y="187833"/>
                </a:lnTo>
                <a:lnTo>
                  <a:pt x="1254252" y="185801"/>
                </a:lnTo>
                <a:lnTo>
                  <a:pt x="1242822" y="185801"/>
                </a:lnTo>
                <a:lnTo>
                  <a:pt x="1240536" y="189992"/>
                </a:lnTo>
                <a:lnTo>
                  <a:pt x="1236091" y="192024"/>
                </a:lnTo>
                <a:lnTo>
                  <a:pt x="1236091" y="204343"/>
                </a:lnTo>
                <a:lnTo>
                  <a:pt x="1238250" y="208534"/>
                </a:lnTo>
                <a:lnTo>
                  <a:pt x="1240536" y="208534"/>
                </a:lnTo>
                <a:lnTo>
                  <a:pt x="1242822" y="212725"/>
                </a:lnTo>
                <a:lnTo>
                  <a:pt x="1249680" y="212725"/>
                </a:lnTo>
                <a:lnTo>
                  <a:pt x="1254252" y="214757"/>
                </a:lnTo>
                <a:lnTo>
                  <a:pt x="1263396" y="210566"/>
                </a:lnTo>
                <a:lnTo>
                  <a:pt x="1267968" y="202311"/>
                </a:lnTo>
                <a:lnTo>
                  <a:pt x="1267968" y="196215"/>
                </a:lnTo>
                <a:close/>
              </a:path>
              <a:path w="2362200" h="379729">
                <a:moveTo>
                  <a:pt x="1382141" y="193929"/>
                </a:moveTo>
                <a:lnTo>
                  <a:pt x="1379982" y="187071"/>
                </a:lnTo>
                <a:lnTo>
                  <a:pt x="1370965" y="173609"/>
                </a:lnTo>
                <a:lnTo>
                  <a:pt x="1364234" y="171323"/>
                </a:lnTo>
                <a:lnTo>
                  <a:pt x="1355217" y="169037"/>
                </a:lnTo>
                <a:lnTo>
                  <a:pt x="1348359" y="169037"/>
                </a:lnTo>
                <a:lnTo>
                  <a:pt x="1341628" y="171323"/>
                </a:lnTo>
                <a:lnTo>
                  <a:pt x="1334897" y="175768"/>
                </a:lnTo>
                <a:lnTo>
                  <a:pt x="1325880" y="184785"/>
                </a:lnTo>
                <a:lnTo>
                  <a:pt x="1321435" y="191643"/>
                </a:lnTo>
                <a:lnTo>
                  <a:pt x="1321435" y="207391"/>
                </a:lnTo>
                <a:lnTo>
                  <a:pt x="1325880" y="214249"/>
                </a:lnTo>
                <a:lnTo>
                  <a:pt x="1328166" y="218694"/>
                </a:lnTo>
                <a:lnTo>
                  <a:pt x="1334897" y="225425"/>
                </a:lnTo>
                <a:lnTo>
                  <a:pt x="1348359" y="229997"/>
                </a:lnTo>
                <a:lnTo>
                  <a:pt x="1355217" y="229997"/>
                </a:lnTo>
                <a:lnTo>
                  <a:pt x="1364234" y="227711"/>
                </a:lnTo>
                <a:lnTo>
                  <a:pt x="1370965" y="223266"/>
                </a:lnTo>
                <a:lnTo>
                  <a:pt x="1379982" y="209677"/>
                </a:lnTo>
                <a:lnTo>
                  <a:pt x="1382141" y="202946"/>
                </a:lnTo>
                <a:lnTo>
                  <a:pt x="1382141" y="193929"/>
                </a:lnTo>
                <a:close/>
              </a:path>
              <a:path w="2362200" h="379729">
                <a:moveTo>
                  <a:pt x="2362073" y="357124"/>
                </a:moveTo>
                <a:lnTo>
                  <a:pt x="1513586" y="317119"/>
                </a:lnTo>
                <a:lnTo>
                  <a:pt x="1229995" y="301625"/>
                </a:lnTo>
                <a:lnTo>
                  <a:pt x="633730" y="263906"/>
                </a:lnTo>
                <a:lnTo>
                  <a:pt x="332232" y="241681"/>
                </a:lnTo>
                <a:lnTo>
                  <a:pt x="173736" y="228346"/>
                </a:lnTo>
                <a:lnTo>
                  <a:pt x="93345" y="224028"/>
                </a:lnTo>
                <a:lnTo>
                  <a:pt x="53213" y="224028"/>
                </a:lnTo>
                <a:lnTo>
                  <a:pt x="12954" y="226187"/>
                </a:lnTo>
                <a:lnTo>
                  <a:pt x="10795" y="228346"/>
                </a:lnTo>
                <a:lnTo>
                  <a:pt x="10795" y="232791"/>
                </a:lnTo>
                <a:lnTo>
                  <a:pt x="12954" y="232791"/>
                </a:lnTo>
                <a:lnTo>
                  <a:pt x="48641" y="239395"/>
                </a:lnTo>
                <a:lnTo>
                  <a:pt x="84455" y="243967"/>
                </a:lnTo>
                <a:lnTo>
                  <a:pt x="155829" y="250571"/>
                </a:lnTo>
                <a:lnTo>
                  <a:pt x="298831" y="257302"/>
                </a:lnTo>
                <a:lnTo>
                  <a:pt x="598043" y="279400"/>
                </a:lnTo>
                <a:lnTo>
                  <a:pt x="1212088" y="319405"/>
                </a:lnTo>
                <a:lnTo>
                  <a:pt x="1788287" y="354838"/>
                </a:lnTo>
                <a:lnTo>
                  <a:pt x="2074037" y="368173"/>
                </a:lnTo>
                <a:lnTo>
                  <a:pt x="2362073" y="379222"/>
                </a:lnTo>
                <a:lnTo>
                  <a:pt x="2362073" y="357124"/>
                </a:lnTo>
                <a:close/>
              </a:path>
              <a:path w="2362200" h="379729">
                <a:moveTo>
                  <a:pt x="2362073" y="151257"/>
                </a:moveTo>
                <a:lnTo>
                  <a:pt x="727837" y="59944"/>
                </a:lnTo>
                <a:lnTo>
                  <a:pt x="727125" y="57785"/>
                </a:lnTo>
                <a:lnTo>
                  <a:pt x="725678" y="53340"/>
                </a:lnTo>
                <a:lnTo>
                  <a:pt x="723392" y="48895"/>
                </a:lnTo>
                <a:lnTo>
                  <a:pt x="712216" y="42164"/>
                </a:lnTo>
                <a:lnTo>
                  <a:pt x="703326" y="39204"/>
                </a:lnTo>
                <a:lnTo>
                  <a:pt x="703326" y="57785"/>
                </a:lnTo>
                <a:lnTo>
                  <a:pt x="455549" y="44450"/>
                </a:lnTo>
                <a:lnTo>
                  <a:pt x="468884" y="37719"/>
                </a:lnTo>
                <a:lnTo>
                  <a:pt x="495681" y="33274"/>
                </a:lnTo>
                <a:lnTo>
                  <a:pt x="509143" y="33274"/>
                </a:lnTo>
                <a:lnTo>
                  <a:pt x="535813" y="35433"/>
                </a:lnTo>
                <a:lnTo>
                  <a:pt x="562610" y="40005"/>
                </a:lnTo>
                <a:lnTo>
                  <a:pt x="625221" y="44450"/>
                </a:lnTo>
                <a:lnTo>
                  <a:pt x="669798" y="51054"/>
                </a:lnTo>
                <a:lnTo>
                  <a:pt x="689864" y="53340"/>
                </a:lnTo>
                <a:lnTo>
                  <a:pt x="703326" y="57785"/>
                </a:lnTo>
                <a:lnTo>
                  <a:pt x="703326" y="39204"/>
                </a:lnTo>
                <a:lnTo>
                  <a:pt x="698881" y="37719"/>
                </a:lnTo>
                <a:lnTo>
                  <a:pt x="685419" y="35433"/>
                </a:lnTo>
                <a:lnTo>
                  <a:pt x="654177" y="33274"/>
                </a:lnTo>
                <a:lnTo>
                  <a:pt x="631952" y="33274"/>
                </a:lnTo>
                <a:lnTo>
                  <a:pt x="488950" y="17653"/>
                </a:lnTo>
                <a:lnTo>
                  <a:pt x="475615" y="17653"/>
                </a:lnTo>
                <a:lnTo>
                  <a:pt x="471043" y="22098"/>
                </a:lnTo>
                <a:lnTo>
                  <a:pt x="464439" y="26670"/>
                </a:lnTo>
                <a:lnTo>
                  <a:pt x="453263" y="42164"/>
                </a:lnTo>
                <a:lnTo>
                  <a:pt x="453263" y="44450"/>
                </a:lnTo>
                <a:lnTo>
                  <a:pt x="366141" y="37719"/>
                </a:lnTo>
                <a:lnTo>
                  <a:pt x="363982" y="33274"/>
                </a:lnTo>
                <a:lnTo>
                  <a:pt x="362864" y="31115"/>
                </a:lnTo>
                <a:lnTo>
                  <a:pt x="361696" y="28829"/>
                </a:lnTo>
                <a:lnTo>
                  <a:pt x="359537" y="28829"/>
                </a:lnTo>
                <a:lnTo>
                  <a:pt x="301498" y="24384"/>
                </a:lnTo>
                <a:lnTo>
                  <a:pt x="245618" y="17653"/>
                </a:lnTo>
                <a:lnTo>
                  <a:pt x="232041" y="15494"/>
                </a:lnTo>
                <a:lnTo>
                  <a:pt x="133985" y="0"/>
                </a:lnTo>
                <a:lnTo>
                  <a:pt x="129540" y="2159"/>
                </a:lnTo>
                <a:lnTo>
                  <a:pt x="127381" y="4318"/>
                </a:lnTo>
                <a:lnTo>
                  <a:pt x="127381" y="24384"/>
                </a:lnTo>
                <a:lnTo>
                  <a:pt x="133985" y="22098"/>
                </a:lnTo>
                <a:lnTo>
                  <a:pt x="136144" y="19939"/>
                </a:lnTo>
                <a:lnTo>
                  <a:pt x="136144" y="15494"/>
                </a:lnTo>
                <a:lnTo>
                  <a:pt x="171958" y="19939"/>
                </a:lnTo>
                <a:lnTo>
                  <a:pt x="209931" y="28829"/>
                </a:lnTo>
                <a:lnTo>
                  <a:pt x="232283" y="31115"/>
                </a:lnTo>
                <a:lnTo>
                  <a:pt x="158496" y="26670"/>
                </a:lnTo>
                <a:lnTo>
                  <a:pt x="91567" y="24384"/>
                </a:lnTo>
                <a:lnTo>
                  <a:pt x="71501" y="22098"/>
                </a:lnTo>
                <a:lnTo>
                  <a:pt x="40259" y="19939"/>
                </a:lnTo>
                <a:lnTo>
                  <a:pt x="13462" y="15494"/>
                </a:lnTo>
                <a:lnTo>
                  <a:pt x="6731" y="11049"/>
                </a:lnTo>
                <a:lnTo>
                  <a:pt x="6731" y="6604"/>
                </a:lnTo>
                <a:lnTo>
                  <a:pt x="8890" y="4318"/>
                </a:lnTo>
                <a:lnTo>
                  <a:pt x="6731" y="2159"/>
                </a:lnTo>
                <a:lnTo>
                  <a:pt x="2286" y="8763"/>
                </a:lnTo>
                <a:lnTo>
                  <a:pt x="0" y="13335"/>
                </a:lnTo>
                <a:lnTo>
                  <a:pt x="0" y="15494"/>
                </a:lnTo>
                <a:lnTo>
                  <a:pt x="4445" y="19939"/>
                </a:lnTo>
                <a:lnTo>
                  <a:pt x="17907" y="26670"/>
                </a:lnTo>
                <a:lnTo>
                  <a:pt x="35687" y="31115"/>
                </a:lnTo>
                <a:lnTo>
                  <a:pt x="73787" y="35433"/>
                </a:lnTo>
                <a:lnTo>
                  <a:pt x="91567" y="37719"/>
                </a:lnTo>
                <a:lnTo>
                  <a:pt x="2362073" y="168910"/>
                </a:lnTo>
                <a:lnTo>
                  <a:pt x="2362073" y="151257"/>
                </a:lnTo>
                <a:close/>
              </a:path>
            </a:pathLst>
          </a:custGeom>
          <a:solidFill>
            <a:srgbClr val="F8F8F8"/>
          </a:solidFill>
        </p:spPr>
        <p:txBody>
          <a:bodyPr wrap="square" lIns="0" tIns="0" rIns="0" bIns="0" rtlCol="0"/>
          <a:lstStyle/>
          <a:p>
            <a:endParaRPr dirty="0"/>
          </a:p>
        </p:txBody>
      </p:sp>
      <p:sp>
        <p:nvSpPr>
          <p:cNvPr id="11" name="object 11"/>
          <p:cNvSpPr/>
          <p:nvPr/>
        </p:nvSpPr>
        <p:spPr>
          <a:xfrm>
            <a:off x="11280775" y="6763577"/>
            <a:ext cx="94360" cy="65465"/>
          </a:xfrm>
          <a:prstGeom prst="rect">
            <a:avLst/>
          </a:prstGeom>
          <a:blipFill>
            <a:blip r:embed="rId6" cstate="print"/>
            <a:stretch>
              <a:fillRect/>
            </a:stretch>
          </a:blipFill>
        </p:spPr>
        <p:txBody>
          <a:bodyPr wrap="square" lIns="0" tIns="0" rIns="0" bIns="0" rtlCol="0"/>
          <a:lstStyle/>
          <a:p>
            <a:endParaRPr dirty="0"/>
          </a:p>
        </p:txBody>
      </p:sp>
      <p:grpSp>
        <p:nvGrpSpPr>
          <p:cNvPr id="12" name="object 12"/>
          <p:cNvGrpSpPr/>
          <p:nvPr/>
        </p:nvGrpSpPr>
        <p:grpSpPr>
          <a:xfrm>
            <a:off x="9490075" y="6551676"/>
            <a:ext cx="2701925" cy="299085"/>
            <a:chOff x="9490075" y="6551676"/>
            <a:chExt cx="2701925" cy="299085"/>
          </a:xfrm>
        </p:grpSpPr>
        <p:sp>
          <p:nvSpPr>
            <p:cNvPr id="13" name="object 13"/>
            <p:cNvSpPr/>
            <p:nvPr/>
          </p:nvSpPr>
          <p:spPr>
            <a:xfrm>
              <a:off x="9749028" y="6551676"/>
              <a:ext cx="2442845" cy="259715"/>
            </a:xfrm>
            <a:custGeom>
              <a:avLst/>
              <a:gdLst/>
              <a:ahLst/>
              <a:cxnLst/>
              <a:rect l="l" t="t" r="r" b="b"/>
              <a:pathLst>
                <a:path w="2442845" h="259715">
                  <a:moveTo>
                    <a:pt x="1447673" y="204660"/>
                  </a:moveTo>
                  <a:lnTo>
                    <a:pt x="1445514" y="202374"/>
                  </a:lnTo>
                  <a:lnTo>
                    <a:pt x="1441069" y="200152"/>
                  </a:lnTo>
                  <a:lnTo>
                    <a:pt x="1423162" y="196176"/>
                  </a:lnTo>
                  <a:lnTo>
                    <a:pt x="1423162" y="220560"/>
                  </a:lnTo>
                  <a:lnTo>
                    <a:pt x="1423162" y="229577"/>
                  </a:lnTo>
                  <a:lnTo>
                    <a:pt x="1420876" y="240969"/>
                  </a:lnTo>
                  <a:lnTo>
                    <a:pt x="1288796" y="229577"/>
                  </a:lnTo>
                  <a:lnTo>
                    <a:pt x="1230630" y="222783"/>
                  </a:lnTo>
                  <a:lnTo>
                    <a:pt x="1201547" y="220560"/>
                  </a:lnTo>
                  <a:lnTo>
                    <a:pt x="1172464" y="222783"/>
                  </a:lnTo>
                  <a:lnTo>
                    <a:pt x="1181354" y="172923"/>
                  </a:lnTo>
                  <a:lnTo>
                    <a:pt x="1212723" y="179730"/>
                  </a:lnTo>
                  <a:lnTo>
                    <a:pt x="1275334" y="184251"/>
                  </a:lnTo>
                  <a:lnTo>
                    <a:pt x="1306703" y="188760"/>
                  </a:lnTo>
                  <a:lnTo>
                    <a:pt x="1371727" y="202374"/>
                  </a:lnTo>
                  <a:lnTo>
                    <a:pt x="1393952" y="204660"/>
                  </a:lnTo>
                  <a:lnTo>
                    <a:pt x="1411986" y="209169"/>
                  </a:lnTo>
                  <a:lnTo>
                    <a:pt x="1418717" y="213753"/>
                  </a:lnTo>
                  <a:lnTo>
                    <a:pt x="1423162" y="220560"/>
                  </a:lnTo>
                  <a:lnTo>
                    <a:pt x="1423162" y="196176"/>
                  </a:lnTo>
                  <a:lnTo>
                    <a:pt x="1369441" y="184251"/>
                  </a:lnTo>
                  <a:lnTo>
                    <a:pt x="1307934" y="172923"/>
                  </a:lnTo>
                  <a:lnTo>
                    <a:pt x="1295527" y="170637"/>
                  </a:lnTo>
                  <a:lnTo>
                    <a:pt x="1237361" y="163830"/>
                  </a:lnTo>
                  <a:lnTo>
                    <a:pt x="1205992" y="161544"/>
                  </a:lnTo>
                  <a:lnTo>
                    <a:pt x="1176909" y="163830"/>
                  </a:lnTo>
                  <a:lnTo>
                    <a:pt x="1170178" y="163830"/>
                  </a:lnTo>
                  <a:lnTo>
                    <a:pt x="1159002" y="166128"/>
                  </a:lnTo>
                  <a:lnTo>
                    <a:pt x="1159002" y="168351"/>
                  </a:lnTo>
                  <a:lnTo>
                    <a:pt x="1167892" y="170637"/>
                  </a:lnTo>
                  <a:lnTo>
                    <a:pt x="1161288" y="195567"/>
                  </a:lnTo>
                  <a:lnTo>
                    <a:pt x="1156716" y="222783"/>
                  </a:lnTo>
                  <a:lnTo>
                    <a:pt x="1159002" y="227355"/>
                  </a:lnTo>
                  <a:lnTo>
                    <a:pt x="1161288" y="231876"/>
                  </a:lnTo>
                  <a:lnTo>
                    <a:pt x="1167892" y="231876"/>
                  </a:lnTo>
                  <a:lnTo>
                    <a:pt x="1172464" y="229577"/>
                  </a:lnTo>
                  <a:lnTo>
                    <a:pt x="1199261" y="236385"/>
                  </a:lnTo>
                  <a:lnTo>
                    <a:pt x="1230630" y="240969"/>
                  </a:lnTo>
                  <a:lnTo>
                    <a:pt x="1288796" y="245478"/>
                  </a:lnTo>
                  <a:lnTo>
                    <a:pt x="1429893" y="259092"/>
                  </a:lnTo>
                  <a:lnTo>
                    <a:pt x="1432052" y="256794"/>
                  </a:lnTo>
                  <a:lnTo>
                    <a:pt x="1436624" y="254571"/>
                  </a:lnTo>
                  <a:lnTo>
                    <a:pt x="1436624" y="245478"/>
                  </a:lnTo>
                  <a:lnTo>
                    <a:pt x="1438084" y="240969"/>
                  </a:lnTo>
                  <a:lnTo>
                    <a:pt x="1447673" y="211467"/>
                  </a:lnTo>
                  <a:lnTo>
                    <a:pt x="1447673" y="204660"/>
                  </a:lnTo>
                  <a:close/>
                </a:path>
                <a:path w="2442845" h="259715">
                  <a:moveTo>
                    <a:pt x="2442845" y="168910"/>
                  </a:moveTo>
                  <a:lnTo>
                    <a:pt x="2148205" y="140068"/>
                  </a:lnTo>
                  <a:lnTo>
                    <a:pt x="1853438" y="115570"/>
                  </a:lnTo>
                  <a:lnTo>
                    <a:pt x="1263904" y="71158"/>
                  </a:lnTo>
                  <a:lnTo>
                    <a:pt x="627507" y="31153"/>
                  </a:lnTo>
                  <a:lnTo>
                    <a:pt x="308229" y="13335"/>
                  </a:lnTo>
                  <a:lnTo>
                    <a:pt x="156337" y="2247"/>
                  </a:lnTo>
                  <a:lnTo>
                    <a:pt x="78232" y="0"/>
                  </a:lnTo>
                  <a:lnTo>
                    <a:pt x="40132" y="0"/>
                  </a:lnTo>
                  <a:lnTo>
                    <a:pt x="2286" y="2247"/>
                  </a:lnTo>
                  <a:lnTo>
                    <a:pt x="0" y="4483"/>
                  </a:lnTo>
                  <a:lnTo>
                    <a:pt x="2286" y="6667"/>
                  </a:lnTo>
                  <a:lnTo>
                    <a:pt x="37973" y="13335"/>
                  </a:lnTo>
                  <a:lnTo>
                    <a:pt x="73660" y="17818"/>
                  </a:lnTo>
                  <a:lnTo>
                    <a:pt x="145161" y="22237"/>
                  </a:lnTo>
                  <a:lnTo>
                    <a:pt x="290322" y="26733"/>
                  </a:lnTo>
                  <a:lnTo>
                    <a:pt x="609600" y="44488"/>
                  </a:lnTo>
                  <a:lnTo>
                    <a:pt x="926719" y="64490"/>
                  </a:lnTo>
                  <a:lnTo>
                    <a:pt x="1245997" y="86728"/>
                  </a:lnTo>
                  <a:lnTo>
                    <a:pt x="1844421" y="135572"/>
                  </a:lnTo>
                  <a:lnTo>
                    <a:pt x="2442845" y="188912"/>
                  </a:lnTo>
                  <a:lnTo>
                    <a:pt x="2442845" y="168910"/>
                  </a:lnTo>
                  <a:close/>
                </a:path>
              </a:pathLst>
            </a:custGeom>
            <a:solidFill>
              <a:srgbClr val="F8F8F8"/>
            </a:solidFill>
          </p:spPr>
          <p:txBody>
            <a:bodyPr wrap="square" lIns="0" tIns="0" rIns="0" bIns="0" rtlCol="0"/>
            <a:lstStyle/>
            <a:p>
              <a:endParaRPr dirty="0"/>
            </a:p>
          </p:txBody>
        </p:sp>
        <p:sp>
          <p:nvSpPr>
            <p:cNvPr id="14" name="object 14"/>
            <p:cNvSpPr/>
            <p:nvPr/>
          </p:nvSpPr>
          <p:spPr>
            <a:xfrm>
              <a:off x="10713719" y="6682803"/>
              <a:ext cx="106552" cy="91309"/>
            </a:xfrm>
            <a:prstGeom prst="rect">
              <a:avLst/>
            </a:prstGeom>
            <a:blipFill>
              <a:blip r:embed="rId7" cstate="print"/>
              <a:stretch>
                <a:fillRect/>
              </a:stretch>
            </a:blipFill>
          </p:spPr>
          <p:txBody>
            <a:bodyPr wrap="square" lIns="0" tIns="0" rIns="0" bIns="0" rtlCol="0"/>
            <a:lstStyle/>
            <a:p>
              <a:endParaRPr dirty="0"/>
            </a:p>
          </p:txBody>
        </p:sp>
        <p:sp>
          <p:nvSpPr>
            <p:cNvPr id="15" name="object 15"/>
            <p:cNvSpPr/>
            <p:nvPr/>
          </p:nvSpPr>
          <p:spPr>
            <a:xfrm>
              <a:off x="9490075" y="6672135"/>
              <a:ext cx="1550035" cy="178435"/>
            </a:xfrm>
            <a:custGeom>
              <a:avLst/>
              <a:gdLst/>
              <a:ahLst/>
              <a:cxnLst/>
              <a:rect l="l" t="t" r="r" b="b"/>
              <a:pathLst>
                <a:path w="1550034" h="178434">
                  <a:moveTo>
                    <a:pt x="6603" y="0"/>
                  </a:moveTo>
                  <a:lnTo>
                    <a:pt x="4445" y="0"/>
                  </a:lnTo>
                  <a:lnTo>
                    <a:pt x="0" y="2184"/>
                  </a:lnTo>
                  <a:lnTo>
                    <a:pt x="0" y="6692"/>
                  </a:lnTo>
                  <a:lnTo>
                    <a:pt x="4445" y="24485"/>
                  </a:lnTo>
                  <a:lnTo>
                    <a:pt x="49149" y="69035"/>
                  </a:lnTo>
                  <a:lnTo>
                    <a:pt x="98171" y="84655"/>
                  </a:lnTo>
                  <a:lnTo>
                    <a:pt x="160781" y="95775"/>
                  </a:lnTo>
                  <a:lnTo>
                    <a:pt x="225425" y="102459"/>
                  </a:lnTo>
                  <a:lnTo>
                    <a:pt x="350520" y="111395"/>
                  </a:lnTo>
                  <a:lnTo>
                    <a:pt x="631951" y="135884"/>
                  </a:lnTo>
                  <a:lnTo>
                    <a:pt x="911098" y="158189"/>
                  </a:lnTo>
                  <a:lnTo>
                    <a:pt x="1201293" y="178243"/>
                  </a:lnTo>
                  <a:lnTo>
                    <a:pt x="1549780" y="178243"/>
                  </a:lnTo>
                  <a:lnTo>
                    <a:pt x="1275079" y="162623"/>
                  </a:lnTo>
                  <a:lnTo>
                    <a:pt x="1000378" y="144819"/>
                  </a:lnTo>
                  <a:lnTo>
                    <a:pt x="745744" y="127015"/>
                  </a:lnTo>
                  <a:lnTo>
                    <a:pt x="491235" y="104710"/>
                  </a:lnTo>
                  <a:lnTo>
                    <a:pt x="227710" y="80220"/>
                  </a:lnTo>
                  <a:lnTo>
                    <a:pt x="171830" y="75721"/>
                  </a:lnTo>
                  <a:lnTo>
                    <a:pt x="102743" y="69035"/>
                  </a:lnTo>
                  <a:lnTo>
                    <a:pt x="55752" y="53479"/>
                  </a:lnTo>
                  <a:lnTo>
                    <a:pt x="22351" y="28930"/>
                  </a:lnTo>
                  <a:lnTo>
                    <a:pt x="11049" y="4432"/>
                  </a:lnTo>
                  <a:lnTo>
                    <a:pt x="6603" y="0"/>
                  </a:lnTo>
                  <a:close/>
                </a:path>
              </a:pathLst>
            </a:custGeom>
            <a:solidFill>
              <a:srgbClr val="F8F8F8"/>
            </a:solidFill>
          </p:spPr>
          <p:txBody>
            <a:bodyPr wrap="square" lIns="0" tIns="0" rIns="0" bIns="0" rtlCol="0"/>
            <a:lstStyle/>
            <a:p>
              <a:endParaRPr dirty="0"/>
            </a:p>
          </p:txBody>
        </p:sp>
      </p:grpSp>
      <p:sp>
        <p:nvSpPr>
          <p:cNvPr id="16" name="object 16"/>
          <p:cNvSpPr/>
          <p:nvPr/>
        </p:nvSpPr>
        <p:spPr>
          <a:xfrm>
            <a:off x="301815" y="1054735"/>
            <a:ext cx="1554289" cy="1086485"/>
          </a:xfrm>
          <a:prstGeom prst="rect">
            <a:avLst/>
          </a:prstGeom>
          <a:blipFill>
            <a:blip r:embed="rId8" cstate="print"/>
            <a:stretch>
              <a:fillRect/>
            </a:stretch>
          </a:blipFill>
        </p:spPr>
        <p:txBody>
          <a:bodyPr wrap="square" lIns="0" tIns="0" rIns="0" bIns="0" rtlCol="0"/>
          <a:lstStyle/>
          <a:p>
            <a:endParaRPr dirty="0"/>
          </a:p>
        </p:txBody>
      </p:sp>
      <p:sp>
        <p:nvSpPr>
          <p:cNvPr id="17" name="object 17"/>
          <p:cNvSpPr/>
          <p:nvPr/>
        </p:nvSpPr>
        <p:spPr>
          <a:xfrm>
            <a:off x="5949696" y="5514022"/>
            <a:ext cx="589915" cy="976630"/>
          </a:xfrm>
          <a:custGeom>
            <a:avLst/>
            <a:gdLst/>
            <a:ahLst/>
            <a:cxnLst/>
            <a:rect l="l" t="t" r="r" b="b"/>
            <a:pathLst>
              <a:path w="589915" h="976629">
                <a:moveTo>
                  <a:pt x="337312" y="0"/>
                </a:moveTo>
                <a:lnTo>
                  <a:pt x="332866" y="0"/>
                </a:lnTo>
                <a:lnTo>
                  <a:pt x="332866" y="2539"/>
                </a:lnTo>
                <a:lnTo>
                  <a:pt x="265811" y="16509"/>
                </a:lnTo>
                <a:lnTo>
                  <a:pt x="201040" y="31749"/>
                </a:lnTo>
                <a:lnTo>
                  <a:pt x="196595" y="34289"/>
                </a:lnTo>
                <a:lnTo>
                  <a:pt x="194309" y="38099"/>
                </a:lnTo>
                <a:lnTo>
                  <a:pt x="172084" y="52069"/>
                </a:lnTo>
                <a:lnTo>
                  <a:pt x="133984" y="87629"/>
                </a:lnTo>
                <a:lnTo>
                  <a:pt x="107187" y="125729"/>
                </a:lnTo>
                <a:lnTo>
                  <a:pt x="82676" y="179069"/>
                </a:lnTo>
                <a:lnTo>
                  <a:pt x="71500" y="217169"/>
                </a:lnTo>
                <a:lnTo>
                  <a:pt x="62611" y="255269"/>
                </a:lnTo>
                <a:lnTo>
                  <a:pt x="49149" y="308609"/>
                </a:lnTo>
                <a:lnTo>
                  <a:pt x="37973" y="364489"/>
                </a:lnTo>
                <a:lnTo>
                  <a:pt x="29082" y="419099"/>
                </a:lnTo>
                <a:lnTo>
                  <a:pt x="20065" y="474979"/>
                </a:lnTo>
                <a:lnTo>
                  <a:pt x="9016" y="562609"/>
                </a:lnTo>
                <a:lnTo>
                  <a:pt x="4571" y="609599"/>
                </a:lnTo>
                <a:lnTo>
                  <a:pt x="2162" y="656589"/>
                </a:lnTo>
                <a:lnTo>
                  <a:pt x="0" y="701039"/>
                </a:lnTo>
                <a:lnTo>
                  <a:pt x="4571" y="789939"/>
                </a:lnTo>
                <a:lnTo>
                  <a:pt x="13462" y="831849"/>
                </a:lnTo>
                <a:lnTo>
                  <a:pt x="31368" y="883919"/>
                </a:lnTo>
                <a:lnTo>
                  <a:pt x="60325" y="923289"/>
                </a:lnTo>
                <a:lnTo>
                  <a:pt x="71500" y="932179"/>
                </a:lnTo>
                <a:lnTo>
                  <a:pt x="84962" y="943609"/>
                </a:lnTo>
                <a:lnTo>
                  <a:pt x="98298" y="949959"/>
                </a:lnTo>
                <a:lnTo>
                  <a:pt x="111759" y="957579"/>
                </a:lnTo>
                <a:lnTo>
                  <a:pt x="143001" y="969009"/>
                </a:lnTo>
                <a:lnTo>
                  <a:pt x="176529" y="975359"/>
                </a:lnTo>
                <a:lnTo>
                  <a:pt x="212216" y="976629"/>
                </a:lnTo>
                <a:lnTo>
                  <a:pt x="252475" y="976629"/>
                </a:lnTo>
                <a:lnTo>
                  <a:pt x="292607" y="975359"/>
                </a:lnTo>
                <a:lnTo>
                  <a:pt x="330580" y="969009"/>
                </a:lnTo>
                <a:lnTo>
                  <a:pt x="366394" y="958849"/>
                </a:lnTo>
                <a:lnTo>
                  <a:pt x="207771" y="958849"/>
                </a:lnTo>
                <a:lnTo>
                  <a:pt x="169799" y="955039"/>
                </a:lnTo>
                <a:lnTo>
                  <a:pt x="151891" y="952499"/>
                </a:lnTo>
                <a:lnTo>
                  <a:pt x="116204" y="939799"/>
                </a:lnTo>
                <a:lnTo>
                  <a:pt x="100456" y="932179"/>
                </a:lnTo>
                <a:lnTo>
                  <a:pt x="87121" y="922019"/>
                </a:lnTo>
                <a:lnTo>
                  <a:pt x="71500" y="910589"/>
                </a:lnTo>
                <a:lnTo>
                  <a:pt x="49149" y="878839"/>
                </a:lnTo>
                <a:lnTo>
                  <a:pt x="31368" y="840739"/>
                </a:lnTo>
                <a:lnTo>
                  <a:pt x="17906" y="769619"/>
                </a:lnTo>
                <a:lnTo>
                  <a:pt x="15620" y="731519"/>
                </a:lnTo>
                <a:lnTo>
                  <a:pt x="17906" y="694689"/>
                </a:lnTo>
                <a:lnTo>
                  <a:pt x="22351" y="618489"/>
                </a:lnTo>
                <a:lnTo>
                  <a:pt x="29082" y="544829"/>
                </a:lnTo>
                <a:lnTo>
                  <a:pt x="51434" y="379729"/>
                </a:lnTo>
                <a:lnTo>
                  <a:pt x="69214" y="299719"/>
                </a:lnTo>
                <a:lnTo>
                  <a:pt x="89407" y="217169"/>
                </a:lnTo>
                <a:lnTo>
                  <a:pt x="107187" y="167639"/>
                </a:lnTo>
                <a:lnTo>
                  <a:pt x="136270" y="116839"/>
                </a:lnTo>
                <a:lnTo>
                  <a:pt x="172084" y="73659"/>
                </a:lnTo>
                <a:lnTo>
                  <a:pt x="216662" y="45719"/>
                </a:lnTo>
                <a:lnTo>
                  <a:pt x="259206" y="34289"/>
                </a:lnTo>
                <a:lnTo>
                  <a:pt x="388746" y="34289"/>
                </a:lnTo>
                <a:lnTo>
                  <a:pt x="382777" y="31749"/>
                </a:lnTo>
                <a:lnTo>
                  <a:pt x="319531" y="31749"/>
                </a:lnTo>
                <a:lnTo>
                  <a:pt x="301625" y="25399"/>
                </a:lnTo>
                <a:lnTo>
                  <a:pt x="323976" y="20319"/>
                </a:lnTo>
                <a:lnTo>
                  <a:pt x="335025" y="20319"/>
                </a:lnTo>
                <a:lnTo>
                  <a:pt x="368680" y="17779"/>
                </a:lnTo>
                <a:lnTo>
                  <a:pt x="431647" y="17779"/>
                </a:lnTo>
                <a:lnTo>
                  <a:pt x="406653" y="7619"/>
                </a:lnTo>
                <a:lnTo>
                  <a:pt x="390905" y="5079"/>
                </a:lnTo>
                <a:lnTo>
                  <a:pt x="382015" y="2539"/>
                </a:lnTo>
                <a:lnTo>
                  <a:pt x="339598" y="2539"/>
                </a:lnTo>
                <a:lnTo>
                  <a:pt x="337312" y="0"/>
                </a:lnTo>
                <a:close/>
              </a:path>
              <a:path w="589915" h="976629">
                <a:moveTo>
                  <a:pt x="438057" y="925829"/>
                </a:moveTo>
                <a:lnTo>
                  <a:pt x="399923" y="925829"/>
                </a:lnTo>
                <a:lnTo>
                  <a:pt x="373125" y="937259"/>
                </a:lnTo>
                <a:lnTo>
                  <a:pt x="346328" y="946149"/>
                </a:lnTo>
                <a:lnTo>
                  <a:pt x="317245" y="952499"/>
                </a:lnTo>
                <a:lnTo>
                  <a:pt x="288163" y="957579"/>
                </a:lnTo>
                <a:lnTo>
                  <a:pt x="247903" y="958849"/>
                </a:lnTo>
                <a:lnTo>
                  <a:pt x="366394" y="958849"/>
                </a:lnTo>
                <a:lnTo>
                  <a:pt x="402208" y="946149"/>
                </a:lnTo>
                <a:lnTo>
                  <a:pt x="417702" y="937259"/>
                </a:lnTo>
                <a:lnTo>
                  <a:pt x="435609" y="928369"/>
                </a:lnTo>
                <a:lnTo>
                  <a:pt x="438057" y="925829"/>
                </a:lnTo>
                <a:close/>
              </a:path>
              <a:path w="589915" h="976629">
                <a:moveTo>
                  <a:pt x="297179" y="43179"/>
                </a:moveTo>
                <a:lnTo>
                  <a:pt x="279273" y="43179"/>
                </a:lnTo>
                <a:lnTo>
                  <a:pt x="263651" y="46989"/>
                </a:lnTo>
                <a:lnTo>
                  <a:pt x="216662" y="69849"/>
                </a:lnTo>
                <a:lnTo>
                  <a:pt x="174243" y="107949"/>
                </a:lnTo>
                <a:lnTo>
                  <a:pt x="147446" y="147319"/>
                </a:lnTo>
                <a:lnTo>
                  <a:pt x="120650" y="212089"/>
                </a:lnTo>
                <a:lnTo>
                  <a:pt x="105028" y="256539"/>
                </a:lnTo>
                <a:lnTo>
                  <a:pt x="87121" y="314959"/>
                </a:lnTo>
                <a:lnTo>
                  <a:pt x="71500" y="374649"/>
                </a:lnTo>
                <a:lnTo>
                  <a:pt x="55879" y="438149"/>
                </a:lnTo>
                <a:lnTo>
                  <a:pt x="33527" y="562609"/>
                </a:lnTo>
                <a:lnTo>
                  <a:pt x="26796" y="624839"/>
                </a:lnTo>
                <a:lnTo>
                  <a:pt x="24637" y="684529"/>
                </a:lnTo>
                <a:lnTo>
                  <a:pt x="26796" y="748029"/>
                </a:lnTo>
                <a:lnTo>
                  <a:pt x="31368" y="787399"/>
                </a:lnTo>
                <a:lnTo>
                  <a:pt x="37973" y="805179"/>
                </a:lnTo>
                <a:lnTo>
                  <a:pt x="44703" y="825499"/>
                </a:lnTo>
                <a:lnTo>
                  <a:pt x="51434" y="843279"/>
                </a:lnTo>
                <a:lnTo>
                  <a:pt x="62611" y="858519"/>
                </a:lnTo>
                <a:lnTo>
                  <a:pt x="71500" y="876299"/>
                </a:lnTo>
                <a:lnTo>
                  <a:pt x="100456" y="908049"/>
                </a:lnTo>
                <a:lnTo>
                  <a:pt x="140715" y="932179"/>
                </a:lnTo>
                <a:lnTo>
                  <a:pt x="183133" y="943609"/>
                </a:lnTo>
                <a:lnTo>
                  <a:pt x="205612" y="948689"/>
                </a:lnTo>
                <a:lnTo>
                  <a:pt x="286003" y="948689"/>
                </a:lnTo>
                <a:lnTo>
                  <a:pt x="323976" y="943609"/>
                </a:lnTo>
                <a:lnTo>
                  <a:pt x="361950" y="937259"/>
                </a:lnTo>
                <a:lnTo>
                  <a:pt x="370388" y="934719"/>
                </a:lnTo>
                <a:lnTo>
                  <a:pt x="261365" y="934719"/>
                </a:lnTo>
                <a:lnTo>
                  <a:pt x="218948" y="932179"/>
                </a:lnTo>
                <a:lnTo>
                  <a:pt x="165353" y="925829"/>
                </a:lnTo>
                <a:lnTo>
                  <a:pt x="122936" y="904239"/>
                </a:lnTo>
                <a:lnTo>
                  <a:pt x="91566" y="875029"/>
                </a:lnTo>
                <a:lnTo>
                  <a:pt x="67055" y="836929"/>
                </a:lnTo>
                <a:lnTo>
                  <a:pt x="53593" y="792479"/>
                </a:lnTo>
                <a:lnTo>
                  <a:pt x="44703" y="745489"/>
                </a:lnTo>
                <a:lnTo>
                  <a:pt x="42417" y="721359"/>
                </a:lnTo>
                <a:lnTo>
                  <a:pt x="42417" y="647699"/>
                </a:lnTo>
                <a:lnTo>
                  <a:pt x="53593" y="557529"/>
                </a:lnTo>
                <a:lnTo>
                  <a:pt x="69214" y="468629"/>
                </a:lnTo>
                <a:lnTo>
                  <a:pt x="87121" y="382269"/>
                </a:lnTo>
                <a:lnTo>
                  <a:pt x="109474" y="294639"/>
                </a:lnTo>
                <a:lnTo>
                  <a:pt x="122936" y="255269"/>
                </a:lnTo>
                <a:lnTo>
                  <a:pt x="133984" y="217169"/>
                </a:lnTo>
                <a:lnTo>
                  <a:pt x="149732" y="179069"/>
                </a:lnTo>
                <a:lnTo>
                  <a:pt x="169799" y="143509"/>
                </a:lnTo>
                <a:lnTo>
                  <a:pt x="198881" y="105409"/>
                </a:lnTo>
                <a:lnTo>
                  <a:pt x="232409" y="81279"/>
                </a:lnTo>
                <a:lnTo>
                  <a:pt x="270255" y="63499"/>
                </a:lnTo>
                <a:lnTo>
                  <a:pt x="314959" y="49529"/>
                </a:lnTo>
                <a:lnTo>
                  <a:pt x="335025" y="49529"/>
                </a:lnTo>
                <a:lnTo>
                  <a:pt x="335025" y="45719"/>
                </a:lnTo>
                <a:lnTo>
                  <a:pt x="312800" y="45719"/>
                </a:lnTo>
                <a:lnTo>
                  <a:pt x="297179" y="43179"/>
                </a:lnTo>
                <a:close/>
              </a:path>
              <a:path w="589915" h="976629">
                <a:moveTo>
                  <a:pt x="500379" y="787399"/>
                </a:moveTo>
                <a:lnTo>
                  <a:pt x="493649" y="787399"/>
                </a:lnTo>
                <a:lnTo>
                  <a:pt x="491489" y="792479"/>
                </a:lnTo>
                <a:lnTo>
                  <a:pt x="487044" y="816609"/>
                </a:lnTo>
                <a:lnTo>
                  <a:pt x="480313" y="836929"/>
                </a:lnTo>
                <a:lnTo>
                  <a:pt x="457962" y="869949"/>
                </a:lnTo>
                <a:lnTo>
                  <a:pt x="426719" y="896619"/>
                </a:lnTo>
                <a:lnTo>
                  <a:pt x="388746" y="914399"/>
                </a:lnTo>
                <a:lnTo>
                  <a:pt x="348488" y="925829"/>
                </a:lnTo>
                <a:lnTo>
                  <a:pt x="303783" y="932179"/>
                </a:lnTo>
                <a:lnTo>
                  <a:pt x="261365" y="934719"/>
                </a:lnTo>
                <a:lnTo>
                  <a:pt x="370388" y="934719"/>
                </a:lnTo>
                <a:lnTo>
                  <a:pt x="399923" y="925829"/>
                </a:lnTo>
                <a:lnTo>
                  <a:pt x="438057" y="925829"/>
                </a:lnTo>
                <a:lnTo>
                  <a:pt x="449071" y="914399"/>
                </a:lnTo>
                <a:lnTo>
                  <a:pt x="464692" y="904239"/>
                </a:lnTo>
                <a:lnTo>
                  <a:pt x="478027" y="890269"/>
                </a:lnTo>
                <a:lnTo>
                  <a:pt x="491489" y="872489"/>
                </a:lnTo>
                <a:lnTo>
                  <a:pt x="502665" y="857249"/>
                </a:lnTo>
                <a:lnTo>
                  <a:pt x="511555" y="857249"/>
                </a:lnTo>
                <a:lnTo>
                  <a:pt x="513841" y="852169"/>
                </a:lnTo>
                <a:lnTo>
                  <a:pt x="516064" y="843279"/>
                </a:lnTo>
                <a:lnTo>
                  <a:pt x="493649" y="843279"/>
                </a:lnTo>
                <a:lnTo>
                  <a:pt x="498220" y="831849"/>
                </a:lnTo>
                <a:lnTo>
                  <a:pt x="500379" y="819149"/>
                </a:lnTo>
                <a:lnTo>
                  <a:pt x="502665" y="805179"/>
                </a:lnTo>
                <a:lnTo>
                  <a:pt x="502665" y="792479"/>
                </a:lnTo>
                <a:lnTo>
                  <a:pt x="500379" y="787399"/>
                </a:lnTo>
                <a:close/>
              </a:path>
              <a:path w="589915" h="976629">
                <a:moveTo>
                  <a:pt x="396421" y="38099"/>
                </a:moveTo>
                <a:lnTo>
                  <a:pt x="359663" y="38099"/>
                </a:lnTo>
                <a:lnTo>
                  <a:pt x="373125" y="40639"/>
                </a:lnTo>
                <a:lnTo>
                  <a:pt x="386461" y="45719"/>
                </a:lnTo>
                <a:lnTo>
                  <a:pt x="408813" y="58419"/>
                </a:lnTo>
                <a:lnTo>
                  <a:pt x="429005" y="76199"/>
                </a:lnTo>
                <a:lnTo>
                  <a:pt x="449071" y="96519"/>
                </a:lnTo>
                <a:lnTo>
                  <a:pt x="464692" y="120649"/>
                </a:lnTo>
                <a:lnTo>
                  <a:pt x="480313" y="143509"/>
                </a:lnTo>
                <a:lnTo>
                  <a:pt x="502665" y="190499"/>
                </a:lnTo>
                <a:lnTo>
                  <a:pt x="516127" y="238759"/>
                </a:lnTo>
                <a:lnTo>
                  <a:pt x="529463" y="314959"/>
                </a:lnTo>
                <a:lnTo>
                  <a:pt x="533907" y="365759"/>
                </a:lnTo>
                <a:lnTo>
                  <a:pt x="536094" y="421639"/>
                </a:lnTo>
                <a:lnTo>
                  <a:pt x="536193" y="539749"/>
                </a:lnTo>
                <a:lnTo>
                  <a:pt x="533907" y="598169"/>
                </a:lnTo>
                <a:lnTo>
                  <a:pt x="529463" y="656589"/>
                </a:lnTo>
                <a:lnTo>
                  <a:pt x="522731" y="713739"/>
                </a:lnTo>
                <a:lnTo>
                  <a:pt x="513841" y="772159"/>
                </a:lnTo>
                <a:lnTo>
                  <a:pt x="502665" y="830579"/>
                </a:lnTo>
                <a:lnTo>
                  <a:pt x="493649" y="843279"/>
                </a:lnTo>
                <a:lnTo>
                  <a:pt x="516064" y="843279"/>
                </a:lnTo>
                <a:lnTo>
                  <a:pt x="518287" y="834389"/>
                </a:lnTo>
                <a:lnTo>
                  <a:pt x="536193" y="798829"/>
                </a:lnTo>
                <a:lnTo>
                  <a:pt x="542348" y="783589"/>
                </a:lnTo>
                <a:lnTo>
                  <a:pt x="527176" y="783589"/>
                </a:lnTo>
                <a:lnTo>
                  <a:pt x="536193" y="730249"/>
                </a:lnTo>
                <a:lnTo>
                  <a:pt x="542925" y="674369"/>
                </a:lnTo>
                <a:lnTo>
                  <a:pt x="547369" y="621029"/>
                </a:lnTo>
                <a:lnTo>
                  <a:pt x="549528" y="566419"/>
                </a:lnTo>
                <a:lnTo>
                  <a:pt x="551814" y="500379"/>
                </a:lnTo>
                <a:lnTo>
                  <a:pt x="551771" y="429259"/>
                </a:lnTo>
                <a:lnTo>
                  <a:pt x="549528" y="364489"/>
                </a:lnTo>
                <a:lnTo>
                  <a:pt x="542925" y="297179"/>
                </a:lnTo>
                <a:lnTo>
                  <a:pt x="531621" y="243839"/>
                </a:lnTo>
                <a:lnTo>
                  <a:pt x="516127" y="191769"/>
                </a:lnTo>
                <a:lnTo>
                  <a:pt x="507111" y="165099"/>
                </a:lnTo>
                <a:lnTo>
                  <a:pt x="480313" y="118109"/>
                </a:lnTo>
                <a:lnTo>
                  <a:pt x="453516" y="81279"/>
                </a:lnTo>
                <a:lnTo>
                  <a:pt x="424433" y="54609"/>
                </a:lnTo>
                <a:lnTo>
                  <a:pt x="406653" y="43179"/>
                </a:lnTo>
                <a:lnTo>
                  <a:pt x="396421" y="38099"/>
                </a:lnTo>
                <a:close/>
              </a:path>
              <a:path w="589915" h="976629">
                <a:moveTo>
                  <a:pt x="431647" y="17779"/>
                </a:moveTo>
                <a:lnTo>
                  <a:pt x="368680" y="17779"/>
                </a:lnTo>
                <a:lnTo>
                  <a:pt x="390905" y="20319"/>
                </a:lnTo>
                <a:lnTo>
                  <a:pt x="411099" y="26669"/>
                </a:lnTo>
                <a:lnTo>
                  <a:pt x="451230" y="49529"/>
                </a:lnTo>
                <a:lnTo>
                  <a:pt x="482600" y="81279"/>
                </a:lnTo>
                <a:lnTo>
                  <a:pt x="509396" y="118109"/>
                </a:lnTo>
                <a:lnTo>
                  <a:pt x="527176" y="152399"/>
                </a:lnTo>
                <a:lnTo>
                  <a:pt x="540638" y="190499"/>
                </a:lnTo>
                <a:lnTo>
                  <a:pt x="551814" y="229869"/>
                </a:lnTo>
                <a:lnTo>
                  <a:pt x="560704" y="273049"/>
                </a:lnTo>
                <a:lnTo>
                  <a:pt x="565150" y="314959"/>
                </a:lnTo>
                <a:lnTo>
                  <a:pt x="569722" y="355599"/>
                </a:lnTo>
                <a:lnTo>
                  <a:pt x="574167" y="435609"/>
                </a:lnTo>
                <a:lnTo>
                  <a:pt x="574167" y="556259"/>
                </a:lnTo>
                <a:lnTo>
                  <a:pt x="569722" y="598169"/>
                </a:lnTo>
                <a:lnTo>
                  <a:pt x="565150" y="638809"/>
                </a:lnTo>
                <a:lnTo>
                  <a:pt x="558419" y="678179"/>
                </a:lnTo>
                <a:lnTo>
                  <a:pt x="549528" y="716279"/>
                </a:lnTo>
                <a:lnTo>
                  <a:pt x="538352" y="756919"/>
                </a:lnTo>
                <a:lnTo>
                  <a:pt x="527176" y="783589"/>
                </a:lnTo>
                <a:lnTo>
                  <a:pt x="542348" y="783589"/>
                </a:lnTo>
                <a:lnTo>
                  <a:pt x="549528" y="765809"/>
                </a:lnTo>
                <a:lnTo>
                  <a:pt x="560704" y="727709"/>
                </a:lnTo>
                <a:lnTo>
                  <a:pt x="569722" y="689609"/>
                </a:lnTo>
                <a:lnTo>
                  <a:pt x="576326" y="651509"/>
                </a:lnTo>
                <a:lnTo>
                  <a:pt x="583056" y="613409"/>
                </a:lnTo>
                <a:lnTo>
                  <a:pt x="587501" y="538479"/>
                </a:lnTo>
                <a:lnTo>
                  <a:pt x="589787" y="488949"/>
                </a:lnTo>
                <a:lnTo>
                  <a:pt x="589787" y="391159"/>
                </a:lnTo>
                <a:lnTo>
                  <a:pt x="585215" y="341629"/>
                </a:lnTo>
                <a:lnTo>
                  <a:pt x="578611" y="292099"/>
                </a:lnTo>
                <a:lnTo>
                  <a:pt x="569722" y="243839"/>
                </a:lnTo>
                <a:lnTo>
                  <a:pt x="558419" y="196849"/>
                </a:lnTo>
                <a:lnTo>
                  <a:pt x="542925" y="149859"/>
                </a:lnTo>
                <a:lnTo>
                  <a:pt x="511555" y="90169"/>
                </a:lnTo>
                <a:lnTo>
                  <a:pt x="464692" y="40639"/>
                </a:lnTo>
                <a:lnTo>
                  <a:pt x="437895" y="20319"/>
                </a:lnTo>
                <a:lnTo>
                  <a:pt x="431647" y="17779"/>
                </a:lnTo>
                <a:close/>
              </a:path>
              <a:path w="589915" h="976629">
                <a:moveTo>
                  <a:pt x="149732" y="406399"/>
                </a:moveTo>
                <a:lnTo>
                  <a:pt x="147446" y="406399"/>
                </a:lnTo>
                <a:lnTo>
                  <a:pt x="145287" y="408939"/>
                </a:lnTo>
                <a:lnTo>
                  <a:pt x="143001" y="411479"/>
                </a:lnTo>
                <a:lnTo>
                  <a:pt x="145287" y="412749"/>
                </a:lnTo>
                <a:lnTo>
                  <a:pt x="167512" y="430529"/>
                </a:lnTo>
                <a:lnTo>
                  <a:pt x="194309" y="444499"/>
                </a:lnTo>
                <a:lnTo>
                  <a:pt x="223392" y="453389"/>
                </a:lnTo>
                <a:lnTo>
                  <a:pt x="252475" y="459739"/>
                </a:lnTo>
                <a:lnTo>
                  <a:pt x="256920" y="464819"/>
                </a:lnTo>
                <a:lnTo>
                  <a:pt x="261365" y="466089"/>
                </a:lnTo>
                <a:lnTo>
                  <a:pt x="265811" y="466089"/>
                </a:lnTo>
                <a:lnTo>
                  <a:pt x="270255" y="462279"/>
                </a:lnTo>
                <a:lnTo>
                  <a:pt x="308228" y="462279"/>
                </a:lnTo>
                <a:lnTo>
                  <a:pt x="348488" y="459739"/>
                </a:lnTo>
                <a:lnTo>
                  <a:pt x="417702" y="447039"/>
                </a:lnTo>
                <a:lnTo>
                  <a:pt x="424433" y="441959"/>
                </a:lnTo>
                <a:lnTo>
                  <a:pt x="424433" y="438149"/>
                </a:lnTo>
                <a:lnTo>
                  <a:pt x="308228" y="438149"/>
                </a:lnTo>
                <a:lnTo>
                  <a:pt x="276987" y="435609"/>
                </a:lnTo>
                <a:lnTo>
                  <a:pt x="277416" y="433069"/>
                </a:lnTo>
                <a:lnTo>
                  <a:pt x="256920" y="433069"/>
                </a:lnTo>
                <a:lnTo>
                  <a:pt x="230124" y="429259"/>
                </a:lnTo>
                <a:lnTo>
                  <a:pt x="149732" y="406399"/>
                </a:lnTo>
                <a:close/>
              </a:path>
              <a:path w="589915" h="976629">
                <a:moveTo>
                  <a:pt x="417702" y="426719"/>
                </a:moveTo>
                <a:lnTo>
                  <a:pt x="413257" y="426719"/>
                </a:lnTo>
                <a:lnTo>
                  <a:pt x="377570" y="433069"/>
                </a:lnTo>
                <a:lnTo>
                  <a:pt x="344042" y="438149"/>
                </a:lnTo>
                <a:lnTo>
                  <a:pt x="424433" y="438149"/>
                </a:lnTo>
                <a:lnTo>
                  <a:pt x="424433" y="433069"/>
                </a:lnTo>
                <a:lnTo>
                  <a:pt x="419988" y="429259"/>
                </a:lnTo>
                <a:lnTo>
                  <a:pt x="417702" y="426719"/>
                </a:lnTo>
                <a:close/>
              </a:path>
              <a:path w="589915" h="976629">
                <a:moveTo>
                  <a:pt x="295849" y="335279"/>
                </a:moveTo>
                <a:lnTo>
                  <a:pt x="274700" y="335279"/>
                </a:lnTo>
                <a:lnTo>
                  <a:pt x="256920" y="433069"/>
                </a:lnTo>
                <a:lnTo>
                  <a:pt x="277416" y="433069"/>
                </a:lnTo>
                <a:lnTo>
                  <a:pt x="286003" y="382269"/>
                </a:lnTo>
                <a:lnTo>
                  <a:pt x="295849" y="335279"/>
                </a:lnTo>
                <a:close/>
              </a:path>
              <a:path w="589915" h="976629">
                <a:moveTo>
                  <a:pt x="335025" y="49529"/>
                </a:moveTo>
                <a:lnTo>
                  <a:pt x="314959" y="49529"/>
                </a:lnTo>
                <a:lnTo>
                  <a:pt x="308228" y="78739"/>
                </a:lnTo>
                <a:lnTo>
                  <a:pt x="303783" y="109219"/>
                </a:lnTo>
                <a:lnTo>
                  <a:pt x="292607" y="116839"/>
                </a:lnTo>
                <a:lnTo>
                  <a:pt x="288163" y="116839"/>
                </a:lnTo>
                <a:lnTo>
                  <a:pt x="281431" y="118109"/>
                </a:lnTo>
                <a:lnTo>
                  <a:pt x="279273" y="125729"/>
                </a:lnTo>
                <a:lnTo>
                  <a:pt x="261365" y="226059"/>
                </a:lnTo>
                <a:lnTo>
                  <a:pt x="247903" y="328929"/>
                </a:lnTo>
                <a:lnTo>
                  <a:pt x="252475" y="337819"/>
                </a:lnTo>
                <a:lnTo>
                  <a:pt x="256920" y="339089"/>
                </a:lnTo>
                <a:lnTo>
                  <a:pt x="261365" y="339089"/>
                </a:lnTo>
                <a:lnTo>
                  <a:pt x="274700" y="335279"/>
                </a:lnTo>
                <a:lnTo>
                  <a:pt x="295849" y="335279"/>
                </a:lnTo>
                <a:lnTo>
                  <a:pt x="297179" y="328929"/>
                </a:lnTo>
                <a:lnTo>
                  <a:pt x="332866" y="318769"/>
                </a:lnTo>
                <a:lnTo>
                  <a:pt x="337312" y="318769"/>
                </a:lnTo>
                <a:lnTo>
                  <a:pt x="339598" y="314959"/>
                </a:lnTo>
                <a:lnTo>
                  <a:pt x="341756" y="308609"/>
                </a:lnTo>
                <a:lnTo>
                  <a:pt x="340119" y="297179"/>
                </a:lnTo>
                <a:lnTo>
                  <a:pt x="301625" y="297179"/>
                </a:lnTo>
                <a:lnTo>
                  <a:pt x="301625" y="288289"/>
                </a:lnTo>
                <a:lnTo>
                  <a:pt x="338846" y="288289"/>
                </a:lnTo>
                <a:lnTo>
                  <a:pt x="335025" y="261619"/>
                </a:lnTo>
                <a:lnTo>
                  <a:pt x="337312" y="214629"/>
                </a:lnTo>
                <a:lnTo>
                  <a:pt x="341756" y="167639"/>
                </a:lnTo>
                <a:lnTo>
                  <a:pt x="352932" y="123189"/>
                </a:lnTo>
                <a:lnTo>
                  <a:pt x="352932" y="120649"/>
                </a:lnTo>
                <a:lnTo>
                  <a:pt x="357377" y="118109"/>
                </a:lnTo>
                <a:lnTo>
                  <a:pt x="357377" y="111759"/>
                </a:lnTo>
                <a:lnTo>
                  <a:pt x="355218" y="107949"/>
                </a:lnTo>
                <a:lnTo>
                  <a:pt x="350774" y="105409"/>
                </a:lnTo>
                <a:lnTo>
                  <a:pt x="344042" y="102869"/>
                </a:lnTo>
                <a:lnTo>
                  <a:pt x="323976" y="102869"/>
                </a:lnTo>
                <a:lnTo>
                  <a:pt x="330580" y="52069"/>
                </a:lnTo>
                <a:lnTo>
                  <a:pt x="335025" y="49529"/>
                </a:lnTo>
                <a:close/>
              </a:path>
              <a:path w="589915" h="976629">
                <a:moveTo>
                  <a:pt x="338846" y="288289"/>
                </a:moveTo>
                <a:lnTo>
                  <a:pt x="317245" y="288289"/>
                </a:lnTo>
                <a:lnTo>
                  <a:pt x="319531" y="292099"/>
                </a:lnTo>
                <a:lnTo>
                  <a:pt x="314959" y="292099"/>
                </a:lnTo>
                <a:lnTo>
                  <a:pt x="301625" y="297179"/>
                </a:lnTo>
                <a:lnTo>
                  <a:pt x="340119" y="297179"/>
                </a:lnTo>
                <a:lnTo>
                  <a:pt x="338846" y="288289"/>
                </a:lnTo>
                <a:close/>
              </a:path>
              <a:path w="589915" h="976629">
                <a:moveTo>
                  <a:pt x="317245" y="288289"/>
                </a:moveTo>
                <a:lnTo>
                  <a:pt x="301625" y="288289"/>
                </a:lnTo>
                <a:lnTo>
                  <a:pt x="306069" y="292099"/>
                </a:lnTo>
                <a:lnTo>
                  <a:pt x="314959" y="292099"/>
                </a:lnTo>
                <a:lnTo>
                  <a:pt x="317245" y="288289"/>
                </a:lnTo>
                <a:close/>
              </a:path>
              <a:path w="589915" h="976629">
                <a:moveTo>
                  <a:pt x="388746" y="34289"/>
                </a:moveTo>
                <a:lnTo>
                  <a:pt x="272541" y="34289"/>
                </a:lnTo>
                <a:lnTo>
                  <a:pt x="286003" y="36829"/>
                </a:lnTo>
                <a:lnTo>
                  <a:pt x="299338" y="40639"/>
                </a:lnTo>
                <a:lnTo>
                  <a:pt x="312800" y="45719"/>
                </a:lnTo>
                <a:lnTo>
                  <a:pt x="335025" y="45719"/>
                </a:lnTo>
                <a:lnTo>
                  <a:pt x="335025" y="43179"/>
                </a:lnTo>
                <a:lnTo>
                  <a:pt x="332866" y="40639"/>
                </a:lnTo>
                <a:lnTo>
                  <a:pt x="346328" y="38099"/>
                </a:lnTo>
                <a:lnTo>
                  <a:pt x="396421" y="38099"/>
                </a:lnTo>
                <a:lnTo>
                  <a:pt x="388746" y="34289"/>
                </a:lnTo>
                <a:close/>
              </a:path>
              <a:path w="589915" h="976629">
                <a:moveTo>
                  <a:pt x="335025" y="20319"/>
                </a:moveTo>
                <a:lnTo>
                  <a:pt x="323976" y="20319"/>
                </a:lnTo>
                <a:lnTo>
                  <a:pt x="319531" y="31749"/>
                </a:lnTo>
                <a:lnTo>
                  <a:pt x="382777" y="31749"/>
                </a:lnTo>
                <a:lnTo>
                  <a:pt x="376809" y="29209"/>
                </a:lnTo>
                <a:lnTo>
                  <a:pt x="335025" y="29209"/>
                </a:lnTo>
                <a:lnTo>
                  <a:pt x="335025" y="20319"/>
                </a:lnTo>
                <a:close/>
              </a:path>
              <a:path w="589915" h="976629">
                <a:moveTo>
                  <a:pt x="370839" y="26669"/>
                </a:moveTo>
                <a:lnTo>
                  <a:pt x="344042" y="26669"/>
                </a:lnTo>
                <a:lnTo>
                  <a:pt x="335025" y="29209"/>
                </a:lnTo>
                <a:lnTo>
                  <a:pt x="376809" y="29209"/>
                </a:lnTo>
                <a:lnTo>
                  <a:pt x="370839" y="26669"/>
                </a:lnTo>
                <a:close/>
              </a:path>
              <a:path w="589915" h="976629">
                <a:moveTo>
                  <a:pt x="373125" y="0"/>
                </a:moveTo>
                <a:lnTo>
                  <a:pt x="355218" y="0"/>
                </a:lnTo>
                <a:lnTo>
                  <a:pt x="339598" y="2539"/>
                </a:lnTo>
                <a:lnTo>
                  <a:pt x="382015" y="2539"/>
                </a:lnTo>
                <a:lnTo>
                  <a:pt x="373125" y="0"/>
                </a:lnTo>
                <a:close/>
              </a:path>
            </a:pathLst>
          </a:custGeom>
          <a:solidFill>
            <a:srgbClr val="F8F8F8"/>
          </a:solidFill>
        </p:spPr>
        <p:txBody>
          <a:bodyPr wrap="square" lIns="0" tIns="0" rIns="0" bIns="0" rtlCol="0"/>
          <a:lstStyle/>
          <a:p>
            <a:endParaRPr dirty="0"/>
          </a:p>
        </p:txBody>
      </p:sp>
      <p:grpSp>
        <p:nvGrpSpPr>
          <p:cNvPr id="18" name="object 18"/>
          <p:cNvGrpSpPr/>
          <p:nvPr/>
        </p:nvGrpSpPr>
        <p:grpSpPr>
          <a:xfrm>
            <a:off x="0" y="0"/>
            <a:ext cx="12192000" cy="6858000"/>
            <a:chOff x="0" y="0"/>
            <a:chExt cx="12192000" cy="6858000"/>
          </a:xfrm>
        </p:grpSpPr>
        <p:sp>
          <p:nvSpPr>
            <p:cNvPr id="19" name="object 19"/>
            <p:cNvSpPr/>
            <p:nvPr/>
          </p:nvSpPr>
          <p:spPr>
            <a:xfrm>
              <a:off x="3259835" y="5163439"/>
              <a:ext cx="2543555" cy="1438529"/>
            </a:xfrm>
            <a:prstGeom prst="rect">
              <a:avLst/>
            </a:prstGeom>
            <a:blipFill>
              <a:blip r:embed="rId9" cstate="print"/>
              <a:stretch>
                <a:fillRect/>
              </a:stretch>
            </a:blipFill>
          </p:spPr>
          <p:txBody>
            <a:bodyPr wrap="square" lIns="0" tIns="0" rIns="0" bIns="0" rtlCol="0"/>
            <a:lstStyle/>
            <a:p>
              <a:endParaRPr dirty="0"/>
            </a:p>
          </p:txBody>
        </p:sp>
        <p:sp>
          <p:nvSpPr>
            <p:cNvPr id="20" name="object 20"/>
            <p:cNvSpPr/>
            <p:nvPr/>
          </p:nvSpPr>
          <p:spPr>
            <a:xfrm>
              <a:off x="0" y="0"/>
              <a:ext cx="12192000" cy="6857998"/>
            </a:xfrm>
            <a:prstGeom prst="rect">
              <a:avLst/>
            </a:prstGeom>
            <a:blipFill>
              <a:blip r:embed="rId10" cstate="print"/>
              <a:stretch>
                <a:fillRect/>
              </a:stretch>
            </a:blipFill>
          </p:spPr>
          <p:txBody>
            <a:bodyPr wrap="square" lIns="0" tIns="0" rIns="0" bIns="0" rtlCol="0"/>
            <a:lstStyle/>
            <a:p>
              <a:endParaRPr dirty="0"/>
            </a:p>
          </p:txBody>
        </p:sp>
      </p:grpSp>
      <p:sp>
        <p:nvSpPr>
          <p:cNvPr id="26"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Some Additional </a:t>
            </a:r>
            <a:r>
              <a:rPr lang="en-US" sz="3200" dirty="0" smtClean="0">
                <a:latin typeface="Palatino Linotype" panose="02040502050505030304" pitchFamily="18" charset="0"/>
                <a:cs typeface="Calibri" pitchFamily="34" charset="0"/>
              </a:rPr>
              <a:t>On Page Tactics</a:t>
            </a:r>
            <a:endParaRPr lang="en-US" sz="3200" dirty="0">
              <a:latin typeface="Palatino Linotype" panose="02040502050505030304" pitchFamily="18" charset="0"/>
              <a:cs typeface="Calibri" pitchFamily="34" charset="0"/>
            </a:endParaRPr>
          </a:p>
        </p:txBody>
      </p:sp>
      <p:sp>
        <p:nvSpPr>
          <p:cNvPr id="21" name="TextBox 20"/>
          <p:cNvSpPr txBox="1"/>
          <p:nvPr/>
        </p:nvSpPr>
        <p:spPr>
          <a:xfrm>
            <a:off x="1444487" y="1215072"/>
            <a:ext cx="4265203" cy="830997"/>
          </a:xfrm>
          <a:prstGeom prst="rect">
            <a:avLst/>
          </a:prstGeom>
          <a:noFill/>
        </p:spPr>
        <p:txBody>
          <a:bodyPr wrap="square" rtlCol="0">
            <a:spAutoFit/>
          </a:bodyPr>
          <a:lstStyle/>
          <a:p>
            <a:r>
              <a:rPr lang="en-US" sz="2400" b="1" dirty="0" smtClean="0"/>
              <a:t>FAQ Page Optimization with Schema</a:t>
            </a:r>
            <a:endParaRPr lang="en-IN" sz="2400" b="1" dirty="0"/>
          </a:p>
        </p:txBody>
      </p:sp>
      <p:sp>
        <p:nvSpPr>
          <p:cNvPr id="25" name="Rectangle 24"/>
          <p:cNvSpPr/>
          <p:nvPr/>
        </p:nvSpPr>
        <p:spPr>
          <a:xfrm>
            <a:off x="1336213" y="2191325"/>
            <a:ext cx="4410911" cy="3293209"/>
          </a:xfrm>
          <a:prstGeom prst="rect">
            <a:avLst/>
          </a:prstGeom>
        </p:spPr>
        <p:txBody>
          <a:bodyPr wrap="square">
            <a:spAutoFit/>
          </a:bodyPr>
          <a:lstStyle/>
          <a:p>
            <a:r>
              <a:rPr lang="en-US" sz="1600" dirty="0">
                <a:latin typeface="Palatino Linotype" pitchFamily="18" charset="0"/>
              </a:rPr>
              <a:t>We will develop a new FAQ page </a:t>
            </a:r>
          </a:p>
          <a:p>
            <a:r>
              <a:rPr lang="en-US" sz="1600" dirty="0">
                <a:latin typeface="Palatino Linotype" pitchFamily="18" charset="0"/>
              </a:rPr>
              <a:t>by enriching it with more relevant queries </a:t>
            </a:r>
          </a:p>
          <a:p>
            <a:r>
              <a:rPr lang="en-US" sz="1600" dirty="0">
                <a:latin typeface="Palatino Linotype" pitchFamily="18" charset="0"/>
              </a:rPr>
              <a:t>even asked by consumers. </a:t>
            </a:r>
          </a:p>
          <a:p>
            <a:endParaRPr lang="en-US" sz="1600" dirty="0">
              <a:latin typeface="Palatino Linotype" pitchFamily="18" charset="0"/>
            </a:endParaRPr>
          </a:p>
          <a:p>
            <a:r>
              <a:rPr lang="en-US" sz="1600" dirty="0">
                <a:latin typeface="Palatino Linotype" pitchFamily="18" charset="0"/>
              </a:rPr>
              <a:t>We will develop a set of questions and </a:t>
            </a:r>
          </a:p>
          <a:p>
            <a:r>
              <a:rPr lang="en-US" sz="1600" dirty="0">
                <a:latin typeface="Palatino Linotype" pitchFamily="18" charset="0"/>
              </a:rPr>
              <a:t>answers which would be clear, concise, </a:t>
            </a:r>
          </a:p>
          <a:p>
            <a:r>
              <a:rPr lang="en-US" sz="1600" dirty="0">
                <a:latin typeface="Palatino Linotype" pitchFamily="18" charset="0"/>
              </a:rPr>
              <a:t>and factual.</a:t>
            </a:r>
          </a:p>
          <a:p>
            <a:endParaRPr lang="en-US" sz="1600" dirty="0">
              <a:latin typeface="Palatino Linotype" pitchFamily="18" charset="0"/>
            </a:endParaRPr>
          </a:p>
          <a:p>
            <a:r>
              <a:rPr lang="en-US" sz="1600" dirty="0">
                <a:latin typeface="Palatino Linotype" pitchFamily="18" charset="0"/>
              </a:rPr>
              <a:t>Once it’s been developed, we will </a:t>
            </a:r>
          </a:p>
          <a:p>
            <a:r>
              <a:rPr lang="en-US" sz="1600" dirty="0">
                <a:latin typeface="Palatino Linotype" pitchFamily="18" charset="0"/>
              </a:rPr>
              <a:t>implement FAQ schema into the page </a:t>
            </a:r>
          </a:p>
          <a:p>
            <a:r>
              <a:rPr lang="en-US" sz="1600" dirty="0">
                <a:latin typeface="Palatino Linotype" pitchFamily="18" charset="0"/>
              </a:rPr>
              <a:t>simultaneously for further SEO </a:t>
            </a:r>
          </a:p>
          <a:p>
            <a:r>
              <a:rPr lang="en-US" sz="1600" dirty="0">
                <a:latin typeface="Palatino Linotype" pitchFamily="18" charset="0"/>
              </a:rPr>
              <a:t>Optimization.</a:t>
            </a:r>
          </a:p>
          <a:p>
            <a:endParaRPr lang="en-US" sz="1600" dirty="0" smtClean="0"/>
          </a:p>
        </p:txBody>
      </p:sp>
      <p:pic>
        <p:nvPicPr>
          <p:cNvPr id="1026" name="Picture 2" descr="FAQ Schema: A Beginner's Guide - Neil Patel"/>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3390" y="1355124"/>
            <a:ext cx="4526857" cy="375729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6548093" y="5299868"/>
            <a:ext cx="2941982" cy="369332"/>
          </a:xfrm>
          <a:prstGeom prst="rect">
            <a:avLst/>
          </a:prstGeom>
          <a:noFill/>
        </p:spPr>
        <p:txBody>
          <a:bodyPr wrap="square" rtlCol="0">
            <a:spAutoFit/>
          </a:bodyPr>
          <a:lstStyle/>
          <a:p>
            <a:r>
              <a:rPr lang="en-US" b="1" dirty="0" smtClean="0">
                <a:solidFill>
                  <a:schemeClr val="tx1">
                    <a:lumMod val="85000"/>
                    <a:lumOff val="15000"/>
                  </a:schemeClr>
                </a:solidFill>
              </a:rPr>
              <a:t>All Data is given as sample</a:t>
            </a:r>
            <a:endParaRPr lang="en-IN" b="1" dirty="0">
              <a:solidFill>
                <a:schemeClr val="tx1">
                  <a:lumMod val="85000"/>
                  <a:lumOff val="15000"/>
                </a:schemeClr>
              </a:solidFill>
            </a:endParaRPr>
          </a:p>
        </p:txBody>
      </p:sp>
    </p:spTree>
    <p:extLst>
      <p:ext uri="{BB962C8B-B14F-4D97-AF65-F5344CB8AC3E}">
        <p14:creationId xmlns:p14="http://schemas.microsoft.com/office/powerpoint/2010/main" val="4622792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2548176" y="0"/>
              <a:ext cx="7100141" cy="208927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0" y="3250169"/>
              <a:ext cx="2179193" cy="1993900"/>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11542903" y="2974848"/>
              <a:ext cx="27305" cy="33655"/>
            </a:xfrm>
            <a:custGeom>
              <a:avLst/>
              <a:gdLst/>
              <a:ahLst/>
              <a:cxnLst/>
              <a:rect l="l" t="t" r="r" b="b"/>
              <a:pathLst>
                <a:path w="27304" h="33655">
                  <a:moveTo>
                    <a:pt x="20447" y="0"/>
                  </a:moveTo>
                  <a:lnTo>
                    <a:pt x="9017" y="0"/>
                  </a:lnTo>
                  <a:lnTo>
                    <a:pt x="0" y="8889"/>
                  </a:lnTo>
                  <a:lnTo>
                    <a:pt x="0" y="17906"/>
                  </a:lnTo>
                  <a:lnTo>
                    <a:pt x="2158" y="22351"/>
                  </a:lnTo>
                  <a:lnTo>
                    <a:pt x="2158" y="24637"/>
                  </a:lnTo>
                  <a:lnTo>
                    <a:pt x="4445" y="29082"/>
                  </a:lnTo>
                  <a:lnTo>
                    <a:pt x="9017" y="31241"/>
                  </a:lnTo>
                  <a:lnTo>
                    <a:pt x="11302" y="33400"/>
                  </a:lnTo>
                  <a:lnTo>
                    <a:pt x="15875" y="33400"/>
                  </a:lnTo>
                  <a:lnTo>
                    <a:pt x="25019" y="29082"/>
                  </a:lnTo>
                  <a:lnTo>
                    <a:pt x="27304" y="26797"/>
                  </a:lnTo>
                  <a:lnTo>
                    <a:pt x="27304" y="11175"/>
                  </a:lnTo>
                  <a:lnTo>
                    <a:pt x="25019" y="4444"/>
                  </a:lnTo>
                  <a:lnTo>
                    <a:pt x="20447" y="0"/>
                  </a:lnTo>
                  <a:close/>
                </a:path>
              </a:pathLst>
            </a:custGeom>
            <a:solidFill>
              <a:srgbClr val="F8F8F8"/>
            </a:solidFill>
          </p:spPr>
          <p:txBody>
            <a:bodyPr wrap="square" lIns="0" tIns="0" rIns="0" bIns="0" rtlCol="0"/>
            <a:lstStyle/>
            <a:p>
              <a:endParaRPr dirty="0"/>
            </a:p>
          </p:txBody>
        </p:sp>
        <p:sp>
          <p:nvSpPr>
            <p:cNvPr id="7" name="object 7"/>
            <p:cNvSpPr/>
            <p:nvPr/>
          </p:nvSpPr>
          <p:spPr>
            <a:xfrm>
              <a:off x="11466703" y="3921378"/>
              <a:ext cx="103504" cy="117220"/>
            </a:xfrm>
            <a:prstGeom prst="rect">
              <a:avLst/>
            </a:prstGeom>
            <a:blipFill>
              <a:blip r:embed="rId5" cstate="print"/>
              <a:stretch>
                <a:fillRect/>
              </a:stretch>
            </a:blipFill>
          </p:spPr>
          <p:txBody>
            <a:bodyPr wrap="square" lIns="0" tIns="0" rIns="0" bIns="0" rtlCol="0"/>
            <a:lstStyle/>
            <a:p>
              <a:endParaRPr dirty="0"/>
            </a:p>
          </p:txBody>
        </p:sp>
        <p:sp>
          <p:nvSpPr>
            <p:cNvPr id="8" name="object 8"/>
            <p:cNvSpPr/>
            <p:nvPr/>
          </p:nvSpPr>
          <p:spPr>
            <a:xfrm>
              <a:off x="11228959" y="2871342"/>
              <a:ext cx="687070" cy="1214755"/>
            </a:xfrm>
            <a:custGeom>
              <a:avLst/>
              <a:gdLst/>
              <a:ahLst/>
              <a:cxnLst/>
              <a:rect l="l" t="t" r="r" b="b"/>
              <a:pathLst>
                <a:path w="687070" h="1214754">
                  <a:moveTo>
                    <a:pt x="222059" y="157607"/>
                  </a:moveTo>
                  <a:lnTo>
                    <a:pt x="197485" y="155321"/>
                  </a:lnTo>
                  <a:lnTo>
                    <a:pt x="186309" y="157607"/>
                  </a:lnTo>
                  <a:lnTo>
                    <a:pt x="222059" y="157607"/>
                  </a:lnTo>
                  <a:close/>
                </a:path>
                <a:path w="687070" h="1214754">
                  <a:moveTo>
                    <a:pt x="422021" y="88138"/>
                  </a:moveTo>
                  <a:lnTo>
                    <a:pt x="417195" y="83693"/>
                  </a:lnTo>
                  <a:lnTo>
                    <a:pt x="405511" y="83693"/>
                  </a:lnTo>
                  <a:lnTo>
                    <a:pt x="400812" y="90297"/>
                  </a:lnTo>
                  <a:lnTo>
                    <a:pt x="400812" y="96901"/>
                  </a:lnTo>
                  <a:lnTo>
                    <a:pt x="405511" y="101346"/>
                  </a:lnTo>
                  <a:lnTo>
                    <a:pt x="412496" y="103378"/>
                  </a:lnTo>
                  <a:lnTo>
                    <a:pt x="422021" y="99060"/>
                  </a:lnTo>
                  <a:lnTo>
                    <a:pt x="422021" y="88138"/>
                  </a:lnTo>
                  <a:close/>
                </a:path>
                <a:path w="687070" h="1214754">
                  <a:moveTo>
                    <a:pt x="467741" y="136906"/>
                  </a:moveTo>
                  <a:lnTo>
                    <a:pt x="465455" y="134747"/>
                  </a:lnTo>
                  <a:lnTo>
                    <a:pt x="454406" y="130429"/>
                  </a:lnTo>
                  <a:lnTo>
                    <a:pt x="438785" y="128270"/>
                  </a:lnTo>
                  <a:lnTo>
                    <a:pt x="412242" y="126111"/>
                  </a:lnTo>
                  <a:lnTo>
                    <a:pt x="385572" y="121920"/>
                  </a:lnTo>
                  <a:lnTo>
                    <a:pt x="372237" y="121920"/>
                  </a:lnTo>
                  <a:lnTo>
                    <a:pt x="367792" y="123952"/>
                  </a:lnTo>
                  <a:lnTo>
                    <a:pt x="361188" y="126111"/>
                  </a:lnTo>
                  <a:lnTo>
                    <a:pt x="361188" y="128270"/>
                  </a:lnTo>
                  <a:lnTo>
                    <a:pt x="365506" y="132588"/>
                  </a:lnTo>
                  <a:lnTo>
                    <a:pt x="372237" y="134747"/>
                  </a:lnTo>
                  <a:lnTo>
                    <a:pt x="383286" y="139065"/>
                  </a:lnTo>
                  <a:lnTo>
                    <a:pt x="409956" y="141224"/>
                  </a:lnTo>
                  <a:lnTo>
                    <a:pt x="436626" y="145542"/>
                  </a:lnTo>
                  <a:lnTo>
                    <a:pt x="452120" y="147701"/>
                  </a:lnTo>
                  <a:lnTo>
                    <a:pt x="465455" y="145542"/>
                  </a:lnTo>
                  <a:lnTo>
                    <a:pt x="467741" y="143383"/>
                  </a:lnTo>
                  <a:lnTo>
                    <a:pt x="467741" y="136906"/>
                  </a:lnTo>
                  <a:close/>
                </a:path>
                <a:path w="687070" h="1214754">
                  <a:moveTo>
                    <a:pt x="636905" y="220218"/>
                  </a:moveTo>
                  <a:lnTo>
                    <a:pt x="634619" y="215646"/>
                  </a:lnTo>
                  <a:lnTo>
                    <a:pt x="630174" y="213487"/>
                  </a:lnTo>
                  <a:lnTo>
                    <a:pt x="625729" y="213004"/>
                  </a:lnTo>
                  <a:lnTo>
                    <a:pt x="625729" y="229108"/>
                  </a:lnTo>
                  <a:lnTo>
                    <a:pt x="616839" y="273812"/>
                  </a:lnTo>
                  <a:lnTo>
                    <a:pt x="610108" y="320802"/>
                  </a:lnTo>
                  <a:lnTo>
                    <a:pt x="598932" y="412369"/>
                  </a:lnTo>
                  <a:lnTo>
                    <a:pt x="572135" y="620268"/>
                  </a:lnTo>
                  <a:lnTo>
                    <a:pt x="558800" y="727583"/>
                  </a:lnTo>
                  <a:lnTo>
                    <a:pt x="543179" y="832739"/>
                  </a:lnTo>
                  <a:lnTo>
                    <a:pt x="509651" y="1045083"/>
                  </a:lnTo>
                  <a:lnTo>
                    <a:pt x="451739" y="1040638"/>
                  </a:lnTo>
                  <a:lnTo>
                    <a:pt x="395986" y="1033907"/>
                  </a:lnTo>
                  <a:lnTo>
                    <a:pt x="282194" y="1016000"/>
                  </a:lnTo>
                  <a:lnTo>
                    <a:pt x="217424" y="1004824"/>
                  </a:lnTo>
                  <a:lnTo>
                    <a:pt x="177419" y="998093"/>
                  </a:lnTo>
                  <a:lnTo>
                    <a:pt x="151447" y="995934"/>
                  </a:lnTo>
                  <a:lnTo>
                    <a:pt x="123952" y="993648"/>
                  </a:lnTo>
                  <a:lnTo>
                    <a:pt x="97155" y="993648"/>
                  </a:lnTo>
                  <a:lnTo>
                    <a:pt x="70358" y="995934"/>
                  </a:lnTo>
                  <a:lnTo>
                    <a:pt x="123952" y="582295"/>
                  </a:lnTo>
                  <a:lnTo>
                    <a:pt x="150622" y="372237"/>
                  </a:lnTo>
                  <a:lnTo>
                    <a:pt x="166243" y="269367"/>
                  </a:lnTo>
                  <a:lnTo>
                    <a:pt x="175133" y="166497"/>
                  </a:lnTo>
                  <a:lnTo>
                    <a:pt x="199771" y="173228"/>
                  </a:lnTo>
                  <a:lnTo>
                    <a:pt x="228727" y="177673"/>
                  </a:lnTo>
                  <a:lnTo>
                    <a:pt x="255524" y="179959"/>
                  </a:lnTo>
                  <a:lnTo>
                    <a:pt x="400431" y="202311"/>
                  </a:lnTo>
                  <a:lnTo>
                    <a:pt x="514223" y="217932"/>
                  </a:lnTo>
                  <a:lnTo>
                    <a:pt x="625729" y="229108"/>
                  </a:lnTo>
                  <a:lnTo>
                    <a:pt x="625729" y="213004"/>
                  </a:lnTo>
                  <a:lnTo>
                    <a:pt x="507492" y="200025"/>
                  </a:lnTo>
                  <a:lnTo>
                    <a:pt x="387096" y="184404"/>
                  </a:lnTo>
                  <a:lnTo>
                    <a:pt x="329057" y="175387"/>
                  </a:lnTo>
                  <a:lnTo>
                    <a:pt x="282460" y="166497"/>
                  </a:lnTo>
                  <a:lnTo>
                    <a:pt x="246634" y="159893"/>
                  </a:lnTo>
                  <a:lnTo>
                    <a:pt x="175133" y="159893"/>
                  </a:lnTo>
                  <a:lnTo>
                    <a:pt x="172974" y="159893"/>
                  </a:lnTo>
                  <a:lnTo>
                    <a:pt x="168529" y="159893"/>
                  </a:lnTo>
                  <a:lnTo>
                    <a:pt x="166243" y="162052"/>
                  </a:lnTo>
                  <a:lnTo>
                    <a:pt x="157353" y="208915"/>
                  </a:lnTo>
                  <a:lnTo>
                    <a:pt x="148463" y="258191"/>
                  </a:lnTo>
                  <a:lnTo>
                    <a:pt x="137287" y="354330"/>
                  </a:lnTo>
                  <a:lnTo>
                    <a:pt x="110490" y="564515"/>
                  </a:lnTo>
                  <a:lnTo>
                    <a:pt x="54737" y="1002538"/>
                  </a:lnTo>
                  <a:lnTo>
                    <a:pt x="54737" y="1007110"/>
                  </a:lnTo>
                  <a:lnTo>
                    <a:pt x="59182" y="1009269"/>
                  </a:lnTo>
                  <a:lnTo>
                    <a:pt x="65913" y="1009269"/>
                  </a:lnTo>
                  <a:lnTo>
                    <a:pt x="68072" y="1004824"/>
                  </a:lnTo>
                  <a:lnTo>
                    <a:pt x="97155" y="1011555"/>
                  </a:lnTo>
                  <a:lnTo>
                    <a:pt x="123952" y="1013841"/>
                  </a:lnTo>
                  <a:lnTo>
                    <a:pt x="293370" y="1033907"/>
                  </a:lnTo>
                  <a:lnTo>
                    <a:pt x="346964" y="1045083"/>
                  </a:lnTo>
                  <a:lnTo>
                    <a:pt x="400431" y="1054100"/>
                  </a:lnTo>
                  <a:lnTo>
                    <a:pt x="454025" y="1060704"/>
                  </a:lnTo>
                  <a:lnTo>
                    <a:pt x="507492" y="1060704"/>
                  </a:lnTo>
                  <a:lnTo>
                    <a:pt x="509651" y="1067435"/>
                  </a:lnTo>
                  <a:lnTo>
                    <a:pt x="514223" y="1069721"/>
                  </a:lnTo>
                  <a:lnTo>
                    <a:pt x="518668" y="1069721"/>
                  </a:lnTo>
                  <a:lnTo>
                    <a:pt x="520954" y="1067435"/>
                  </a:lnTo>
                  <a:lnTo>
                    <a:pt x="523113" y="1065149"/>
                  </a:lnTo>
                  <a:lnTo>
                    <a:pt x="523113" y="1058545"/>
                  </a:lnTo>
                  <a:lnTo>
                    <a:pt x="527558" y="1056259"/>
                  </a:lnTo>
                  <a:lnTo>
                    <a:pt x="529844" y="1054100"/>
                  </a:lnTo>
                  <a:lnTo>
                    <a:pt x="529844" y="1049655"/>
                  </a:lnTo>
                  <a:lnTo>
                    <a:pt x="525399" y="1045083"/>
                  </a:lnTo>
                  <a:lnTo>
                    <a:pt x="545465" y="948944"/>
                  </a:lnTo>
                  <a:lnTo>
                    <a:pt x="558800" y="850646"/>
                  </a:lnTo>
                  <a:lnTo>
                    <a:pt x="585597" y="656082"/>
                  </a:lnTo>
                  <a:lnTo>
                    <a:pt x="610108" y="448183"/>
                  </a:lnTo>
                  <a:lnTo>
                    <a:pt x="625729" y="338709"/>
                  </a:lnTo>
                  <a:lnTo>
                    <a:pt x="630174" y="284988"/>
                  </a:lnTo>
                  <a:lnTo>
                    <a:pt x="632460" y="255905"/>
                  </a:lnTo>
                  <a:lnTo>
                    <a:pt x="632460" y="229108"/>
                  </a:lnTo>
                  <a:lnTo>
                    <a:pt x="636905" y="226949"/>
                  </a:lnTo>
                  <a:lnTo>
                    <a:pt x="636905" y="220218"/>
                  </a:lnTo>
                  <a:close/>
                </a:path>
                <a:path w="687070" h="1214754">
                  <a:moveTo>
                    <a:pt x="687070" y="167386"/>
                  </a:moveTo>
                  <a:lnTo>
                    <a:pt x="684911" y="136144"/>
                  </a:lnTo>
                  <a:lnTo>
                    <a:pt x="678307" y="104902"/>
                  </a:lnTo>
                  <a:lnTo>
                    <a:pt x="680466" y="102616"/>
                  </a:lnTo>
                  <a:lnTo>
                    <a:pt x="678307" y="100457"/>
                  </a:lnTo>
                  <a:lnTo>
                    <a:pt x="673735" y="89154"/>
                  </a:lnTo>
                  <a:lnTo>
                    <a:pt x="673735" y="165100"/>
                  </a:lnTo>
                  <a:lnTo>
                    <a:pt x="673735" y="218694"/>
                  </a:lnTo>
                  <a:lnTo>
                    <a:pt x="669290" y="256667"/>
                  </a:lnTo>
                  <a:lnTo>
                    <a:pt x="660400" y="292354"/>
                  </a:lnTo>
                  <a:lnTo>
                    <a:pt x="644779" y="366014"/>
                  </a:lnTo>
                  <a:lnTo>
                    <a:pt x="633603" y="426339"/>
                  </a:lnTo>
                  <a:lnTo>
                    <a:pt x="624713" y="488823"/>
                  </a:lnTo>
                  <a:lnTo>
                    <a:pt x="611251" y="613918"/>
                  </a:lnTo>
                  <a:lnTo>
                    <a:pt x="597916" y="756793"/>
                  </a:lnTo>
                  <a:lnTo>
                    <a:pt x="580009" y="899668"/>
                  </a:lnTo>
                  <a:lnTo>
                    <a:pt x="571119" y="964438"/>
                  </a:lnTo>
                  <a:lnTo>
                    <a:pt x="548767" y="1089533"/>
                  </a:lnTo>
                  <a:lnTo>
                    <a:pt x="539877" y="1152017"/>
                  </a:lnTo>
                  <a:lnTo>
                    <a:pt x="508635" y="1185418"/>
                  </a:lnTo>
                  <a:lnTo>
                    <a:pt x="466217" y="1198880"/>
                  </a:lnTo>
                  <a:lnTo>
                    <a:pt x="430530" y="1198880"/>
                  </a:lnTo>
                  <a:lnTo>
                    <a:pt x="289941" y="1187704"/>
                  </a:lnTo>
                  <a:lnTo>
                    <a:pt x="189611" y="1180973"/>
                  </a:lnTo>
                  <a:lnTo>
                    <a:pt x="158369" y="1176528"/>
                  </a:lnTo>
                  <a:lnTo>
                    <a:pt x="133858" y="1172083"/>
                  </a:lnTo>
                  <a:lnTo>
                    <a:pt x="109220" y="1165352"/>
                  </a:lnTo>
                  <a:lnTo>
                    <a:pt x="113792" y="1160907"/>
                  </a:lnTo>
                  <a:lnTo>
                    <a:pt x="112280" y="1156462"/>
                  </a:lnTo>
                  <a:lnTo>
                    <a:pt x="111506" y="1154176"/>
                  </a:lnTo>
                  <a:lnTo>
                    <a:pt x="109220" y="1152017"/>
                  </a:lnTo>
                  <a:lnTo>
                    <a:pt x="102489" y="1149731"/>
                  </a:lnTo>
                  <a:lnTo>
                    <a:pt x="91440" y="1154176"/>
                  </a:lnTo>
                  <a:lnTo>
                    <a:pt x="80264" y="1156462"/>
                  </a:lnTo>
                  <a:lnTo>
                    <a:pt x="71374" y="1156462"/>
                  </a:lnTo>
                  <a:lnTo>
                    <a:pt x="62357" y="1154176"/>
                  </a:lnTo>
                  <a:lnTo>
                    <a:pt x="55626" y="1152017"/>
                  </a:lnTo>
                  <a:lnTo>
                    <a:pt x="46736" y="1147572"/>
                  </a:lnTo>
                  <a:lnTo>
                    <a:pt x="42291" y="1140841"/>
                  </a:lnTo>
                  <a:lnTo>
                    <a:pt x="35560" y="1134110"/>
                  </a:lnTo>
                  <a:lnTo>
                    <a:pt x="28956" y="1116330"/>
                  </a:lnTo>
                  <a:lnTo>
                    <a:pt x="24511" y="1096137"/>
                  </a:lnTo>
                  <a:lnTo>
                    <a:pt x="20066" y="1073785"/>
                  </a:lnTo>
                  <a:lnTo>
                    <a:pt x="20066" y="1022477"/>
                  </a:lnTo>
                  <a:lnTo>
                    <a:pt x="22225" y="995680"/>
                  </a:lnTo>
                  <a:lnTo>
                    <a:pt x="28956" y="944372"/>
                  </a:lnTo>
                  <a:lnTo>
                    <a:pt x="40132" y="870712"/>
                  </a:lnTo>
                  <a:lnTo>
                    <a:pt x="80264" y="589407"/>
                  </a:lnTo>
                  <a:lnTo>
                    <a:pt x="122555" y="305816"/>
                  </a:lnTo>
                  <a:lnTo>
                    <a:pt x="142748" y="165100"/>
                  </a:lnTo>
                  <a:lnTo>
                    <a:pt x="147193" y="122682"/>
                  </a:lnTo>
                  <a:lnTo>
                    <a:pt x="151638" y="95885"/>
                  </a:lnTo>
                  <a:lnTo>
                    <a:pt x="169418" y="46863"/>
                  </a:lnTo>
                  <a:lnTo>
                    <a:pt x="198501" y="13335"/>
                  </a:lnTo>
                  <a:lnTo>
                    <a:pt x="209677" y="11049"/>
                  </a:lnTo>
                  <a:lnTo>
                    <a:pt x="225298" y="11049"/>
                  </a:lnTo>
                  <a:lnTo>
                    <a:pt x="243078" y="17780"/>
                  </a:lnTo>
                  <a:lnTo>
                    <a:pt x="263144" y="22225"/>
                  </a:lnTo>
                  <a:lnTo>
                    <a:pt x="423799" y="40132"/>
                  </a:lnTo>
                  <a:lnTo>
                    <a:pt x="557784" y="57912"/>
                  </a:lnTo>
                  <a:lnTo>
                    <a:pt x="602361" y="64643"/>
                  </a:lnTo>
                  <a:lnTo>
                    <a:pt x="646938" y="80264"/>
                  </a:lnTo>
                  <a:lnTo>
                    <a:pt x="664845" y="104902"/>
                  </a:lnTo>
                  <a:lnTo>
                    <a:pt x="667004" y="107061"/>
                  </a:lnTo>
                  <a:lnTo>
                    <a:pt x="671576" y="109347"/>
                  </a:lnTo>
                  <a:lnTo>
                    <a:pt x="673735" y="165100"/>
                  </a:lnTo>
                  <a:lnTo>
                    <a:pt x="673735" y="89154"/>
                  </a:lnTo>
                  <a:lnTo>
                    <a:pt x="667004" y="80264"/>
                  </a:lnTo>
                  <a:lnTo>
                    <a:pt x="658114" y="73660"/>
                  </a:lnTo>
                  <a:lnTo>
                    <a:pt x="649224" y="66929"/>
                  </a:lnTo>
                  <a:lnTo>
                    <a:pt x="629158" y="55753"/>
                  </a:lnTo>
                  <a:lnTo>
                    <a:pt x="604647" y="49022"/>
                  </a:lnTo>
                  <a:lnTo>
                    <a:pt x="580009" y="44577"/>
                  </a:lnTo>
                  <a:lnTo>
                    <a:pt x="510794" y="37846"/>
                  </a:lnTo>
                  <a:lnTo>
                    <a:pt x="372491" y="20066"/>
                  </a:lnTo>
                  <a:lnTo>
                    <a:pt x="315544" y="11049"/>
                  </a:lnTo>
                  <a:lnTo>
                    <a:pt x="301117" y="8763"/>
                  </a:lnTo>
                  <a:lnTo>
                    <a:pt x="282130" y="6604"/>
                  </a:lnTo>
                  <a:lnTo>
                    <a:pt x="263144" y="4445"/>
                  </a:lnTo>
                  <a:lnTo>
                    <a:pt x="245364" y="4445"/>
                  </a:lnTo>
                  <a:lnTo>
                    <a:pt x="227584" y="6604"/>
                  </a:lnTo>
                  <a:lnTo>
                    <a:pt x="227584" y="4445"/>
                  </a:lnTo>
                  <a:lnTo>
                    <a:pt x="225298" y="4445"/>
                  </a:lnTo>
                  <a:lnTo>
                    <a:pt x="209677" y="0"/>
                  </a:lnTo>
                  <a:lnTo>
                    <a:pt x="196215" y="0"/>
                  </a:lnTo>
                  <a:lnTo>
                    <a:pt x="164973" y="22225"/>
                  </a:lnTo>
                  <a:lnTo>
                    <a:pt x="136017" y="107061"/>
                  </a:lnTo>
                  <a:lnTo>
                    <a:pt x="122555" y="196342"/>
                  </a:lnTo>
                  <a:lnTo>
                    <a:pt x="60198" y="620522"/>
                  </a:lnTo>
                  <a:lnTo>
                    <a:pt x="31115" y="812673"/>
                  </a:lnTo>
                  <a:lnTo>
                    <a:pt x="17780" y="908558"/>
                  </a:lnTo>
                  <a:lnTo>
                    <a:pt x="4318" y="1006856"/>
                  </a:lnTo>
                  <a:lnTo>
                    <a:pt x="2159" y="1040384"/>
                  </a:lnTo>
                  <a:lnTo>
                    <a:pt x="0" y="1058164"/>
                  </a:lnTo>
                  <a:lnTo>
                    <a:pt x="2159" y="1076071"/>
                  </a:lnTo>
                  <a:lnTo>
                    <a:pt x="4318" y="1096137"/>
                  </a:lnTo>
                  <a:lnTo>
                    <a:pt x="8763" y="1111758"/>
                  </a:lnTo>
                  <a:lnTo>
                    <a:pt x="40132" y="1156462"/>
                  </a:lnTo>
                  <a:lnTo>
                    <a:pt x="71374" y="1172083"/>
                  </a:lnTo>
                  <a:lnTo>
                    <a:pt x="89154" y="1172083"/>
                  </a:lnTo>
                  <a:lnTo>
                    <a:pt x="162814" y="1192149"/>
                  </a:lnTo>
                  <a:lnTo>
                    <a:pt x="187325" y="1196721"/>
                  </a:lnTo>
                  <a:lnTo>
                    <a:pt x="417195" y="1214501"/>
                  </a:lnTo>
                  <a:lnTo>
                    <a:pt x="479679" y="1214501"/>
                  </a:lnTo>
                  <a:lnTo>
                    <a:pt x="495300" y="1210056"/>
                  </a:lnTo>
                  <a:lnTo>
                    <a:pt x="522097" y="1201166"/>
                  </a:lnTo>
                  <a:lnTo>
                    <a:pt x="525843" y="1198880"/>
                  </a:lnTo>
                  <a:lnTo>
                    <a:pt x="533146" y="1194435"/>
                  </a:lnTo>
                  <a:lnTo>
                    <a:pt x="544322" y="1183259"/>
                  </a:lnTo>
                  <a:lnTo>
                    <a:pt x="551053" y="1172083"/>
                  </a:lnTo>
                  <a:lnTo>
                    <a:pt x="557784" y="1158621"/>
                  </a:lnTo>
                  <a:lnTo>
                    <a:pt x="559943" y="1140841"/>
                  </a:lnTo>
                  <a:lnTo>
                    <a:pt x="559943" y="1136396"/>
                  </a:lnTo>
                  <a:lnTo>
                    <a:pt x="573278" y="1073785"/>
                  </a:lnTo>
                  <a:lnTo>
                    <a:pt x="584581" y="1011301"/>
                  </a:lnTo>
                  <a:lnTo>
                    <a:pt x="593471" y="948817"/>
                  </a:lnTo>
                  <a:lnTo>
                    <a:pt x="602361" y="884047"/>
                  </a:lnTo>
                  <a:lnTo>
                    <a:pt x="615696" y="756793"/>
                  </a:lnTo>
                  <a:lnTo>
                    <a:pt x="626872" y="629539"/>
                  </a:lnTo>
                  <a:lnTo>
                    <a:pt x="640334" y="491109"/>
                  </a:lnTo>
                  <a:lnTo>
                    <a:pt x="649224" y="421894"/>
                  </a:lnTo>
                  <a:lnTo>
                    <a:pt x="662559" y="352679"/>
                  </a:lnTo>
                  <a:lnTo>
                    <a:pt x="676021" y="292354"/>
                  </a:lnTo>
                  <a:lnTo>
                    <a:pt x="684911" y="229870"/>
                  </a:lnTo>
                  <a:lnTo>
                    <a:pt x="687070" y="198628"/>
                  </a:lnTo>
                  <a:lnTo>
                    <a:pt x="687070" y="167386"/>
                  </a:lnTo>
                  <a:close/>
                </a:path>
              </a:pathLst>
            </a:custGeom>
            <a:solidFill>
              <a:srgbClr val="F8F8F8"/>
            </a:solidFill>
          </p:spPr>
          <p:txBody>
            <a:bodyPr wrap="square" lIns="0" tIns="0" rIns="0" bIns="0" rtlCol="0"/>
            <a:lstStyle/>
            <a:p>
              <a:endParaRPr dirty="0"/>
            </a:p>
          </p:txBody>
        </p:sp>
      </p:grpSp>
      <p:sp>
        <p:nvSpPr>
          <p:cNvPr id="9" name="object 9"/>
          <p:cNvSpPr/>
          <p:nvPr/>
        </p:nvSpPr>
        <p:spPr>
          <a:xfrm>
            <a:off x="9500616" y="4792979"/>
            <a:ext cx="356870" cy="1889760"/>
          </a:xfrm>
          <a:custGeom>
            <a:avLst/>
            <a:gdLst/>
            <a:ahLst/>
            <a:cxnLst/>
            <a:rect l="l" t="t" r="r" b="b"/>
            <a:pathLst>
              <a:path w="356870" h="1889759">
                <a:moveTo>
                  <a:pt x="333756" y="33528"/>
                </a:moveTo>
                <a:lnTo>
                  <a:pt x="295656" y="8890"/>
                </a:lnTo>
                <a:lnTo>
                  <a:pt x="255270" y="0"/>
                </a:lnTo>
                <a:lnTo>
                  <a:pt x="235204" y="2286"/>
                </a:lnTo>
                <a:lnTo>
                  <a:pt x="197104" y="15621"/>
                </a:lnTo>
                <a:lnTo>
                  <a:pt x="163576" y="40132"/>
                </a:lnTo>
                <a:lnTo>
                  <a:pt x="134366" y="93726"/>
                </a:lnTo>
                <a:lnTo>
                  <a:pt x="123190" y="133858"/>
                </a:lnTo>
                <a:lnTo>
                  <a:pt x="116459" y="173990"/>
                </a:lnTo>
                <a:lnTo>
                  <a:pt x="100838" y="312420"/>
                </a:lnTo>
                <a:lnTo>
                  <a:pt x="87376" y="450723"/>
                </a:lnTo>
                <a:lnTo>
                  <a:pt x="65024" y="729615"/>
                </a:lnTo>
                <a:lnTo>
                  <a:pt x="42545" y="1017409"/>
                </a:lnTo>
                <a:lnTo>
                  <a:pt x="22479" y="1305217"/>
                </a:lnTo>
                <a:lnTo>
                  <a:pt x="9017" y="1593011"/>
                </a:lnTo>
                <a:lnTo>
                  <a:pt x="0" y="1880819"/>
                </a:lnTo>
                <a:lnTo>
                  <a:pt x="0" y="1885315"/>
                </a:lnTo>
                <a:lnTo>
                  <a:pt x="2286" y="1887512"/>
                </a:lnTo>
                <a:lnTo>
                  <a:pt x="9017" y="1889760"/>
                </a:lnTo>
                <a:lnTo>
                  <a:pt x="15748" y="1887512"/>
                </a:lnTo>
                <a:lnTo>
                  <a:pt x="17907" y="1885315"/>
                </a:lnTo>
                <a:lnTo>
                  <a:pt x="17907" y="1880819"/>
                </a:lnTo>
                <a:lnTo>
                  <a:pt x="26924" y="1633169"/>
                </a:lnTo>
                <a:lnTo>
                  <a:pt x="53721" y="1137881"/>
                </a:lnTo>
                <a:lnTo>
                  <a:pt x="69469" y="887984"/>
                </a:lnTo>
                <a:lnTo>
                  <a:pt x="89662" y="640334"/>
                </a:lnTo>
                <a:lnTo>
                  <a:pt x="112014" y="392684"/>
                </a:lnTo>
                <a:lnTo>
                  <a:pt x="123190" y="272288"/>
                </a:lnTo>
                <a:lnTo>
                  <a:pt x="129921" y="209677"/>
                </a:lnTo>
                <a:lnTo>
                  <a:pt x="138938" y="149479"/>
                </a:lnTo>
                <a:lnTo>
                  <a:pt x="152400" y="96012"/>
                </a:lnTo>
                <a:lnTo>
                  <a:pt x="181356" y="49149"/>
                </a:lnTo>
                <a:lnTo>
                  <a:pt x="212852" y="26797"/>
                </a:lnTo>
                <a:lnTo>
                  <a:pt x="250825" y="17780"/>
                </a:lnTo>
                <a:lnTo>
                  <a:pt x="271018" y="17780"/>
                </a:lnTo>
                <a:lnTo>
                  <a:pt x="291211" y="22352"/>
                </a:lnTo>
                <a:lnTo>
                  <a:pt x="309118" y="29083"/>
                </a:lnTo>
                <a:lnTo>
                  <a:pt x="331470" y="40132"/>
                </a:lnTo>
                <a:lnTo>
                  <a:pt x="333756" y="37846"/>
                </a:lnTo>
                <a:lnTo>
                  <a:pt x="333756" y="33528"/>
                </a:lnTo>
                <a:close/>
              </a:path>
              <a:path w="356870" h="1889759">
                <a:moveTo>
                  <a:pt x="356616" y="255905"/>
                </a:moveTo>
                <a:lnTo>
                  <a:pt x="354330" y="251587"/>
                </a:lnTo>
                <a:lnTo>
                  <a:pt x="347599" y="251587"/>
                </a:lnTo>
                <a:lnTo>
                  <a:pt x="345313" y="255905"/>
                </a:lnTo>
                <a:lnTo>
                  <a:pt x="327279" y="441198"/>
                </a:lnTo>
                <a:lnTo>
                  <a:pt x="293497" y="992416"/>
                </a:lnTo>
                <a:lnTo>
                  <a:pt x="243840" y="1751203"/>
                </a:lnTo>
                <a:lnTo>
                  <a:pt x="246126" y="1753463"/>
                </a:lnTo>
                <a:lnTo>
                  <a:pt x="246126" y="1757895"/>
                </a:lnTo>
                <a:lnTo>
                  <a:pt x="250571" y="1760156"/>
                </a:lnTo>
                <a:lnTo>
                  <a:pt x="252857" y="1760156"/>
                </a:lnTo>
                <a:lnTo>
                  <a:pt x="261874" y="1757895"/>
                </a:lnTo>
                <a:lnTo>
                  <a:pt x="264160" y="1753463"/>
                </a:lnTo>
                <a:lnTo>
                  <a:pt x="264160" y="1751203"/>
                </a:lnTo>
                <a:lnTo>
                  <a:pt x="311531" y="1010310"/>
                </a:lnTo>
                <a:lnTo>
                  <a:pt x="338582" y="633095"/>
                </a:lnTo>
                <a:lnTo>
                  <a:pt x="349885" y="445643"/>
                </a:lnTo>
                <a:lnTo>
                  <a:pt x="354330" y="349758"/>
                </a:lnTo>
                <a:lnTo>
                  <a:pt x="356616" y="255905"/>
                </a:lnTo>
                <a:close/>
              </a:path>
            </a:pathLst>
          </a:custGeom>
          <a:solidFill>
            <a:srgbClr val="F8F8F8"/>
          </a:solidFill>
        </p:spPr>
        <p:txBody>
          <a:bodyPr wrap="square" lIns="0" tIns="0" rIns="0" bIns="0" rtlCol="0"/>
          <a:lstStyle/>
          <a:p>
            <a:endParaRPr dirty="0"/>
          </a:p>
        </p:txBody>
      </p:sp>
      <p:sp>
        <p:nvSpPr>
          <p:cNvPr id="10" name="object 10"/>
          <p:cNvSpPr/>
          <p:nvPr/>
        </p:nvSpPr>
        <p:spPr>
          <a:xfrm>
            <a:off x="9829800" y="4788534"/>
            <a:ext cx="2362200" cy="379730"/>
          </a:xfrm>
          <a:custGeom>
            <a:avLst/>
            <a:gdLst/>
            <a:ahLst/>
            <a:cxnLst/>
            <a:rect l="l" t="t" r="r" b="b"/>
            <a:pathLst>
              <a:path w="2362200" h="379729">
                <a:moveTo>
                  <a:pt x="1267968" y="196215"/>
                </a:moveTo>
                <a:lnTo>
                  <a:pt x="1265682" y="192024"/>
                </a:lnTo>
                <a:lnTo>
                  <a:pt x="1261110" y="187833"/>
                </a:lnTo>
                <a:lnTo>
                  <a:pt x="1258824" y="187833"/>
                </a:lnTo>
                <a:lnTo>
                  <a:pt x="1254252" y="185801"/>
                </a:lnTo>
                <a:lnTo>
                  <a:pt x="1242822" y="185801"/>
                </a:lnTo>
                <a:lnTo>
                  <a:pt x="1240536" y="189992"/>
                </a:lnTo>
                <a:lnTo>
                  <a:pt x="1236091" y="192024"/>
                </a:lnTo>
                <a:lnTo>
                  <a:pt x="1236091" y="204343"/>
                </a:lnTo>
                <a:lnTo>
                  <a:pt x="1238250" y="208534"/>
                </a:lnTo>
                <a:lnTo>
                  <a:pt x="1240536" y="208534"/>
                </a:lnTo>
                <a:lnTo>
                  <a:pt x="1242822" y="212725"/>
                </a:lnTo>
                <a:lnTo>
                  <a:pt x="1249680" y="212725"/>
                </a:lnTo>
                <a:lnTo>
                  <a:pt x="1254252" y="214757"/>
                </a:lnTo>
                <a:lnTo>
                  <a:pt x="1263396" y="210566"/>
                </a:lnTo>
                <a:lnTo>
                  <a:pt x="1267968" y="202311"/>
                </a:lnTo>
                <a:lnTo>
                  <a:pt x="1267968" y="196215"/>
                </a:lnTo>
                <a:close/>
              </a:path>
              <a:path w="2362200" h="379729">
                <a:moveTo>
                  <a:pt x="1382141" y="193929"/>
                </a:moveTo>
                <a:lnTo>
                  <a:pt x="1379982" y="187071"/>
                </a:lnTo>
                <a:lnTo>
                  <a:pt x="1370965" y="173609"/>
                </a:lnTo>
                <a:lnTo>
                  <a:pt x="1364234" y="171323"/>
                </a:lnTo>
                <a:lnTo>
                  <a:pt x="1355217" y="169037"/>
                </a:lnTo>
                <a:lnTo>
                  <a:pt x="1348359" y="169037"/>
                </a:lnTo>
                <a:lnTo>
                  <a:pt x="1341628" y="171323"/>
                </a:lnTo>
                <a:lnTo>
                  <a:pt x="1334897" y="175768"/>
                </a:lnTo>
                <a:lnTo>
                  <a:pt x="1325880" y="184785"/>
                </a:lnTo>
                <a:lnTo>
                  <a:pt x="1321435" y="191643"/>
                </a:lnTo>
                <a:lnTo>
                  <a:pt x="1321435" y="207391"/>
                </a:lnTo>
                <a:lnTo>
                  <a:pt x="1325880" y="214249"/>
                </a:lnTo>
                <a:lnTo>
                  <a:pt x="1328166" y="218694"/>
                </a:lnTo>
                <a:lnTo>
                  <a:pt x="1334897" y="225425"/>
                </a:lnTo>
                <a:lnTo>
                  <a:pt x="1348359" y="229997"/>
                </a:lnTo>
                <a:lnTo>
                  <a:pt x="1355217" y="229997"/>
                </a:lnTo>
                <a:lnTo>
                  <a:pt x="1364234" y="227711"/>
                </a:lnTo>
                <a:lnTo>
                  <a:pt x="1370965" y="223266"/>
                </a:lnTo>
                <a:lnTo>
                  <a:pt x="1379982" y="209677"/>
                </a:lnTo>
                <a:lnTo>
                  <a:pt x="1382141" y="202946"/>
                </a:lnTo>
                <a:lnTo>
                  <a:pt x="1382141" y="193929"/>
                </a:lnTo>
                <a:close/>
              </a:path>
              <a:path w="2362200" h="379729">
                <a:moveTo>
                  <a:pt x="2362073" y="357124"/>
                </a:moveTo>
                <a:lnTo>
                  <a:pt x="1513586" y="317119"/>
                </a:lnTo>
                <a:lnTo>
                  <a:pt x="1229995" y="301625"/>
                </a:lnTo>
                <a:lnTo>
                  <a:pt x="633730" y="263906"/>
                </a:lnTo>
                <a:lnTo>
                  <a:pt x="332232" y="241681"/>
                </a:lnTo>
                <a:lnTo>
                  <a:pt x="173736" y="228346"/>
                </a:lnTo>
                <a:lnTo>
                  <a:pt x="93345" y="224028"/>
                </a:lnTo>
                <a:lnTo>
                  <a:pt x="53213" y="224028"/>
                </a:lnTo>
                <a:lnTo>
                  <a:pt x="12954" y="226187"/>
                </a:lnTo>
                <a:lnTo>
                  <a:pt x="10795" y="228346"/>
                </a:lnTo>
                <a:lnTo>
                  <a:pt x="10795" y="232791"/>
                </a:lnTo>
                <a:lnTo>
                  <a:pt x="12954" y="232791"/>
                </a:lnTo>
                <a:lnTo>
                  <a:pt x="48641" y="239395"/>
                </a:lnTo>
                <a:lnTo>
                  <a:pt x="84455" y="243967"/>
                </a:lnTo>
                <a:lnTo>
                  <a:pt x="155829" y="250571"/>
                </a:lnTo>
                <a:lnTo>
                  <a:pt x="298831" y="257302"/>
                </a:lnTo>
                <a:lnTo>
                  <a:pt x="598043" y="279400"/>
                </a:lnTo>
                <a:lnTo>
                  <a:pt x="1212088" y="319405"/>
                </a:lnTo>
                <a:lnTo>
                  <a:pt x="1788287" y="354838"/>
                </a:lnTo>
                <a:lnTo>
                  <a:pt x="2074037" y="368173"/>
                </a:lnTo>
                <a:lnTo>
                  <a:pt x="2362073" y="379222"/>
                </a:lnTo>
                <a:lnTo>
                  <a:pt x="2362073" y="357124"/>
                </a:lnTo>
                <a:close/>
              </a:path>
              <a:path w="2362200" h="379729">
                <a:moveTo>
                  <a:pt x="2362073" y="151257"/>
                </a:moveTo>
                <a:lnTo>
                  <a:pt x="727837" y="59944"/>
                </a:lnTo>
                <a:lnTo>
                  <a:pt x="727125" y="57785"/>
                </a:lnTo>
                <a:lnTo>
                  <a:pt x="725678" y="53340"/>
                </a:lnTo>
                <a:lnTo>
                  <a:pt x="723392" y="48895"/>
                </a:lnTo>
                <a:lnTo>
                  <a:pt x="712216" y="42164"/>
                </a:lnTo>
                <a:lnTo>
                  <a:pt x="703326" y="39204"/>
                </a:lnTo>
                <a:lnTo>
                  <a:pt x="703326" y="57785"/>
                </a:lnTo>
                <a:lnTo>
                  <a:pt x="455549" y="44450"/>
                </a:lnTo>
                <a:lnTo>
                  <a:pt x="468884" y="37719"/>
                </a:lnTo>
                <a:lnTo>
                  <a:pt x="495681" y="33274"/>
                </a:lnTo>
                <a:lnTo>
                  <a:pt x="509143" y="33274"/>
                </a:lnTo>
                <a:lnTo>
                  <a:pt x="535813" y="35433"/>
                </a:lnTo>
                <a:lnTo>
                  <a:pt x="562610" y="40005"/>
                </a:lnTo>
                <a:lnTo>
                  <a:pt x="625221" y="44450"/>
                </a:lnTo>
                <a:lnTo>
                  <a:pt x="669798" y="51054"/>
                </a:lnTo>
                <a:lnTo>
                  <a:pt x="689864" y="53340"/>
                </a:lnTo>
                <a:lnTo>
                  <a:pt x="703326" y="57785"/>
                </a:lnTo>
                <a:lnTo>
                  <a:pt x="703326" y="39204"/>
                </a:lnTo>
                <a:lnTo>
                  <a:pt x="698881" y="37719"/>
                </a:lnTo>
                <a:lnTo>
                  <a:pt x="685419" y="35433"/>
                </a:lnTo>
                <a:lnTo>
                  <a:pt x="654177" y="33274"/>
                </a:lnTo>
                <a:lnTo>
                  <a:pt x="631952" y="33274"/>
                </a:lnTo>
                <a:lnTo>
                  <a:pt x="488950" y="17653"/>
                </a:lnTo>
                <a:lnTo>
                  <a:pt x="475615" y="17653"/>
                </a:lnTo>
                <a:lnTo>
                  <a:pt x="471043" y="22098"/>
                </a:lnTo>
                <a:lnTo>
                  <a:pt x="464439" y="26670"/>
                </a:lnTo>
                <a:lnTo>
                  <a:pt x="453263" y="42164"/>
                </a:lnTo>
                <a:lnTo>
                  <a:pt x="453263" y="44450"/>
                </a:lnTo>
                <a:lnTo>
                  <a:pt x="366141" y="37719"/>
                </a:lnTo>
                <a:lnTo>
                  <a:pt x="363982" y="33274"/>
                </a:lnTo>
                <a:lnTo>
                  <a:pt x="362864" y="31115"/>
                </a:lnTo>
                <a:lnTo>
                  <a:pt x="361696" y="28829"/>
                </a:lnTo>
                <a:lnTo>
                  <a:pt x="359537" y="28829"/>
                </a:lnTo>
                <a:lnTo>
                  <a:pt x="301498" y="24384"/>
                </a:lnTo>
                <a:lnTo>
                  <a:pt x="245618" y="17653"/>
                </a:lnTo>
                <a:lnTo>
                  <a:pt x="232041" y="15494"/>
                </a:lnTo>
                <a:lnTo>
                  <a:pt x="133985" y="0"/>
                </a:lnTo>
                <a:lnTo>
                  <a:pt x="129540" y="2159"/>
                </a:lnTo>
                <a:lnTo>
                  <a:pt x="127381" y="4318"/>
                </a:lnTo>
                <a:lnTo>
                  <a:pt x="127381" y="24384"/>
                </a:lnTo>
                <a:lnTo>
                  <a:pt x="133985" y="22098"/>
                </a:lnTo>
                <a:lnTo>
                  <a:pt x="136144" y="19939"/>
                </a:lnTo>
                <a:lnTo>
                  <a:pt x="136144" y="15494"/>
                </a:lnTo>
                <a:lnTo>
                  <a:pt x="171958" y="19939"/>
                </a:lnTo>
                <a:lnTo>
                  <a:pt x="209931" y="28829"/>
                </a:lnTo>
                <a:lnTo>
                  <a:pt x="232283" y="31115"/>
                </a:lnTo>
                <a:lnTo>
                  <a:pt x="158496" y="26670"/>
                </a:lnTo>
                <a:lnTo>
                  <a:pt x="91567" y="24384"/>
                </a:lnTo>
                <a:lnTo>
                  <a:pt x="71501" y="22098"/>
                </a:lnTo>
                <a:lnTo>
                  <a:pt x="40259" y="19939"/>
                </a:lnTo>
                <a:lnTo>
                  <a:pt x="13462" y="15494"/>
                </a:lnTo>
                <a:lnTo>
                  <a:pt x="6731" y="11049"/>
                </a:lnTo>
                <a:lnTo>
                  <a:pt x="6731" y="6604"/>
                </a:lnTo>
                <a:lnTo>
                  <a:pt x="8890" y="4318"/>
                </a:lnTo>
                <a:lnTo>
                  <a:pt x="6731" y="2159"/>
                </a:lnTo>
                <a:lnTo>
                  <a:pt x="2286" y="8763"/>
                </a:lnTo>
                <a:lnTo>
                  <a:pt x="0" y="13335"/>
                </a:lnTo>
                <a:lnTo>
                  <a:pt x="0" y="15494"/>
                </a:lnTo>
                <a:lnTo>
                  <a:pt x="4445" y="19939"/>
                </a:lnTo>
                <a:lnTo>
                  <a:pt x="17907" y="26670"/>
                </a:lnTo>
                <a:lnTo>
                  <a:pt x="35687" y="31115"/>
                </a:lnTo>
                <a:lnTo>
                  <a:pt x="73787" y="35433"/>
                </a:lnTo>
                <a:lnTo>
                  <a:pt x="91567" y="37719"/>
                </a:lnTo>
                <a:lnTo>
                  <a:pt x="2362073" y="168910"/>
                </a:lnTo>
                <a:lnTo>
                  <a:pt x="2362073" y="151257"/>
                </a:lnTo>
                <a:close/>
              </a:path>
            </a:pathLst>
          </a:custGeom>
          <a:solidFill>
            <a:srgbClr val="F8F8F8"/>
          </a:solidFill>
        </p:spPr>
        <p:txBody>
          <a:bodyPr wrap="square" lIns="0" tIns="0" rIns="0" bIns="0" rtlCol="0"/>
          <a:lstStyle/>
          <a:p>
            <a:endParaRPr dirty="0"/>
          </a:p>
        </p:txBody>
      </p:sp>
      <p:sp>
        <p:nvSpPr>
          <p:cNvPr id="11" name="object 11"/>
          <p:cNvSpPr/>
          <p:nvPr/>
        </p:nvSpPr>
        <p:spPr>
          <a:xfrm>
            <a:off x="11280775" y="6763577"/>
            <a:ext cx="94360" cy="65465"/>
          </a:xfrm>
          <a:prstGeom prst="rect">
            <a:avLst/>
          </a:prstGeom>
          <a:blipFill>
            <a:blip r:embed="rId6" cstate="print"/>
            <a:stretch>
              <a:fillRect/>
            </a:stretch>
          </a:blipFill>
        </p:spPr>
        <p:txBody>
          <a:bodyPr wrap="square" lIns="0" tIns="0" rIns="0" bIns="0" rtlCol="0"/>
          <a:lstStyle/>
          <a:p>
            <a:endParaRPr dirty="0"/>
          </a:p>
        </p:txBody>
      </p:sp>
      <p:grpSp>
        <p:nvGrpSpPr>
          <p:cNvPr id="12" name="object 12"/>
          <p:cNvGrpSpPr/>
          <p:nvPr/>
        </p:nvGrpSpPr>
        <p:grpSpPr>
          <a:xfrm>
            <a:off x="9490075" y="6551676"/>
            <a:ext cx="2701925" cy="299085"/>
            <a:chOff x="9490075" y="6551676"/>
            <a:chExt cx="2701925" cy="299085"/>
          </a:xfrm>
        </p:grpSpPr>
        <p:sp>
          <p:nvSpPr>
            <p:cNvPr id="13" name="object 13"/>
            <p:cNvSpPr/>
            <p:nvPr/>
          </p:nvSpPr>
          <p:spPr>
            <a:xfrm>
              <a:off x="9749028" y="6551676"/>
              <a:ext cx="2442845" cy="259715"/>
            </a:xfrm>
            <a:custGeom>
              <a:avLst/>
              <a:gdLst/>
              <a:ahLst/>
              <a:cxnLst/>
              <a:rect l="l" t="t" r="r" b="b"/>
              <a:pathLst>
                <a:path w="2442845" h="259715">
                  <a:moveTo>
                    <a:pt x="1447673" y="204660"/>
                  </a:moveTo>
                  <a:lnTo>
                    <a:pt x="1445514" y="202374"/>
                  </a:lnTo>
                  <a:lnTo>
                    <a:pt x="1441069" y="200152"/>
                  </a:lnTo>
                  <a:lnTo>
                    <a:pt x="1423162" y="196176"/>
                  </a:lnTo>
                  <a:lnTo>
                    <a:pt x="1423162" y="220560"/>
                  </a:lnTo>
                  <a:lnTo>
                    <a:pt x="1423162" y="229577"/>
                  </a:lnTo>
                  <a:lnTo>
                    <a:pt x="1420876" y="240969"/>
                  </a:lnTo>
                  <a:lnTo>
                    <a:pt x="1288796" y="229577"/>
                  </a:lnTo>
                  <a:lnTo>
                    <a:pt x="1230630" y="222783"/>
                  </a:lnTo>
                  <a:lnTo>
                    <a:pt x="1201547" y="220560"/>
                  </a:lnTo>
                  <a:lnTo>
                    <a:pt x="1172464" y="222783"/>
                  </a:lnTo>
                  <a:lnTo>
                    <a:pt x="1181354" y="172923"/>
                  </a:lnTo>
                  <a:lnTo>
                    <a:pt x="1212723" y="179730"/>
                  </a:lnTo>
                  <a:lnTo>
                    <a:pt x="1275334" y="184251"/>
                  </a:lnTo>
                  <a:lnTo>
                    <a:pt x="1306703" y="188760"/>
                  </a:lnTo>
                  <a:lnTo>
                    <a:pt x="1371727" y="202374"/>
                  </a:lnTo>
                  <a:lnTo>
                    <a:pt x="1393952" y="204660"/>
                  </a:lnTo>
                  <a:lnTo>
                    <a:pt x="1411986" y="209169"/>
                  </a:lnTo>
                  <a:lnTo>
                    <a:pt x="1418717" y="213753"/>
                  </a:lnTo>
                  <a:lnTo>
                    <a:pt x="1423162" y="220560"/>
                  </a:lnTo>
                  <a:lnTo>
                    <a:pt x="1423162" y="196176"/>
                  </a:lnTo>
                  <a:lnTo>
                    <a:pt x="1369441" y="184251"/>
                  </a:lnTo>
                  <a:lnTo>
                    <a:pt x="1307934" y="172923"/>
                  </a:lnTo>
                  <a:lnTo>
                    <a:pt x="1295527" y="170637"/>
                  </a:lnTo>
                  <a:lnTo>
                    <a:pt x="1237361" y="163830"/>
                  </a:lnTo>
                  <a:lnTo>
                    <a:pt x="1205992" y="161544"/>
                  </a:lnTo>
                  <a:lnTo>
                    <a:pt x="1176909" y="163830"/>
                  </a:lnTo>
                  <a:lnTo>
                    <a:pt x="1170178" y="163830"/>
                  </a:lnTo>
                  <a:lnTo>
                    <a:pt x="1159002" y="166128"/>
                  </a:lnTo>
                  <a:lnTo>
                    <a:pt x="1159002" y="168351"/>
                  </a:lnTo>
                  <a:lnTo>
                    <a:pt x="1167892" y="170637"/>
                  </a:lnTo>
                  <a:lnTo>
                    <a:pt x="1161288" y="195567"/>
                  </a:lnTo>
                  <a:lnTo>
                    <a:pt x="1156716" y="222783"/>
                  </a:lnTo>
                  <a:lnTo>
                    <a:pt x="1159002" y="227355"/>
                  </a:lnTo>
                  <a:lnTo>
                    <a:pt x="1161288" y="231876"/>
                  </a:lnTo>
                  <a:lnTo>
                    <a:pt x="1167892" y="231876"/>
                  </a:lnTo>
                  <a:lnTo>
                    <a:pt x="1172464" y="229577"/>
                  </a:lnTo>
                  <a:lnTo>
                    <a:pt x="1199261" y="236385"/>
                  </a:lnTo>
                  <a:lnTo>
                    <a:pt x="1230630" y="240969"/>
                  </a:lnTo>
                  <a:lnTo>
                    <a:pt x="1288796" y="245478"/>
                  </a:lnTo>
                  <a:lnTo>
                    <a:pt x="1429893" y="259092"/>
                  </a:lnTo>
                  <a:lnTo>
                    <a:pt x="1432052" y="256794"/>
                  </a:lnTo>
                  <a:lnTo>
                    <a:pt x="1436624" y="254571"/>
                  </a:lnTo>
                  <a:lnTo>
                    <a:pt x="1436624" y="245478"/>
                  </a:lnTo>
                  <a:lnTo>
                    <a:pt x="1438084" y="240969"/>
                  </a:lnTo>
                  <a:lnTo>
                    <a:pt x="1447673" y="211467"/>
                  </a:lnTo>
                  <a:lnTo>
                    <a:pt x="1447673" y="204660"/>
                  </a:lnTo>
                  <a:close/>
                </a:path>
                <a:path w="2442845" h="259715">
                  <a:moveTo>
                    <a:pt x="2442845" y="168910"/>
                  </a:moveTo>
                  <a:lnTo>
                    <a:pt x="2148205" y="140068"/>
                  </a:lnTo>
                  <a:lnTo>
                    <a:pt x="1853438" y="115570"/>
                  </a:lnTo>
                  <a:lnTo>
                    <a:pt x="1263904" y="71158"/>
                  </a:lnTo>
                  <a:lnTo>
                    <a:pt x="627507" y="31153"/>
                  </a:lnTo>
                  <a:lnTo>
                    <a:pt x="308229" y="13335"/>
                  </a:lnTo>
                  <a:lnTo>
                    <a:pt x="156337" y="2247"/>
                  </a:lnTo>
                  <a:lnTo>
                    <a:pt x="78232" y="0"/>
                  </a:lnTo>
                  <a:lnTo>
                    <a:pt x="40132" y="0"/>
                  </a:lnTo>
                  <a:lnTo>
                    <a:pt x="2286" y="2247"/>
                  </a:lnTo>
                  <a:lnTo>
                    <a:pt x="0" y="4483"/>
                  </a:lnTo>
                  <a:lnTo>
                    <a:pt x="2286" y="6667"/>
                  </a:lnTo>
                  <a:lnTo>
                    <a:pt x="37973" y="13335"/>
                  </a:lnTo>
                  <a:lnTo>
                    <a:pt x="73660" y="17818"/>
                  </a:lnTo>
                  <a:lnTo>
                    <a:pt x="145161" y="22237"/>
                  </a:lnTo>
                  <a:lnTo>
                    <a:pt x="290322" y="26733"/>
                  </a:lnTo>
                  <a:lnTo>
                    <a:pt x="609600" y="44488"/>
                  </a:lnTo>
                  <a:lnTo>
                    <a:pt x="926719" y="64490"/>
                  </a:lnTo>
                  <a:lnTo>
                    <a:pt x="1245997" y="86728"/>
                  </a:lnTo>
                  <a:lnTo>
                    <a:pt x="1844421" y="135572"/>
                  </a:lnTo>
                  <a:lnTo>
                    <a:pt x="2442845" y="188912"/>
                  </a:lnTo>
                  <a:lnTo>
                    <a:pt x="2442845" y="168910"/>
                  </a:lnTo>
                  <a:close/>
                </a:path>
              </a:pathLst>
            </a:custGeom>
            <a:solidFill>
              <a:srgbClr val="F8F8F8"/>
            </a:solidFill>
          </p:spPr>
          <p:txBody>
            <a:bodyPr wrap="square" lIns="0" tIns="0" rIns="0" bIns="0" rtlCol="0"/>
            <a:lstStyle/>
            <a:p>
              <a:endParaRPr dirty="0"/>
            </a:p>
          </p:txBody>
        </p:sp>
        <p:sp>
          <p:nvSpPr>
            <p:cNvPr id="14" name="object 14"/>
            <p:cNvSpPr/>
            <p:nvPr/>
          </p:nvSpPr>
          <p:spPr>
            <a:xfrm>
              <a:off x="10713719" y="6682803"/>
              <a:ext cx="106552" cy="91309"/>
            </a:xfrm>
            <a:prstGeom prst="rect">
              <a:avLst/>
            </a:prstGeom>
            <a:blipFill>
              <a:blip r:embed="rId7" cstate="print"/>
              <a:stretch>
                <a:fillRect/>
              </a:stretch>
            </a:blipFill>
          </p:spPr>
          <p:txBody>
            <a:bodyPr wrap="square" lIns="0" tIns="0" rIns="0" bIns="0" rtlCol="0"/>
            <a:lstStyle/>
            <a:p>
              <a:endParaRPr dirty="0"/>
            </a:p>
          </p:txBody>
        </p:sp>
        <p:sp>
          <p:nvSpPr>
            <p:cNvPr id="15" name="object 15"/>
            <p:cNvSpPr/>
            <p:nvPr/>
          </p:nvSpPr>
          <p:spPr>
            <a:xfrm>
              <a:off x="9490075" y="6672135"/>
              <a:ext cx="1550035" cy="178435"/>
            </a:xfrm>
            <a:custGeom>
              <a:avLst/>
              <a:gdLst/>
              <a:ahLst/>
              <a:cxnLst/>
              <a:rect l="l" t="t" r="r" b="b"/>
              <a:pathLst>
                <a:path w="1550034" h="178434">
                  <a:moveTo>
                    <a:pt x="6603" y="0"/>
                  </a:moveTo>
                  <a:lnTo>
                    <a:pt x="4445" y="0"/>
                  </a:lnTo>
                  <a:lnTo>
                    <a:pt x="0" y="2184"/>
                  </a:lnTo>
                  <a:lnTo>
                    <a:pt x="0" y="6692"/>
                  </a:lnTo>
                  <a:lnTo>
                    <a:pt x="4445" y="24485"/>
                  </a:lnTo>
                  <a:lnTo>
                    <a:pt x="49149" y="69035"/>
                  </a:lnTo>
                  <a:lnTo>
                    <a:pt x="98171" y="84655"/>
                  </a:lnTo>
                  <a:lnTo>
                    <a:pt x="160781" y="95775"/>
                  </a:lnTo>
                  <a:lnTo>
                    <a:pt x="225425" y="102459"/>
                  </a:lnTo>
                  <a:lnTo>
                    <a:pt x="350520" y="111395"/>
                  </a:lnTo>
                  <a:lnTo>
                    <a:pt x="631951" y="135884"/>
                  </a:lnTo>
                  <a:lnTo>
                    <a:pt x="911098" y="158189"/>
                  </a:lnTo>
                  <a:lnTo>
                    <a:pt x="1201293" y="178243"/>
                  </a:lnTo>
                  <a:lnTo>
                    <a:pt x="1549780" y="178243"/>
                  </a:lnTo>
                  <a:lnTo>
                    <a:pt x="1275079" y="162623"/>
                  </a:lnTo>
                  <a:lnTo>
                    <a:pt x="1000378" y="144819"/>
                  </a:lnTo>
                  <a:lnTo>
                    <a:pt x="745744" y="127015"/>
                  </a:lnTo>
                  <a:lnTo>
                    <a:pt x="491235" y="104710"/>
                  </a:lnTo>
                  <a:lnTo>
                    <a:pt x="227710" y="80220"/>
                  </a:lnTo>
                  <a:lnTo>
                    <a:pt x="171830" y="75721"/>
                  </a:lnTo>
                  <a:lnTo>
                    <a:pt x="102743" y="69035"/>
                  </a:lnTo>
                  <a:lnTo>
                    <a:pt x="55752" y="53479"/>
                  </a:lnTo>
                  <a:lnTo>
                    <a:pt x="22351" y="28930"/>
                  </a:lnTo>
                  <a:lnTo>
                    <a:pt x="11049" y="4432"/>
                  </a:lnTo>
                  <a:lnTo>
                    <a:pt x="6603" y="0"/>
                  </a:lnTo>
                  <a:close/>
                </a:path>
              </a:pathLst>
            </a:custGeom>
            <a:solidFill>
              <a:srgbClr val="F8F8F8"/>
            </a:solidFill>
          </p:spPr>
          <p:txBody>
            <a:bodyPr wrap="square" lIns="0" tIns="0" rIns="0" bIns="0" rtlCol="0"/>
            <a:lstStyle/>
            <a:p>
              <a:endParaRPr dirty="0"/>
            </a:p>
          </p:txBody>
        </p:sp>
      </p:grpSp>
      <p:sp>
        <p:nvSpPr>
          <p:cNvPr id="16" name="object 16"/>
          <p:cNvSpPr/>
          <p:nvPr/>
        </p:nvSpPr>
        <p:spPr>
          <a:xfrm>
            <a:off x="301815" y="1054735"/>
            <a:ext cx="1554289" cy="1086485"/>
          </a:xfrm>
          <a:prstGeom prst="rect">
            <a:avLst/>
          </a:prstGeom>
          <a:blipFill>
            <a:blip r:embed="rId8" cstate="print"/>
            <a:stretch>
              <a:fillRect/>
            </a:stretch>
          </a:blipFill>
        </p:spPr>
        <p:txBody>
          <a:bodyPr wrap="square" lIns="0" tIns="0" rIns="0" bIns="0" rtlCol="0"/>
          <a:lstStyle/>
          <a:p>
            <a:endParaRPr dirty="0"/>
          </a:p>
        </p:txBody>
      </p:sp>
      <p:sp>
        <p:nvSpPr>
          <p:cNvPr id="17" name="object 17"/>
          <p:cNvSpPr/>
          <p:nvPr/>
        </p:nvSpPr>
        <p:spPr>
          <a:xfrm>
            <a:off x="5949696" y="5514022"/>
            <a:ext cx="589915" cy="976630"/>
          </a:xfrm>
          <a:custGeom>
            <a:avLst/>
            <a:gdLst/>
            <a:ahLst/>
            <a:cxnLst/>
            <a:rect l="l" t="t" r="r" b="b"/>
            <a:pathLst>
              <a:path w="589915" h="976629">
                <a:moveTo>
                  <a:pt x="337312" y="0"/>
                </a:moveTo>
                <a:lnTo>
                  <a:pt x="332866" y="0"/>
                </a:lnTo>
                <a:lnTo>
                  <a:pt x="332866" y="2539"/>
                </a:lnTo>
                <a:lnTo>
                  <a:pt x="265811" y="16509"/>
                </a:lnTo>
                <a:lnTo>
                  <a:pt x="201040" y="31749"/>
                </a:lnTo>
                <a:lnTo>
                  <a:pt x="196595" y="34289"/>
                </a:lnTo>
                <a:lnTo>
                  <a:pt x="194309" y="38099"/>
                </a:lnTo>
                <a:lnTo>
                  <a:pt x="172084" y="52069"/>
                </a:lnTo>
                <a:lnTo>
                  <a:pt x="133984" y="87629"/>
                </a:lnTo>
                <a:lnTo>
                  <a:pt x="107187" y="125729"/>
                </a:lnTo>
                <a:lnTo>
                  <a:pt x="82676" y="179069"/>
                </a:lnTo>
                <a:lnTo>
                  <a:pt x="71500" y="217169"/>
                </a:lnTo>
                <a:lnTo>
                  <a:pt x="62611" y="255269"/>
                </a:lnTo>
                <a:lnTo>
                  <a:pt x="49149" y="308609"/>
                </a:lnTo>
                <a:lnTo>
                  <a:pt x="37973" y="364489"/>
                </a:lnTo>
                <a:lnTo>
                  <a:pt x="29082" y="419099"/>
                </a:lnTo>
                <a:lnTo>
                  <a:pt x="20065" y="474979"/>
                </a:lnTo>
                <a:lnTo>
                  <a:pt x="9016" y="562609"/>
                </a:lnTo>
                <a:lnTo>
                  <a:pt x="4571" y="609599"/>
                </a:lnTo>
                <a:lnTo>
                  <a:pt x="2162" y="656589"/>
                </a:lnTo>
                <a:lnTo>
                  <a:pt x="0" y="701039"/>
                </a:lnTo>
                <a:lnTo>
                  <a:pt x="4571" y="789939"/>
                </a:lnTo>
                <a:lnTo>
                  <a:pt x="13462" y="831849"/>
                </a:lnTo>
                <a:lnTo>
                  <a:pt x="31368" y="883919"/>
                </a:lnTo>
                <a:lnTo>
                  <a:pt x="60325" y="923289"/>
                </a:lnTo>
                <a:lnTo>
                  <a:pt x="71500" y="932179"/>
                </a:lnTo>
                <a:lnTo>
                  <a:pt x="84962" y="943609"/>
                </a:lnTo>
                <a:lnTo>
                  <a:pt x="98298" y="949959"/>
                </a:lnTo>
                <a:lnTo>
                  <a:pt x="111759" y="957579"/>
                </a:lnTo>
                <a:lnTo>
                  <a:pt x="143001" y="969009"/>
                </a:lnTo>
                <a:lnTo>
                  <a:pt x="176529" y="975359"/>
                </a:lnTo>
                <a:lnTo>
                  <a:pt x="212216" y="976629"/>
                </a:lnTo>
                <a:lnTo>
                  <a:pt x="252475" y="976629"/>
                </a:lnTo>
                <a:lnTo>
                  <a:pt x="292607" y="975359"/>
                </a:lnTo>
                <a:lnTo>
                  <a:pt x="330580" y="969009"/>
                </a:lnTo>
                <a:lnTo>
                  <a:pt x="366394" y="958849"/>
                </a:lnTo>
                <a:lnTo>
                  <a:pt x="207771" y="958849"/>
                </a:lnTo>
                <a:lnTo>
                  <a:pt x="169799" y="955039"/>
                </a:lnTo>
                <a:lnTo>
                  <a:pt x="151891" y="952499"/>
                </a:lnTo>
                <a:lnTo>
                  <a:pt x="116204" y="939799"/>
                </a:lnTo>
                <a:lnTo>
                  <a:pt x="100456" y="932179"/>
                </a:lnTo>
                <a:lnTo>
                  <a:pt x="87121" y="922019"/>
                </a:lnTo>
                <a:lnTo>
                  <a:pt x="71500" y="910589"/>
                </a:lnTo>
                <a:lnTo>
                  <a:pt x="49149" y="878839"/>
                </a:lnTo>
                <a:lnTo>
                  <a:pt x="31368" y="840739"/>
                </a:lnTo>
                <a:lnTo>
                  <a:pt x="17906" y="769619"/>
                </a:lnTo>
                <a:lnTo>
                  <a:pt x="15620" y="731519"/>
                </a:lnTo>
                <a:lnTo>
                  <a:pt x="17906" y="694689"/>
                </a:lnTo>
                <a:lnTo>
                  <a:pt x="22351" y="618489"/>
                </a:lnTo>
                <a:lnTo>
                  <a:pt x="29082" y="544829"/>
                </a:lnTo>
                <a:lnTo>
                  <a:pt x="51434" y="379729"/>
                </a:lnTo>
                <a:lnTo>
                  <a:pt x="69214" y="299719"/>
                </a:lnTo>
                <a:lnTo>
                  <a:pt x="89407" y="217169"/>
                </a:lnTo>
                <a:lnTo>
                  <a:pt x="107187" y="167639"/>
                </a:lnTo>
                <a:lnTo>
                  <a:pt x="136270" y="116839"/>
                </a:lnTo>
                <a:lnTo>
                  <a:pt x="172084" y="73659"/>
                </a:lnTo>
                <a:lnTo>
                  <a:pt x="216662" y="45719"/>
                </a:lnTo>
                <a:lnTo>
                  <a:pt x="259206" y="34289"/>
                </a:lnTo>
                <a:lnTo>
                  <a:pt x="388746" y="34289"/>
                </a:lnTo>
                <a:lnTo>
                  <a:pt x="382777" y="31749"/>
                </a:lnTo>
                <a:lnTo>
                  <a:pt x="319531" y="31749"/>
                </a:lnTo>
                <a:lnTo>
                  <a:pt x="301625" y="25399"/>
                </a:lnTo>
                <a:lnTo>
                  <a:pt x="323976" y="20319"/>
                </a:lnTo>
                <a:lnTo>
                  <a:pt x="335025" y="20319"/>
                </a:lnTo>
                <a:lnTo>
                  <a:pt x="368680" y="17779"/>
                </a:lnTo>
                <a:lnTo>
                  <a:pt x="431647" y="17779"/>
                </a:lnTo>
                <a:lnTo>
                  <a:pt x="406653" y="7619"/>
                </a:lnTo>
                <a:lnTo>
                  <a:pt x="390905" y="5079"/>
                </a:lnTo>
                <a:lnTo>
                  <a:pt x="382015" y="2539"/>
                </a:lnTo>
                <a:lnTo>
                  <a:pt x="339598" y="2539"/>
                </a:lnTo>
                <a:lnTo>
                  <a:pt x="337312" y="0"/>
                </a:lnTo>
                <a:close/>
              </a:path>
              <a:path w="589915" h="976629">
                <a:moveTo>
                  <a:pt x="438057" y="925829"/>
                </a:moveTo>
                <a:lnTo>
                  <a:pt x="399923" y="925829"/>
                </a:lnTo>
                <a:lnTo>
                  <a:pt x="373125" y="937259"/>
                </a:lnTo>
                <a:lnTo>
                  <a:pt x="346328" y="946149"/>
                </a:lnTo>
                <a:lnTo>
                  <a:pt x="317245" y="952499"/>
                </a:lnTo>
                <a:lnTo>
                  <a:pt x="288163" y="957579"/>
                </a:lnTo>
                <a:lnTo>
                  <a:pt x="247903" y="958849"/>
                </a:lnTo>
                <a:lnTo>
                  <a:pt x="366394" y="958849"/>
                </a:lnTo>
                <a:lnTo>
                  <a:pt x="402208" y="946149"/>
                </a:lnTo>
                <a:lnTo>
                  <a:pt x="417702" y="937259"/>
                </a:lnTo>
                <a:lnTo>
                  <a:pt x="435609" y="928369"/>
                </a:lnTo>
                <a:lnTo>
                  <a:pt x="438057" y="925829"/>
                </a:lnTo>
                <a:close/>
              </a:path>
              <a:path w="589915" h="976629">
                <a:moveTo>
                  <a:pt x="297179" y="43179"/>
                </a:moveTo>
                <a:lnTo>
                  <a:pt x="279273" y="43179"/>
                </a:lnTo>
                <a:lnTo>
                  <a:pt x="263651" y="46989"/>
                </a:lnTo>
                <a:lnTo>
                  <a:pt x="216662" y="69849"/>
                </a:lnTo>
                <a:lnTo>
                  <a:pt x="174243" y="107949"/>
                </a:lnTo>
                <a:lnTo>
                  <a:pt x="147446" y="147319"/>
                </a:lnTo>
                <a:lnTo>
                  <a:pt x="120650" y="212089"/>
                </a:lnTo>
                <a:lnTo>
                  <a:pt x="105028" y="256539"/>
                </a:lnTo>
                <a:lnTo>
                  <a:pt x="87121" y="314959"/>
                </a:lnTo>
                <a:lnTo>
                  <a:pt x="71500" y="374649"/>
                </a:lnTo>
                <a:lnTo>
                  <a:pt x="55879" y="438149"/>
                </a:lnTo>
                <a:lnTo>
                  <a:pt x="33527" y="562609"/>
                </a:lnTo>
                <a:lnTo>
                  <a:pt x="26796" y="624839"/>
                </a:lnTo>
                <a:lnTo>
                  <a:pt x="24637" y="684529"/>
                </a:lnTo>
                <a:lnTo>
                  <a:pt x="26796" y="748029"/>
                </a:lnTo>
                <a:lnTo>
                  <a:pt x="31368" y="787399"/>
                </a:lnTo>
                <a:lnTo>
                  <a:pt x="37973" y="805179"/>
                </a:lnTo>
                <a:lnTo>
                  <a:pt x="44703" y="825499"/>
                </a:lnTo>
                <a:lnTo>
                  <a:pt x="51434" y="843279"/>
                </a:lnTo>
                <a:lnTo>
                  <a:pt x="62611" y="858519"/>
                </a:lnTo>
                <a:lnTo>
                  <a:pt x="71500" y="876299"/>
                </a:lnTo>
                <a:lnTo>
                  <a:pt x="100456" y="908049"/>
                </a:lnTo>
                <a:lnTo>
                  <a:pt x="140715" y="932179"/>
                </a:lnTo>
                <a:lnTo>
                  <a:pt x="183133" y="943609"/>
                </a:lnTo>
                <a:lnTo>
                  <a:pt x="205612" y="948689"/>
                </a:lnTo>
                <a:lnTo>
                  <a:pt x="286003" y="948689"/>
                </a:lnTo>
                <a:lnTo>
                  <a:pt x="323976" y="943609"/>
                </a:lnTo>
                <a:lnTo>
                  <a:pt x="361950" y="937259"/>
                </a:lnTo>
                <a:lnTo>
                  <a:pt x="370388" y="934719"/>
                </a:lnTo>
                <a:lnTo>
                  <a:pt x="261365" y="934719"/>
                </a:lnTo>
                <a:lnTo>
                  <a:pt x="218948" y="932179"/>
                </a:lnTo>
                <a:lnTo>
                  <a:pt x="165353" y="925829"/>
                </a:lnTo>
                <a:lnTo>
                  <a:pt x="122936" y="904239"/>
                </a:lnTo>
                <a:lnTo>
                  <a:pt x="91566" y="875029"/>
                </a:lnTo>
                <a:lnTo>
                  <a:pt x="67055" y="836929"/>
                </a:lnTo>
                <a:lnTo>
                  <a:pt x="53593" y="792479"/>
                </a:lnTo>
                <a:lnTo>
                  <a:pt x="44703" y="745489"/>
                </a:lnTo>
                <a:lnTo>
                  <a:pt x="42417" y="721359"/>
                </a:lnTo>
                <a:lnTo>
                  <a:pt x="42417" y="647699"/>
                </a:lnTo>
                <a:lnTo>
                  <a:pt x="53593" y="557529"/>
                </a:lnTo>
                <a:lnTo>
                  <a:pt x="69214" y="468629"/>
                </a:lnTo>
                <a:lnTo>
                  <a:pt x="87121" y="382269"/>
                </a:lnTo>
                <a:lnTo>
                  <a:pt x="109474" y="294639"/>
                </a:lnTo>
                <a:lnTo>
                  <a:pt x="122936" y="255269"/>
                </a:lnTo>
                <a:lnTo>
                  <a:pt x="133984" y="217169"/>
                </a:lnTo>
                <a:lnTo>
                  <a:pt x="149732" y="179069"/>
                </a:lnTo>
                <a:lnTo>
                  <a:pt x="169799" y="143509"/>
                </a:lnTo>
                <a:lnTo>
                  <a:pt x="198881" y="105409"/>
                </a:lnTo>
                <a:lnTo>
                  <a:pt x="232409" y="81279"/>
                </a:lnTo>
                <a:lnTo>
                  <a:pt x="270255" y="63499"/>
                </a:lnTo>
                <a:lnTo>
                  <a:pt x="314959" y="49529"/>
                </a:lnTo>
                <a:lnTo>
                  <a:pt x="335025" y="49529"/>
                </a:lnTo>
                <a:lnTo>
                  <a:pt x="335025" y="45719"/>
                </a:lnTo>
                <a:lnTo>
                  <a:pt x="312800" y="45719"/>
                </a:lnTo>
                <a:lnTo>
                  <a:pt x="297179" y="43179"/>
                </a:lnTo>
                <a:close/>
              </a:path>
              <a:path w="589915" h="976629">
                <a:moveTo>
                  <a:pt x="500379" y="787399"/>
                </a:moveTo>
                <a:lnTo>
                  <a:pt x="493649" y="787399"/>
                </a:lnTo>
                <a:lnTo>
                  <a:pt x="491489" y="792479"/>
                </a:lnTo>
                <a:lnTo>
                  <a:pt x="487044" y="816609"/>
                </a:lnTo>
                <a:lnTo>
                  <a:pt x="480313" y="836929"/>
                </a:lnTo>
                <a:lnTo>
                  <a:pt x="457962" y="869949"/>
                </a:lnTo>
                <a:lnTo>
                  <a:pt x="426719" y="896619"/>
                </a:lnTo>
                <a:lnTo>
                  <a:pt x="388746" y="914399"/>
                </a:lnTo>
                <a:lnTo>
                  <a:pt x="348488" y="925829"/>
                </a:lnTo>
                <a:lnTo>
                  <a:pt x="303783" y="932179"/>
                </a:lnTo>
                <a:lnTo>
                  <a:pt x="261365" y="934719"/>
                </a:lnTo>
                <a:lnTo>
                  <a:pt x="370388" y="934719"/>
                </a:lnTo>
                <a:lnTo>
                  <a:pt x="399923" y="925829"/>
                </a:lnTo>
                <a:lnTo>
                  <a:pt x="438057" y="925829"/>
                </a:lnTo>
                <a:lnTo>
                  <a:pt x="449071" y="914399"/>
                </a:lnTo>
                <a:lnTo>
                  <a:pt x="464692" y="904239"/>
                </a:lnTo>
                <a:lnTo>
                  <a:pt x="478027" y="890269"/>
                </a:lnTo>
                <a:lnTo>
                  <a:pt x="491489" y="872489"/>
                </a:lnTo>
                <a:lnTo>
                  <a:pt x="502665" y="857249"/>
                </a:lnTo>
                <a:lnTo>
                  <a:pt x="511555" y="857249"/>
                </a:lnTo>
                <a:lnTo>
                  <a:pt x="513841" y="852169"/>
                </a:lnTo>
                <a:lnTo>
                  <a:pt x="516064" y="843279"/>
                </a:lnTo>
                <a:lnTo>
                  <a:pt x="493649" y="843279"/>
                </a:lnTo>
                <a:lnTo>
                  <a:pt x="498220" y="831849"/>
                </a:lnTo>
                <a:lnTo>
                  <a:pt x="500379" y="819149"/>
                </a:lnTo>
                <a:lnTo>
                  <a:pt x="502665" y="805179"/>
                </a:lnTo>
                <a:lnTo>
                  <a:pt x="502665" y="792479"/>
                </a:lnTo>
                <a:lnTo>
                  <a:pt x="500379" y="787399"/>
                </a:lnTo>
                <a:close/>
              </a:path>
              <a:path w="589915" h="976629">
                <a:moveTo>
                  <a:pt x="396421" y="38099"/>
                </a:moveTo>
                <a:lnTo>
                  <a:pt x="359663" y="38099"/>
                </a:lnTo>
                <a:lnTo>
                  <a:pt x="373125" y="40639"/>
                </a:lnTo>
                <a:lnTo>
                  <a:pt x="386461" y="45719"/>
                </a:lnTo>
                <a:lnTo>
                  <a:pt x="408813" y="58419"/>
                </a:lnTo>
                <a:lnTo>
                  <a:pt x="429005" y="76199"/>
                </a:lnTo>
                <a:lnTo>
                  <a:pt x="449071" y="96519"/>
                </a:lnTo>
                <a:lnTo>
                  <a:pt x="464692" y="120649"/>
                </a:lnTo>
                <a:lnTo>
                  <a:pt x="480313" y="143509"/>
                </a:lnTo>
                <a:lnTo>
                  <a:pt x="502665" y="190499"/>
                </a:lnTo>
                <a:lnTo>
                  <a:pt x="516127" y="238759"/>
                </a:lnTo>
                <a:lnTo>
                  <a:pt x="529463" y="314959"/>
                </a:lnTo>
                <a:lnTo>
                  <a:pt x="533907" y="365759"/>
                </a:lnTo>
                <a:lnTo>
                  <a:pt x="536094" y="421639"/>
                </a:lnTo>
                <a:lnTo>
                  <a:pt x="536193" y="539749"/>
                </a:lnTo>
                <a:lnTo>
                  <a:pt x="533907" y="598169"/>
                </a:lnTo>
                <a:lnTo>
                  <a:pt x="529463" y="656589"/>
                </a:lnTo>
                <a:lnTo>
                  <a:pt x="522731" y="713739"/>
                </a:lnTo>
                <a:lnTo>
                  <a:pt x="513841" y="772159"/>
                </a:lnTo>
                <a:lnTo>
                  <a:pt x="502665" y="830579"/>
                </a:lnTo>
                <a:lnTo>
                  <a:pt x="493649" y="843279"/>
                </a:lnTo>
                <a:lnTo>
                  <a:pt x="516064" y="843279"/>
                </a:lnTo>
                <a:lnTo>
                  <a:pt x="518287" y="834389"/>
                </a:lnTo>
                <a:lnTo>
                  <a:pt x="536193" y="798829"/>
                </a:lnTo>
                <a:lnTo>
                  <a:pt x="542348" y="783589"/>
                </a:lnTo>
                <a:lnTo>
                  <a:pt x="527176" y="783589"/>
                </a:lnTo>
                <a:lnTo>
                  <a:pt x="536193" y="730249"/>
                </a:lnTo>
                <a:lnTo>
                  <a:pt x="542925" y="674369"/>
                </a:lnTo>
                <a:lnTo>
                  <a:pt x="547369" y="621029"/>
                </a:lnTo>
                <a:lnTo>
                  <a:pt x="549528" y="566419"/>
                </a:lnTo>
                <a:lnTo>
                  <a:pt x="551814" y="500379"/>
                </a:lnTo>
                <a:lnTo>
                  <a:pt x="551771" y="429259"/>
                </a:lnTo>
                <a:lnTo>
                  <a:pt x="549528" y="364489"/>
                </a:lnTo>
                <a:lnTo>
                  <a:pt x="542925" y="297179"/>
                </a:lnTo>
                <a:lnTo>
                  <a:pt x="531621" y="243839"/>
                </a:lnTo>
                <a:lnTo>
                  <a:pt x="516127" y="191769"/>
                </a:lnTo>
                <a:lnTo>
                  <a:pt x="507111" y="165099"/>
                </a:lnTo>
                <a:lnTo>
                  <a:pt x="480313" y="118109"/>
                </a:lnTo>
                <a:lnTo>
                  <a:pt x="453516" y="81279"/>
                </a:lnTo>
                <a:lnTo>
                  <a:pt x="424433" y="54609"/>
                </a:lnTo>
                <a:lnTo>
                  <a:pt x="406653" y="43179"/>
                </a:lnTo>
                <a:lnTo>
                  <a:pt x="396421" y="38099"/>
                </a:lnTo>
                <a:close/>
              </a:path>
              <a:path w="589915" h="976629">
                <a:moveTo>
                  <a:pt x="431647" y="17779"/>
                </a:moveTo>
                <a:lnTo>
                  <a:pt x="368680" y="17779"/>
                </a:lnTo>
                <a:lnTo>
                  <a:pt x="390905" y="20319"/>
                </a:lnTo>
                <a:lnTo>
                  <a:pt x="411099" y="26669"/>
                </a:lnTo>
                <a:lnTo>
                  <a:pt x="451230" y="49529"/>
                </a:lnTo>
                <a:lnTo>
                  <a:pt x="482600" y="81279"/>
                </a:lnTo>
                <a:lnTo>
                  <a:pt x="509396" y="118109"/>
                </a:lnTo>
                <a:lnTo>
                  <a:pt x="527176" y="152399"/>
                </a:lnTo>
                <a:lnTo>
                  <a:pt x="540638" y="190499"/>
                </a:lnTo>
                <a:lnTo>
                  <a:pt x="551814" y="229869"/>
                </a:lnTo>
                <a:lnTo>
                  <a:pt x="560704" y="273049"/>
                </a:lnTo>
                <a:lnTo>
                  <a:pt x="565150" y="314959"/>
                </a:lnTo>
                <a:lnTo>
                  <a:pt x="569722" y="355599"/>
                </a:lnTo>
                <a:lnTo>
                  <a:pt x="574167" y="435609"/>
                </a:lnTo>
                <a:lnTo>
                  <a:pt x="574167" y="556259"/>
                </a:lnTo>
                <a:lnTo>
                  <a:pt x="569722" y="598169"/>
                </a:lnTo>
                <a:lnTo>
                  <a:pt x="565150" y="638809"/>
                </a:lnTo>
                <a:lnTo>
                  <a:pt x="558419" y="678179"/>
                </a:lnTo>
                <a:lnTo>
                  <a:pt x="549528" y="716279"/>
                </a:lnTo>
                <a:lnTo>
                  <a:pt x="538352" y="756919"/>
                </a:lnTo>
                <a:lnTo>
                  <a:pt x="527176" y="783589"/>
                </a:lnTo>
                <a:lnTo>
                  <a:pt x="542348" y="783589"/>
                </a:lnTo>
                <a:lnTo>
                  <a:pt x="549528" y="765809"/>
                </a:lnTo>
                <a:lnTo>
                  <a:pt x="560704" y="727709"/>
                </a:lnTo>
                <a:lnTo>
                  <a:pt x="569722" y="689609"/>
                </a:lnTo>
                <a:lnTo>
                  <a:pt x="576326" y="651509"/>
                </a:lnTo>
                <a:lnTo>
                  <a:pt x="583056" y="613409"/>
                </a:lnTo>
                <a:lnTo>
                  <a:pt x="587501" y="538479"/>
                </a:lnTo>
                <a:lnTo>
                  <a:pt x="589787" y="488949"/>
                </a:lnTo>
                <a:lnTo>
                  <a:pt x="589787" y="391159"/>
                </a:lnTo>
                <a:lnTo>
                  <a:pt x="585215" y="341629"/>
                </a:lnTo>
                <a:lnTo>
                  <a:pt x="578611" y="292099"/>
                </a:lnTo>
                <a:lnTo>
                  <a:pt x="569722" y="243839"/>
                </a:lnTo>
                <a:lnTo>
                  <a:pt x="558419" y="196849"/>
                </a:lnTo>
                <a:lnTo>
                  <a:pt x="542925" y="149859"/>
                </a:lnTo>
                <a:lnTo>
                  <a:pt x="511555" y="90169"/>
                </a:lnTo>
                <a:lnTo>
                  <a:pt x="464692" y="40639"/>
                </a:lnTo>
                <a:lnTo>
                  <a:pt x="437895" y="20319"/>
                </a:lnTo>
                <a:lnTo>
                  <a:pt x="431647" y="17779"/>
                </a:lnTo>
                <a:close/>
              </a:path>
              <a:path w="589915" h="976629">
                <a:moveTo>
                  <a:pt x="149732" y="406399"/>
                </a:moveTo>
                <a:lnTo>
                  <a:pt x="147446" y="406399"/>
                </a:lnTo>
                <a:lnTo>
                  <a:pt x="145287" y="408939"/>
                </a:lnTo>
                <a:lnTo>
                  <a:pt x="143001" y="411479"/>
                </a:lnTo>
                <a:lnTo>
                  <a:pt x="145287" y="412749"/>
                </a:lnTo>
                <a:lnTo>
                  <a:pt x="167512" y="430529"/>
                </a:lnTo>
                <a:lnTo>
                  <a:pt x="194309" y="444499"/>
                </a:lnTo>
                <a:lnTo>
                  <a:pt x="223392" y="453389"/>
                </a:lnTo>
                <a:lnTo>
                  <a:pt x="252475" y="459739"/>
                </a:lnTo>
                <a:lnTo>
                  <a:pt x="256920" y="464819"/>
                </a:lnTo>
                <a:lnTo>
                  <a:pt x="261365" y="466089"/>
                </a:lnTo>
                <a:lnTo>
                  <a:pt x="265811" y="466089"/>
                </a:lnTo>
                <a:lnTo>
                  <a:pt x="270255" y="462279"/>
                </a:lnTo>
                <a:lnTo>
                  <a:pt x="308228" y="462279"/>
                </a:lnTo>
                <a:lnTo>
                  <a:pt x="348488" y="459739"/>
                </a:lnTo>
                <a:lnTo>
                  <a:pt x="417702" y="447039"/>
                </a:lnTo>
                <a:lnTo>
                  <a:pt x="424433" y="441959"/>
                </a:lnTo>
                <a:lnTo>
                  <a:pt x="424433" y="438149"/>
                </a:lnTo>
                <a:lnTo>
                  <a:pt x="308228" y="438149"/>
                </a:lnTo>
                <a:lnTo>
                  <a:pt x="276987" y="435609"/>
                </a:lnTo>
                <a:lnTo>
                  <a:pt x="277416" y="433069"/>
                </a:lnTo>
                <a:lnTo>
                  <a:pt x="256920" y="433069"/>
                </a:lnTo>
                <a:lnTo>
                  <a:pt x="230124" y="429259"/>
                </a:lnTo>
                <a:lnTo>
                  <a:pt x="149732" y="406399"/>
                </a:lnTo>
                <a:close/>
              </a:path>
              <a:path w="589915" h="976629">
                <a:moveTo>
                  <a:pt x="417702" y="426719"/>
                </a:moveTo>
                <a:lnTo>
                  <a:pt x="413257" y="426719"/>
                </a:lnTo>
                <a:lnTo>
                  <a:pt x="377570" y="433069"/>
                </a:lnTo>
                <a:lnTo>
                  <a:pt x="344042" y="438149"/>
                </a:lnTo>
                <a:lnTo>
                  <a:pt x="424433" y="438149"/>
                </a:lnTo>
                <a:lnTo>
                  <a:pt x="424433" y="433069"/>
                </a:lnTo>
                <a:lnTo>
                  <a:pt x="419988" y="429259"/>
                </a:lnTo>
                <a:lnTo>
                  <a:pt x="417702" y="426719"/>
                </a:lnTo>
                <a:close/>
              </a:path>
              <a:path w="589915" h="976629">
                <a:moveTo>
                  <a:pt x="295849" y="335279"/>
                </a:moveTo>
                <a:lnTo>
                  <a:pt x="274700" y="335279"/>
                </a:lnTo>
                <a:lnTo>
                  <a:pt x="256920" y="433069"/>
                </a:lnTo>
                <a:lnTo>
                  <a:pt x="277416" y="433069"/>
                </a:lnTo>
                <a:lnTo>
                  <a:pt x="286003" y="382269"/>
                </a:lnTo>
                <a:lnTo>
                  <a:pt x="295849" y="335279"/>
                </a:lnTo>
                <a:close/>
              </a:path>
              <a:path w="589915" h="976629">
                <a:moveTo>
                  <a:pt x="335025" y="49529"/>
                </a:moveTo>
                <a:lnTo>
                  <a:pt x="314959" y="49529"/>
                </a:lnTo>
                <a:lnTo>
                  <a:pt x="308228" y="78739"/>
                </a:lnTo>
                <a:lnTo>
                  <a:pt x="303783" y="109219"/>
                </a:lnTo>
                <a:lnTo>
                  <a:pt x="292607" y="116839"/>
                </a:lnTo>
                <a:lnTo>
                  <a:pt x="288163" y="116839"/>
                </a:lnTo>
                <a:lnTo>
                  <a:pt x="281431" y="118109"/>
                </a:lnTo>
                <a:lnTo>
                  <a:pt x="279273" y="125729"/>
                </a:lnTo>
                <a:lnTo>
                  <a:pt x="261365" y="226059"/>
                </a:lnTo>
                <a:lnTo>
                  <a:pt x="247903" y="328929"/>
                </a:lnTo>
                <a:lnTo>
                  <a:pt x="252475" y="337819"/>
                </a:lnTo>
                <a:lnTo>
                  <a:pt x="256920" y="339089"/>
                </a:lnTo>
                <a:lnTo>
                  <a:pt x="261365" y="339089"/>
                </a:lnTo>
                <a:lnTo>
                  <a:pt x="274700" y="335279"/>
                </a:lnTo>
                <a:lnTo>
                  <a:pt x="295849" y="335279"/>
                </a:lnTo>
                <a:lnTo>
                  <a:pt x="297179" y="328929"/>
                </a:lnTo>
                <a:lnTo>
                  <a:pt x="332866" y="318769"/>
                </a:lnTo>
                <a:lnTo>
                  <a:pt x="337312" y="318769"/>
                </a:lnTo>
                <a:lnTo>
                  <a:pt x="339598" y="314959"/>
                </a:lnTo>
                <a:lnTo>
                  <a:pt x="341756" y="308609"/>
                </a:lnTo>
                <a:lnTo>
                  <a:pt x="340119" y="297179"/>
                </a:lnTo>
                <a:lnTo>
                  <a:pt x="301625" y="297179"/>
                </a:lnTo>
                <a:lnTo>
                  <a:pt x="301625" y="288289"/>
                </a:lnTo>
                <a:lnTo>
                  <a:pt x="338846" y="288289"/>
                </a:lnTo>
                <a:lnTo>
                  <a:pt x="335025" y="261619"/>
                </a:lnTo>
                <a:lnTo>
                  <a:pt x="337312" y="214629"/>
                </a:lnTo>
                <a:lnTo>
                  <a:pt x="341756" y="167639"/>
                </a:lnTo>
                <a:lnTo>
                  <a:pt x="352932" y="123189"/>
                </a:lnTo>
                <a:lnTo>
                  <a:pt x="352932" y="120649"/>
                </a:lnTo>
                <a:lnTo>
                  <a:pt x="357377" y="118109"/>
                </a:lnTo>
                <a:lnTo>
                  <a:pt x="357377" y="111759"/>
                </a:lnTo>
                <a:lnTo>
                  <a:pt x="355218" y="107949"/>
                </a:lnTo>
                <a:lnTo>
                  <a:pt x="350774" y="105409"/>
                </a:lnTo>
                <a:lnTo>
                  <a:pt x="344042" y="102869"/>
                </a:lnTo>
                <a:lnTo>
                  <a:pt x="323976" y="102869"/>
                </a:lnTo>
                <a:lnTo>
                  <a:pt x="330580" y="52069"/>
                </a:lnTo>
                <a:lnTo>
                  <a:pt x="335025" y="49529"/>
                </a:lnTo>
                <a:close/>
              </a:path>
              <a:path w="589915" h="976629">
                <a:moveTo>
                  <a:pt x="338846" y="288289"/>
                </a:moveTo>
                <a:lnTo>
                  <a:pt x="317245" y="288289"/>
                </a:lnTo>
                <a:lnTo>
                  <a:pt x="319531" y="292099"/>
                </a:lnTo>
                <a:lnTo>
                  <a:pt x="314959" y="292099"/>
                </a:lnTo>
                <a:lnTo>
                  <a:pt x="301625" y="297179"/>
                </a:lnTo>
                <a:lnTo>
                  <a:pt x="340119" y="297179"/>
                </a:lnTo>
                <a:lnTo>
                  <a:pt x="338846" y="288289"/>
                </a:lnTo>
                <a:close/>
              </a:path>
              <a:path w="589915" h="976629">
                <a:moveTo>
                  <a:pt x="317245" y="288289"/>
                </a:moveTo>
                <a:lnTo>
                  <a:pt x="301625" y="288289"/>
                </a:lnTo>
                <a:lnTo>
                  <a:pt x="306069" y="292099"/>
                </a:lnTo>
                <a:lnTo>
                  <a:pt x="314959" y="292099"/>
                </a:lnTo>
                <a:lnTo>
                  <a:pt x="317245" y="288289"/>
                </a:lnTo>
                <a:close/>
              </a:path>
              <a:path w="589915" h="976629">
                <a:moveTo>
                  <a:pt x="388746" y="34289"/>
                </a:moveTo>
                <a:lnTo>
                  <a:pt x="272541" y="34289"/>
                </a:lnTo>
                <a:lnTo>
                  <a:pt x="286003" y="36829"/>
                </a:lnTo>
                <a:lnTo>
                  <a:pt x="299338" y="40639"/>
                </a:lnTo>
                <a:lnTo>
                  <a:pt x="312800" y="45719"/>
                </a:lnTo>
                <a:lnTo>
                  <a:pt x="335025" y="45719"/>
                </a:lnTo>
                <a:lnTo>
                  <a:pt x="335025" y="43179"/>
                </a:lnTo>
                <a:lnTo>
                  <a:pt x="332866" y="40639"/>
                </a:lnTo>
                <a:lnTo>
                  <a:pt x="346328" y="38099"/>
                </a:lnTo>
                <a:lnTo>
                  <a:pt x="396421" y="38099"/>
                </a:lnTo>
                <a:lnTo>
                  <a:pt x="388746" y="34289"/>
                </a:lnTo>
                <a:close/>
              </a:path>
              <a:path w="589915" h="976629">
                <a:moveTo>
                  <a:pt x="335025" y="20319"/>
                </a:moveTo>
                <a:lnTo>
                  <a:pt x="323976" y="20319"/>
                </a:lnTo>
                <a:lnTo>
                  <a:pt x="319531" y="31749"/>
                </a:lnTo>
                <a:lnTo>
                  <a:pt x="382777" y="31749"/>
                </a:lnTo>
                <a:lnTo>
                  <a:pt x="376809" y="29209"/>
                </a:lnTo>
                <a:lnTo>
                  <a:pt x="335025" y="29209"/>
                </a:lnTo>
                <a:lnTo>
                  <a:pt x="335025" y="20319"/>
                </a:lnTo>
                <a:close/>
              </a:path>
              <a:path w="589915" h="976629">
                <a:moveTo>
                  <a:pt x="370839" y="26669"/>
                </a:moveTo>
                <a:lnTo>
                  <a:pt x="344042" y="26669"/>
                </a:lnTo>
                <a:lnTo>
                  <a:pt x="335025" y="29209"/>
                </a:lnTo>
                <a:lnTo>
                  <a:pt x="376809" y="29209"/>
                </a:lnTo>
                <a:lnTo>
                  <a:pt x="370839" y="26669"/>
                </a:lnTo>
                <a:close/>
              </a:path>
              <a:path w="589915" h="976629">
                <a:moveTo>
                  <a:pt x="373125" y="0"/>
                </a:moveTo>
                <a:lnTo>
                  <a:pt x="355218" y="0"/>
                </a:lnTo>
                <a:lnTo>
                  <a:pt x="339598" y="2539"/>
                </a:lnTo>
                <a:lnTo>
                  <a:pt x="382015" y="2539"/>
                </a:lnTo>
                <a:lnTo>
                  <a:pt x="373125" y="0"/>
                </a:lnTo>
                <a:close/>
              </a:path>
            </a:pathLst>
          </a:custGeom>
          <a:solidFill>
            <a:srgbClr val="F8F8F8"/>
          </a:solidFill>
        </p:spPr>
        <p:txBody>
          <a:bodyPr wrap="square" lIns="0" tIns="0" rIns="0" bIns="0" rtlCol="0"/>
          <a:lstStyle/>
          <a:p>
            <a:endParaRPr dirty="0"/>
          </a:p>
        </p:txBody>
      </p:sp>
      <p:grpSp>
        <p:nvGrpSpPr>
          <p:cNvPr id="18" name="object 18"/>
          <p:cNvGrpSpPr/>
          <p:nvPr/>
        </p:nvGrpSpPr>
        <p:grpSpPr>
          <a:xfrm>
            <a:off x="0" y="0"/>
            <a:ext cx="12192000" cy="6858000"/>
            <a:chOff x="0" y="0"/>
            <a:chExt cx="12192000" cy="6858000"/>
          </a:xfrm>
        </p:grpSpPr>
        <p:sp>
          <p:nvSpPr>
            <p:cNvPr id="19" name="object 19"/>
            <p:cNvSpPr/>
            <p:nvPr/>
          </p:nvSpPr>
          <p:spPr>
            <a:xfrm>
              <a:off x="3259835" y="5163439"/>
              <a:ext cx="2543555" cy="1438529"/>
            </a:xfrm>
            <a:prstGeom prst="rect">
              <a:avLst/>
            </a:prstGeom>
            <a:blipFill>
              <a:blip r:embed="rId9" cstate="print"/>
              <a:stretch>
                <a:fillRect/>
              </a:stretch>
            </a:blipFill>
          </p:spPr>
          <p:txBody>
            <a:bodyPr wrap="square" lIns="0" tIns="0" rIns="0" bIns="0" rtlCol="0"/>
            <a:lstStyle/>
            <a:p>
              <a:endParaRPr dirty="0"/>
            </a:p>
          </p:txBody>
        </p:sp>
        <p:sp>
          <p:nvSpPr>
            <p:cNvPr id="20" name="object 20"/>
            <p:cNvSpPr/>
            <p:nvPr/>
          </p:nvSpPr>
          <p:spPr>
            <a:xfrm>
              <a:off x="0" y="0"/>
              <a:ext cx="12192000" cy="6857998"/>
            </a:xfrm>
            <a:prstGeom prst="rect">
              <a:avLst/>
            </a:prstGeom>
            <a:blipFill>
              <a:blip r:embed="rId10" cstate="print"/>
              <a:stretch>
                <a:fillRect/>
              </a:stretch>
            </a:blipFill>
          </p:spPr>
          <p:txBody>
            <a:bodyPr wrap="square" lIns="0" tIns="0" rIns="0" bIns="0" rtlCol="0"/>
            <a:lstStyle/>
            <a:p>
              <a:endParaRPr dirty="0"/>
            </a:p>
          </p:txBody>
        </p:sp>
      </p:grpSp>
      <p:sp>
        <p:nvSpPr>
          <p:cNvPr id="26"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Some Additional </a:t>
            </a:r>
            <a:r>
              <a:rPr lang="en-US" sz="3200" dirty="0" smtClean="0">
                <a:latin typeface="Palatino Linotype" panose="02040502050505030304" pitchFamily="18" charset="0"/>
                <a:cs typeface="Calibri" pitchFamily="34" charset="0"/>
              </a:rPr>
              <a:t>On Page Tactics</a:t>
            </a:r>
            <a:endParaRPr lang="en-US" sz="3200" dirty="0">
              <a:latin typeface="Palatino Linotype" panose="02040502050505030304" pitchFamily="18" charset="0"/>
              <a:cs typeface="Calibri" pitchFamily="34" charset="0"/>
            </a:endParaRPr>
          </a:p>
        </p:txBody>
      </p:sp>
      <p:sp>
        <p:nvSpPr>
          <p:cNvPr id="21" name="TextBox 20"/>
          <p:cNvSpPr txBox="1"/>
          <p:nvPr/>
        </p:nvSpPr>
        <p:spPr>
          <a:xfrm>
            <a:off x="1027617" y="1204047"/>
            <a:ext cx="4265203" cy="830997"/>
          </a:xfrm>
          <a:prstGeom prst="rect">
            <a:avLst/>
          </a:prstGeom>
          <a:noFill/>
        </p:spPr>
        <p:txBody>
          <a:bodyPr wrap="square" rtlCol="0">
            <a:spAutoFit/>
          </a:bodyPr>
          <a:lstStyle/>
          <a:p>
            <a:r>
              <a:rPr lang="en-US" sz="2400" b="1" dirty="0" smtClean="0"/>
              <a:t>Controlling Crawling and Indexing</a:t>
            </a:r>
            <a:endParaRPr lang="en-IN" sz="2400" b="1" dirty="0"/>
          </a:p>
        </p:txBody>
      </p:sp>
      <p:sp>
        <p:nvSpPr>
          <p:cNvPr id="25" name="Rectangle 24"/>
          <p:cNvSpPr/>
          <p:nvPr/>
        </p:nvSpPr>
        <p:spPr>
          <a:xfrm>
            <a:off x="1007165" y="2191325"/>
            <a:ext cx="4869253" cy="4031873"/>
          </a:xfrm>
          <a:prstGeom prst="rect">
            <a:avLst/>
          </a:prstGeom>
        </p:spPr>
        <p:txBody>
          <a:bodyPr wrap="square">
            <a:spAutoFit/>
          </a:bodyPr>
          <a:lstStyle/>
          <a:p>
            <a:pPr algn="just"/>
            <a:r>
              <a:rPr lang="en-US" sz="1600" dirty="0" smtClean="0">
                <a:latin typeface="Palatino Linotype" pitchFamily="18" charset="0"/>
              </a:rPr>
              <a:t>For a large website, ensuring proper crawling and indexing can be a pain. We </a:t>
            </a:r>
            <a:r>
              <a:rPr lang="en-US" sz="1600" dirty="0">
                <a:latin typeface="Palatino Linotype" pitchFamily="18" charset="0"/>
              </a:rPr>
              <a:t>will take control of the crawling and indexing process of your website by communicating your preferences to search engines.</a:t>
            </a:r>
          </a:p>
          <a:p>
            <a:pPr algn="just"/>
            <a:endParaRPr lang="en-US" sz="1600" dirty="0">
              <a:latin typeface="Palatino Linotype" pitchFamily="18" charset="0"/>
            </a:endParaRPr>
          </a:p>
          <a:p>
            <a:pPr algn="just"/>
            <a:r>
              <a:rPr lang="en-US" sz="1600" dirty="0">
                <a:latin typeface="Palatino Linotype" pitchFamily="18" charset="0"/>
              </a:rPr>
              <a:t>There will be plenty of technicalities involved in terms of crawling and indexing rate improvement for the website.</a:t>
            </a:r>
          </a:p>
          <a:p>
            <a:pPr algn="just"/>
            <a:endParaRPr lang="en-US" sz="1600" dirty="0">
              <a:latin typeface="Palatino Linotype" pitchFamily="18" charset="0"/>
            </a:endParaRPr>
          </a:p>
          <a:p>
            <a:pPr algn="just"/>
            <a:r>
              <a:rPr lang="en-US" sz="1600" dirty="0">
                <a:latin typeface="Palatino Linotype" pitchFamily="18" charset="0"/>
              </a:rPr>
              <a:t>The plan of actions which will be performed such as crawl budget optimization to maximize the chances of improving crawl stats. Google Search Console inspection with core web vitals, coverage issues fixing, page experience signal to improve the crawling and indexing of the website.</a:t>
            </a:r>
          </a:p>
          <a:p>
            <a:endParaRPr lang="en-US" sz="1600" dirty="0" smtClean="0"/>
          </a:p>
        </p:txBody>
      </p:sp>
      <p:pic>
        <p:nvPicPr>
          <p:cNvPr id="27" name="Picture 2" descr="What is Crawling and Indexing? - A2Z Gyaan"/>
          <p:cNvPicPr>
            <a:picLocks noChangeAspect="1" noChangeArrowheads="1"/>
          </p:cNvPicPr>
          <p:nvPr/>
        </p:nvPicPr>
        <p:blipFill rotWithShape="1">
          <a:blip r:embed="rId11">
            <a:extLst>
              <a:ext uri="{28A0092B-C50C-407E-A947-70E740481C1C}">
                <a14:useLocalDpi xmlns:a14="http://schemas.microsoft.com/office/drawing/2010/main" val="0"/>
              </a:ext>
            </a:extLst>
          </a:blip>
          <a:srcRect b="22090"/>
          <a:stretch/>
        </p:blipFill>
        <p:spPr bwMode="auto">
          <a:xfrm>
            <a:off x="6720950" y="1539085"/>
            <a:ext cx="4042920" cy="2309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6773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2548176" y="0"/>
              <a:ext cx="7100141" cy="2089277"/>
            </a:xfrm>
            <a:prstGeom prst="rect">
              <a:avLst/>
            </a:prstGeom>
            <a:blipFill>
              <a:blip r:embed="rId3" cstate="print"/>
              <a:stretch>
                <a:fillRect/>
              </a:stretch>
            </a:blipFill>
          </p:spPr>
          <p:txBody>
            <a:bodyPr wrap="square" lIns="0" tIns="0" rIns="0" bIns="0" rtlCol="0"/>
            <a:lstStyle/>
            <a:p>
              <a:endParaRPr dirty="0"/>
            </a:p>
          </p:txBody>
        </p:sp>
        <p:sp>
          <p:nvSpPr>
            <p:cNvPr id="5" name="object 5"/>
            <p:cNvSpPr/>
            <p:nvPr/>
          </p:nvSpPr>
          <p:spPr>
            <a:xfrm>
              <a:off x="0" y="3250169"/>
              <a:ext cx="2179193" cy="1993900"/>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11542903" y="2974848"/>
              <a:ext cx="27305" cy="33655"/>
            </a:xfrm>
            <a:custGeom>
              <a:avLst/>
              <a:gdLst/>
              <a:ahLst/>
              <a:cxnLst/>
              <a:rect l="l" t="t" r="r" b="b"/>
              <a:pathLst>
                <a:path w="27304" h="33655">
                  <a:moveTo>
                    <a:pt x="20447" y="0"/>
                  </a:moveTo>
                  <a:lnTo>
                    <a:pt x="9017" y="0"/>
                  </a:lnTo>
                  <a:lnTo>
                    <a:pt x="0" y="8889"/>
                  </a:lnTo>
                  <a:lnTo>
                    <a:pt x="0" y="17906"/>
                  </a:lnTo>
                  <a:lnTo>
                    <a:pt x="2158" y="22351"/>
                  </a:lnTo>
                  <a:lnTo>
                    <a:pt x="2158" y="24637"/>
                  </a:lnTo>
                  <a:lnTo>
                    <a:pt x="4445" y="29082"/>
                  </a:lnTo>
                  <a:lnTo>
                    <a:pt x="9017" y="31241"/>
                  </a:lnTo>
                  <a:lnTo>
                    <a:pt x="11302" y="33400"/>
                  </a:lnTo>
                  <a:lnTo>
                    <a:pt x="15875" y="33400"/>
                  </a:lnTo>
                  <a:lnTo>
                    <a:pt x="25019" y="29082"/>
                  </a:lnTo>
                  <a:lnTo>
                    <a:pt x="27304" y="26797"/>
                  </a:lnTo>
                  <a:lnTo>
                    <a:pt x="27304" y="11175"/>
                  </a:lnTo>
                  <a:lnTo>
                    <a:pt x="25019" y="4444"/>
                  </a:lnTo>
                  <a:lnTo>
                    <a:pt x="20447" y="0"/>
                  </a:lnTo>
                  <a:close/>
                </a:path>
              </a:pathLst>
            </a:custGeom>
            <a:solidFill>
              <a:srgbClr val="F8F8F8"/>
            </a:solidFill>
          </p:spPr>
          <p:txBody>
            <a:bodyPr wrap="square" lIns="0" tIns="0" rIns="0" bIns="0" rtlCol="0"/>
            <a:lstStyle/>
            <a:p>
              <a:endParaRPr dirty="0"/>
            </a:p>
          </p:txBody>
        </p:sp>
        <p:sp>
          <p:nvSpPr>
            <p:cNvPr id="7" name="object 7"/>
            <p:cNvSpPr/>
            <p:nvPr/>
          </p:nvSpPr>
          <p:spPr>
            <a:xfrm>
              <a:off x="11466703" y="3921378"/>
              <a:ext cx="103504" cy="117220"/>
            </a:xfrm>
            <a:prstGeom prst="rect">
              <a:avLst/>
            </a:prstGeom>
            <a:blipFill>
              <a:blip r:embed="rId5" cstate="print"/>
              <a:stretch>
                <a:fillRect/>
              </a:stretch>
            </a:blipFill>
          </p:spPr>
          <p:txBody>
            <a:bodyPr wrap="square" lIns="0" tIns="0" rIns="0" bIns="0" rtlCol="0"/>
            <a:lstStyle/>
            <a:p>
              <a:endParaRPr dirty="0"/>
            </a:p>
          </p:txBody>
        </p:sp>
        <p:sp>
          <p:nvSpPr>
            <p:cNvPr id="8" name="object 8"/>
            <p:cNvSpPr/>
            <p:nvPr/>
          </p:nvSpPr>
          <p:spPr>
            <a:xfrm>
              <a:off x="11228959" y="2871342"/>
              <a:ext cx="687070" cy="1214755"/>
            </a:xfrm>
            <a:custGeom>
              <a:avLst/>
              <a:gdLst/>
              <a:ahLst/>
              <a:cxnLst/>
              <a:rect l="l" t="t" r="r" b="b"/>
              <a:pathLst>
                <a:path w="687070" h="1214754">
                  <a:moveTo>
                    <a:pt x="222059" y="157607"/>
                  </a:moveTo>
                  <a:lnTo>
                    <a:pt x="197485" y="155321"/>
                  </a:lnTo>
                  <a:lnTo>
                    <a:pt x="186309" y="157607"/>
                  </a:lnTo>
                  <a:lnTo>
                    <a:pt x="222059" y="157607"/>
                  </a:lnTo>
                  <a:close/>
                </a:path>
                <a:path w="687070" h="1214754">
                  <a:moveTo>
                    <a:pt x="422021" y="88138"/>
                  </a:moveTo>
                  <a:lnTo>
                    <a:pt x="417195" y="83693"/>
                  </a:lnTo>
                  <a:lnTo>
                    <a:pt x="405511" y="83693"/>
                  </a:lnTo>
                  <a:lnTo>
                    <a:pt x="400812" y="90297"/>
                  </a:lnTo>
                  <a:lnTo>
                    <a:pt x="400812" y="96901"/>
                  </a:lnTo>
                  <a:lnTo>
                    <a:pt x="405511" y="101346"/>
                  </a:lnTo>
                  <a:lnTo>
                    <a:pt x="412496" y="103378"/>
                  </a:lnTo>
                  <a:lnTo>
                    <a:pt x="422021" y="99060"/>
                  </a:lnTo>
                  <a:lnTo>
                    <a:pt x="422021" y="88138"/>
                  </a:lnTo>
                  <a:close/>
                </a:path>
                <a:path w="687070" h="1214754">
                  <a:moveTo>
                    <a:pt x="467741" y="136906"/>
                  </a:moveTo>
                  <a:lnTo>
                    <a:pt x="465455" y="134747"/>
                  </a:lnTo>
                  <a:lnTo>
                    <a:pt x="454406" y="130429"/>
                  </a:lnTo>
                  <a:lnTo>
                    <a:pt x="438785" y="128270"/>
                  </a:lnTo>
                  <a:lnTo>
                    <a:pt x="412242" y="126111"/>
                  </a:lnTo>
                  <a:lnTo>
                    <a:pt x="385572" y="121920"/>
                  </a:lnTo>
                  <a:lnTo>
                    <a:pt x="372237" y="121920"/>
                  </a:lnTo>
                  <a:lnTo>
                    <a:pt x="367792" y="123952"/>
                  </a:lnTo>
                  <a:lnTo>
                    <a:pt x="361188" y="126111"/>
                  </a:lnTo>
                  <a:lnTo>
                    <a:pt x="361188" y="128270"/>
                  </a:lnTo>
                  <a:lnTo>
                    <a:pt x="365506" y="132588"/>
                  </a:lnTo>
                  <a:lnTo>
                    <a:pt x="372237" y="134747"/>
                  </a:lnTo>
                  <a:lnTo>
                    <a:pt x="383286" y="139065"/>
                  </a:lnTo>
                  <a:lnTo>
                    <a:pt x="409956" y="141224"/>
                  </a:lnTo>
                  <a:lnTo>
                    <a:pt x="436626" y="145542"/>
                  </a:lnTo>
                  <a:lnTo>
                    <a:pt x="452120" y="147701"/>
                  </a:lnTo>
                  <a:lnTo>
                    <a:pt x="465455" y="145542"/>
                  </a:lnTo>
                  <a:lnTo>
                    <a:pt x="467741" y="143383"/>
                  </a:lnTo>
                  <a:lnTo>
                    <a:pt x="467741" y="136906"/>
                  </a:lnTo>
                  <a:close/>
                </a:path>
                <a:path w="687070" h="1214754">
                  <a:moveTo>
                    <a:pt x="636905" y="220218"/>
                  </a:moveTo>
                  <a:lnTo>
                    <a:pt x="634619" y="215646"/>
                  </a:lnTo>
                  <a:lnTo>
                    <a:pt x="630174" y="213487"/>
                  </a:lnTo>
                  <a:lnTo>
                    <a:pt x="625729" y="213004"/>
                  </a:lnTo>
                  <a:lnTo>
                    <a:pt x="625729" y="229108"/>
                  </a:lnTo>
                  <a:lnTo>
                    <a:pt x="616839" y="273812"/>
                  </a:lnTo>
                  <a:lnTo>
                    <a:pt x="610108" y="320802"/>
                  </a:lnTo>
                  <a:lnTo>
                    <a:pt x="598932" y="412369"/>
                  </a:lnTo>
                  <a:lnTo>
                    <a:pt x="572135" y="620268"/>
                  </a:lnTo>
                  <a:lnTo>
                    <a:pt x="558800" y="727583"/>
                  </a:lnTo>
                  <a:lnTo>
                    <a:pt x="543179" y="832739"/>
                  </a:lnTo>
                  <a:lnTo>
                    <a:pt x="509651" y="1045083"/>
                  </a:lnTo>
                  <a:lnTo>
                    <a:pt x="451739" y="1040638"/>
                  </a:lnTo>
                  <a:lnTo>
                    <a:pt x="395986" y="1033907"/>
                  </a:lnTo>
                  <a:lnTo>
                    <a:pt x="282194" y="1016000"/>
                  </a:lnTo>
                  <a:lnTo>
                    <a:pt x="217424" y="1004824"/>
                  </a:lnTo>
                  <a:lnTo>
                    <a:pt x="177419" y="998093"/>
                  </a:lnTo>
                  <a:lnTo>
                    <a:pt x="151447" y="995934"/>
                  </a:lnTo>
                  <a:lnTo>
                    <a:pt x="123952" y="993648"/>
                  </a:lnTo>
                  <a:lnTo>
                    <a:pt x="97155" y="993648"/>
                  </a:lnTo>
                  <a:lnTo>
                    <a:pt x="70358" y="995934"/>
                  </a:lnTo>
                  <a:lnTo>
                    <a:pt x="123952" y="582295"/>
                  </a:lnTo>
                  <a:lnTo>
                    <a:pt x="150622" y="372237"/>
                  </a:lnTo>
                  <a:lnTo>
                    <a:pt x="166243" y="269367"/>
                  </a:lnTo>
                  <a:lnTo>
                    <a:pt x="175133" y="166497"/>
                  </a:lnTo>
                  <a:lnTo>
                    <a:pt x="199771" y="173228"/>
                  </a:lnTo>
                  <a:lnTo>
                    <a:pt x="228727" y="177673"/>
                  </a:lnTo>
                  <a:lnTo>
                    <a:pt x="255524" y="179959"/>
                  </a:lnTo>
                  <a:lnTo>
                    <a:pt x="400431" y="202311"/>
                  </a:lnTo>
                  <a:lnTo>
                    <a:pt x="514223" y="217932"/>
                  </a:lnTo>
                  <a:lnTo>
                    <a:pt x="625729" y="229108"/>
                  </a:lnTo>
                  <a:lnTo>
                    <a:pt x="625729" y="213004"/>
                  </a:lnTo>
                  <a:lnTo>
                    <a:pt x="507492" y="200025"/>
                  </a:lnTo>
                  <a:lnTo>
                    <a:pt x="387096" y="184404"/>
                  </a:lnTo>
                  <a:lnTo>
                    <a:pt x="329057" y="175387"/>
                  </a:lnTo>
                  <a:lnTo>
                    <a:pt x="282460" y="166497"/>
                  </a:lnTo>
                  <a:lnTo>
                    <a:pt x="246634" y="159893"/>
                  </a:lnTo>
                  <a:lnTo>
                    <a:pt x="175133" y="159893"/>
                  </a:lnTo>
                  <a:lnTo>
                    <a:pt x="172974" y="159893"/>
                  </a:lnTo>
                  <a:lnTo>
                    <a:pt x="168529" y="159893"/>
                  </a:lnTo>
                  <a:lnTo>
                    <a:pt x="166243" y="162052"/>
                  </a:lnTo>
                  <a:lnTo>
                    <a:pt x="157353" y="208915"/>
                  </a:lnTo>
                  <a:lnTo>
                    <a:pt x="148463" y="258191"/>
                  </a:lnTo>
                  <a:lnTo>
                    <a:pt x="137287" y="354330"/>
                  </a:lnTo>
                  <a:lnTo>
                    <a:pt x="110490" y="564515"/>
                  </a:lnTo>
                  <a:lnTo>
                    <a:pt x="54737" y="1002538"/>
                  </a:lnTo>
                  <a:lnTo>
                    <a:pt x="54737" y="1007110"/>
                  </a:lnTo>
                  <a:lnTo>
                    <a:pt x="59182" y="1009269"/>
                  </a:lnTo>
                  <a:lnTo>
                    <a:pt x="65913" y="1009269"/>
                  </a:lnTo>
                  <a:lnTo>
                    <a:pt x="68072" y="1004824"/>
                  </a:lnTo>
                  <a:lnTo>
                    <a:pt x="97155" y="1011555"/>
                  </a:lnTo>
                  <a:lnTo>
                    <a:pt x="123952" y="1013841"/>
                  </a:lnTo>
                  <a:lnTo>
                    <a:pt x="293370" y="1033907"/>
                  </a:lnTo>
                  <a:lnTo>
                    <a:pt x="346964" y="1045083"/>
                  </a:lnTo>
                  <a:lnTo>
                    <a:pt x="400431" y="1054100"/>
                  </a:lnTo>
                  <a:lnTo>
                    <a:pt x="454025" y="1060704"/>
                  </a:lnTo>
                  <a:lnTo>
                    <a:pt x="507492" y="1060704"/>
                  </a:lnTo>
                  <a:lnTo>
                    <a:pt x="509651" y="1067435"/>
                  </a:lnTo>
                  <a:lnTo>
                    <a:pt x="514223" y="1069721"/>
                  </a:lnTo>
                  <a:lnTo>
                    <a:pt x="518668" y="1069721"/>
                  </a:lnTo>
                  <a:lnTo>
                    <a:pt x="520954" y="1067435"/>
                  </a:lnTo>
                  <a:lnTo>
                    <a:pt x="523113" y="1065149"/>
                  </a:lnTo>
                  <a:lnTo>
                    <a:pt x="523113" y="1058545"/>
                  </a:lnTo>
                  <a:lnTo>
                    <a:pt x="527558" y="1056259"/>
                  </a:lnTo>
                  <a:lnTo>
                    <a:pt x="529844" y="1054100"/>
                  </a:lnTo>
                  <a:lnTo>
                    <a:pt x="529844" y="1049655"/>
                  </a:lnTo>
                  <a:lnTo>
                    <a:pt x="525399" y="1045083"/>
                  </a:lnTo>
                  <a:lnTo>
                    <a:pt x="545465" y="948944"/>
                  </a:lnTo>
                  <a:lnTo>
                    <a:pt x="558800" y="850646"/>
                  </a:lnTo>
                  <a:lnTo>
                    <a:pt x="585597" y="656082"/>
                  </a:lnTo>
                  <a:lnTo>
                    <a:pt x="610108" y="448183"/>
                  </a:lnTo>
                  <a:lnTo>
                    <a:pt x="625729" y="338709"/>
                  </a:lnTo>
                  <a:lnTo>
                    <a:pt x="630174" y="284988"/>
                  </a:lnTo>
                  <a:lnTo>
                    <a:pt x="632460" y="255905"/>
                  </a:lnTo>
                  <a:lnTo>
                    <a:pt x="632460" y="229108"/>
                  </a:lnTo>
                  <a:lnTo>
                    <a:pt x="636905" y="226949"/>
                  </a:lnTo>
                  <a:lnTo>
                    <a:pt x="636905" y="220218"/>
                  </a:lnTo>
                  <a:close/>
                </a:path>
                <a:path w="687070" h="1214754">
                  <a:moveTo>
                    <a:pt x="687070" y="167386"/>
                  </a:moveTo>
                  <a:lnTo>
                    <a:pt x="684911" y="136144"/>
                  </a:lnTo>
                  <a:lnTo>
                    <a:pt x="678307" y="104902"/>
                  </a:lnTo>
                  <a:lnTo>
                    <a:pt x="680466" y="102616"/>
                  </a:lnTo>
                  <a:lnTo>
                    <a:pt x="678307" y="100457"/>
                  </a:lnTo>
                  <a:lnTo>
                    <a:pt x="673735" y="89154"/>
                  </a:lnTo>
                  <a:lnTo>
                    <a:pt x="673735" y="165100"/>
                  </a:lnTo>
                  <a:lnTo>
                    <a:pt x="673735" y="218694"/>
                  </a:lnTo>
                  <a:lnTo>
                    <a:pt x="669290" y="256667"/>
                  </a:lnTo>
                  <a:lnTo>
                    <a:pt x="660400" y="292354"/>
                  </a:lnTo>
                  <a:lnTo>
                    <a:pt x="644779" y="366014"/>
                  </a:lnTo>
                  <a:lnTo>
                    <a:pt x="633603" y="426339"/>
                  </a:lnTo>
                  <a:lnTo>
                    <a:pt x="624713" y="488823"/>
                  </a:lnTo>
                  <a:lnTo>
                    <a:pt x="611251" y="613918"/>
                  </a:lnTo>
                  <a:lnTo>
                    <a:pt x="597916" y="756793"/>
                  </a:lnTo>
                  <a:lnTo>
                    <a:pt x="580009" y="899668"/>
                  </a:lnTo>
                  <a:lnTo>
                    <a:pt x="571119" y="964438"/>
                  </a:lnTo>
                  <a:lnTo>
                    <a:pt x="548767" y="1089533"/>
                  </a:lnTo>
                  <a:lnTo>
                    <a:pt x="539877" y="1152017"/>
                  </a:lnTo>
                  <a:lnTo>
                    <a:pt x="508635" y="1185418"/>
                  </a:lnTo>
                  <a:lnTo>
                    <a:pt x="466217" y="1198880"/>
                  </a:lnTo>
                  <a:lnTo>
                    <a:pt x="430530" y="1198880"/>
                  </a:lnTo>
                  <a:lnTo>
                    <a:pt x="289941" y="1187704"/>
                  </a:lnTo>
                  <a:lnTo>
                    <a:pt x="189611" y="1180973"/>
                  </a:lnTo>
                  <a:lnTo>
                    <a:pt x="158369" y="1176528"/>
                  </a:lnTo>
                  <a:lnTo>
                    <a:pt x="133858" y="1172083"/>
                  </a:lnTo>
                  <a:lnTo>
                    <a:pt x="109220" y="1165352"/>
                  </a:lnTo>
                  <a:lnTo>
                    <a:pt x="113792" y="1160907"/>
                  </a:lnTo>
                  <a:lnTo>
                    <a:pt x="112280" y="1156462"/>
                  </a:lnTo>
                  <a:lnTo>
                    <a:pt x="111506" y="1154176"/>
                  </a:lnTo>
                  <a:lnTo>
                    <a:pt x="109220" y="1152017"/>
                  </a:lnTo>
                  <a:lnTo>
                    <a:pt x="102489" y="1149731"/>
                  </a:lnTo>
                  <a:lnTo>
                    <a:pt x="91440" y="1154176"/>
                  </a:lnTo>
                  <a:lnTo>
                    <a:pt x="80264" y="1156462"/>
                  </a:lnTo>
                  <a:lnTo>
                    <a:pt x="71374" y="1156462"/>
                  </a:lnTo>
                  <a:lnTo>
                    <a:pt x="62357" y="1154176"/>
                  </a:lnTo>
                  <a:lnTo>
                    <a:pt x="55626" y="1152017"/>
                  </a:lnTo>
                  <a:lnTo>
                    <a:pt x="46736" y="1147572"/>
                  </a:lnTo>
                  <a:lnTo>
                    <a:pt x="42291" y="1140841"/>
                  </a:lnTo>
                  <a:lnTo>
                    <a:pt x="35560" y="1134110"/>
                  </a:lnTo>
                  <a:lnTo>
                    <a:pt x="28956" y="1116330"/>
                  </a:lnTo>
                  <a:lnTo>
                    <a:pt x="24511" y="1096137"/>
                  </a:lnTo>
                  <a:lnTo>
                    <a:pt x="20066" y="1073785"/>
                  </a:lnTo>
                  <a:lnTo>
                    <a:pt x="20066" y="1022477"/>
                  </a:lnTo>
                  <a:lnTo>
                    <a:pt x="22225" y="995680"/>
                  </a:lnTo>
                  <a:lnTo>
                    <a:pt x="28956" y="944372"/>
                  </a:lnTo>
                  <a:lnTo>
                    <a:pt x="40132" y="870712"/>
                  </a:lnTo>
                  <a:lnTo>
                    <a:pt x="80264" y="589407"/>
                  </a:lnTo>
                  <a:lnTo>
                    <a:pt x="122555" y="305816"/>
                  </a:lnTo>
                  <a:lnTo>
                    <a:pt x="142748" y="165100"/>
                  </a:lnTo>
                  <a:lnTo>
                    <a:pt x="147193" y="122682"/>
                  </a:lnTo>
                  <a:lnTo>
                    <a:pt x="151638" y="95885"/>
                  </a:lnTo>
                  <a:lnTo>
                    <a:pt x="169418" y="46863"/>
                  </a:lnTo>
                  <a:lnTo>
                    <a:pt x="198501" y="13335"/>
                  </a:lnTo>
                  <a:lnTo>
                    <a:pt x="209677" y="11049"/>
                  </a:lnTo>
                  <a:lnTo>
                    <a:pt x="225298" y="11049"/>
                  </a:lnTo>
                  <a:lnTo>
                    <a:pt x="243078" y="17780"/>
                  </a:lnTo>
                  <a:lnTo>
                    <a:pt x="263144" y="22225"/>
                  </a:lnTo>
                  <a:lnTo>
                    <a:pt x="423799" y="40132"/>
                  </a:lnTo>
                  <a:lnTo>
                    <a:pt x="557784" y="57912"/>
                  </a:lnTo>
                  <a:lnTo>
                    <a:pt x="602361" y="64643"/>
                  </a:lnTo>
                  <a:lnTo>
                    <a:pt x="646938" y="80264"/>
                  </a:lnTo>
                  <a:lnTo>
                    <a:pt x="664845" y="104902"/>
                  </a:lnTo>
                  <a:lnTo>
                    <a:pt x="667004" y="107061"/>
                  </a:lnTo>
                  <a:lnTo>
                    <a:pt x="671576" y="109347"/>
                  </a:lnTo>
                  <a:lnTo>
                    <a:pt x="673735" y="165100"/>
                  </a:lnTo>
                  <a:lnTo>
                    <a:pt x="673735" y="89154"/>
                  </a:lnTo>
                  <a:lnTo>
                    <a:pt x="667004" y="80264"/>
                  </a:lnTo>
                  <a:lnTo>
                    <a:pt x="658114" y="73660"/>
                  </a:lnTo>
                  <a:lnTo>
                    <a:pt x="649224" y="66929"/>
                  </a:lnTo>
                  <a:lnTo>
                    <a:pt x="629158" y="55753"/>
                  </a:lnTo>
                  <a:lnTo>
                    <a:pt x="604647" y="49022"/>
                  </a:lnTo>
                  <a:lnTo>
                    <a:pt x="580009" y="44577"/>
                  </a:lnTo>
                  <a:lnTo>
                    <a:pt x="510794" y="37846"/>
                  </a:lnTo>
                  <a:lnTo>
                    <a:pt x="372491" y="20066"/>
                  </a:lnTo>
                  <a:lnTo>
                    <a:pt x="315544" y="11049"/>
                  </a:lnTo>
                  <a:lnTo>
                    <a:pt x="301117" y="8763"/>
                  </a:lnTo>
                  <a:lnTo>
                    <a:pt x="282130" y="6604"/>
                  </a:lnTo>
                  <a:lnTo>
                    <a:pt x="263144" y="4445"/>
                  </a:lnTo>
                  <a:lnTo>
                    <a:pt x="245364" y="4445"/>
                  </a:lnTo>
                  <a:lnTo>
                    <a:pt x="227584" y="6604"/>
                  </a:lnTo>
                  <a:lnTo>
                    <a:pt x="227584" y="4445"/>
                  </a:lnTo>
                  <a:lnTo>
                    <a:pt x="225298" y="4445"/>
                  </a:lnTo>
                  <a:lnTo>
                    <a:pt x="209677" y="0"/>
                  </a:lnTo>
                  <a:lnTo>
                    <a:pt x="196215" y="0"/>
                  </a:lnTo>
                  <a:lnTo>
                    <a:pt x="164973" y="22225"/>
                  </a:lnTo>
                  <a:lnTo>
                    <a:pt x="136017" y="107061"/>
                  </a:lnTo>
                  <a:lnTo>
                    <a:pt x="122555" y="196342"/>
                  </a:lnTo>
                  <a:lnTo>
                    <a:pt x="60198" y="620522"/>
                  </a:lnTo>
                  <a:lnTo>
                    <a:pt x="31115" y="812673"/>
                  </a:lnTo>
                  <a:lnTo>
                    <a:pt x="17780" y="908558"/>
                  </a:lnTo>
                  <a:lnTo>
                    <a:pt x="4318" y="1006856"/>
                  </a:lnTo>
                  <a:lnTo>
                    <a:pt x="2159" y="1040384"/>
                  </a:lnTo>
                  <a:lnTo>
                    <a:pt x="0" y="1058164"/>
                  </a:lnTo>
                  <a:lnTo>
                    <a:pt x="2159" y="1076071"/>
                  </a:lnTo>
                  <a:lnTo>
                    <a:pt x="4318" y="1096137"/>
                  </a:lnTo>
                  <a:lnTo>
                    <a:pt x="8763" y="1111758"/>
                  </a:lnTo>
                  <a:lnTo>
                    <a:pt x="40132" y="1156462"/>
                  </a:lnTo>
                  <a:lnTo>
                    <a:pt x="71374" y="1172083"/>
                  </a:lnTo>
                  <a:lnTo>
                    <a:pt x="89154" y="1172083"/>
                  </a:lnTo>
                  <a:lnTo>
                    <a:pt x="162814" y="1192149"/>
                  </a:lnTo>
                  <a:lnTo>
                    <a:pt x="187325" y="1196721"/>
                  </a:lnTo>
                  <a:lnTo>
                    <a:pt x="417195" y="1214501"/>
                  </a:lnTo>
                  <a:lnTo>
                    <a:pt x="479679" y="1214501"/>
                  </a:lnTo>
                  <a:lnTo>
                    <a:pt x="495300" y="1210056"/>
                  </a:lnTo>
                  <a:lnTo>
                    <a:pt x="522097" y="1201166"/>
                  </a:lnTo>
                  <a:lnTo>
                    <a:pt x="525843" y="1198880"/>
                  </a:lnTo>
                  <a:lnTo>
                    <a:pt x="533146" y="1194435"/>
                  </a:lnTo>
                  <a:lnTo>
                    <a:pt x="544322" y="1183259"/>
                  </a:lnTo>
                  <a:lnTo>
                    <a:pt x="551053" y="1172083"/>
                  </a:lnTo>
                  <a:lnTo>
                    <a:pt x="557784" y="1158621"/>
                  </a:lnTo>
                  <a:lnTo>
                    <a:pt x="559943" y="1140841"/>
                  </a:lnTo>
                  <a:lnTo>
                    <a:pt x="559943" y="1136396"/>
                  </a:lnTo>
                  <a:lnTo>
                    <a:pt x="573278" y="1073785"/>
                  </a:lnTo>
                  <a:lnTo>
                    <a:pt x="584581" y="1011301"/>
                  </a:lnTo>
                  <a:lnTo>
                    <a:pt x="593471" y="948817"/>
                  </a:lnTo>
                  <a:lnTo>
                    <a:pt x="602361" y="884047"/>
                  </a:lnTo>
                  <a:lnTo>
                    <a:pt x="615696" y="756793"/>
                  </a:lnTo>
                  <a:lnTo>
                    <a:pt x="626872" y="629539"/>
                  </a:lnTo>
                  <a:lnTo>
                    <a:pt x="640334" y="491109"/>
                  </a:lnTo>
                  <a:lnTo>
                    <a:pt x="649224" y="421894"/>
                  </a:lnTo>
                  <a:lnTo>
                    <a:pt x="662559" y="352679"/>
                  </a:lnTo>
                  <a:lnTo>
                    <a:pt x="676021" y="292354"/>
                  </a:lnTo>
                  <a:lnTo>
                    <a:pt x="684911" y="229870"/>
                  </a:lnTo>
                  <a:lnTo>
                    <a:pt x="687070" y="198628"/>
                  </a:lnTo>
                  <a:lnTo>
                    <a:pt x="687070" y="167386"/>
                  </a:lnTo>
                  <a:close/>
                </a:path>
              </a:pathLst>
            </a:custGeom>
            <a:solidFill>
              <a:srgbClr val="F8F8F8"/>
            </a:solidFill>
          </p:spPr>
          <p:txBody>
            <a:bodyPr wrap="square" lIns="0" tIns="0" rIns="0" bIns="0" rtlCol="0"/>
            <a:lstStyle/>
            <a:p>
              <a:endParaRPr dirty="0"/>
            </a:p>
          </p:txBody>
        </p:sp>
      </p:grpSp>
      <p:sp>
        <p:nvSpPr>
          <p:cNvPr id="9" name="object 9"/>
          <p:cNvSpPr/>
          <p:nvPr/>
        </p:nvSpPr>
        <p:spPr>
          <a:xfrm>
            <a:off x="9500616" y="4792979"/>
            <a:ext cx="356870" cy="1889760"/>
          </a:xfrm>
          <a:custGeom>
            <a:avLst/>
            <a:gdLst/>
            <a:ahLst/>
            <a:cxnLst/>
            <a:rect l="l" t="t" r="r" b="b"/>
            <a:pathLst>
              <a:path w="356870" h="1889759">
                <a:moveTo>
                  <a:pt x="333756" y="33528"/>
                </a:moveTo>
                <a:lnTo>
                  <a:pt x="295656" y="8890"/>
                </a:lnTo>
                <a:lnTo>
                  <a:pt x="255270" y="0"/>
                </a:lnTo>
                <a:lnTo>
                  <a:pt x="235204" y="2286"/>
                </a:lnTo>
                <a:lnTo>
                  <a:pt x="197104" y="15621"/>
                </a:lnTo>
                <a:lnTo>
                  <a:pt x="163576" y="40132"/>
                </a:lnTo>
                <a:lnTo>
                  <a:pt x="134366" y="93726"/>
                </a:lnTo>
                <a:lnTo>
                  <a:pt x="123190" y="133858"/>
                </a:lnTo>
                <a:lnTo>
                  <a:pt x="116459" y="173990"/>
                </a:lnTo>
                <a:lnTo>
                  <a:pt x="100838" y="312420"/>
                </a:lnTo>
                <a:lnTo>
                  <a:pt x="87376" y="450723"/>
                </a:lnTo>
                <a:lnTo>
                  <a:pt x="65024" y="729615"/>
                </a:lnTo>
                <a:lnTo>
                  <a:pt x="42545" y="1017409"/>
                </a:lnTo>
                <a:lnTo>
                  <a:pt x="22479" y="1305217"/>
                </a:lnTo>
                <a:lnTo>
                  <a:pt x="9017" y="1593011"/>
                </a:lnTo>
                <a:lnTo>
                  <a:pt x="0" y="1880819"/>
                </a:lnTo>
                <a:lnTo>
                  <a:pt x="0" y="1885315"/>
                </a:lnTo>
                <a:lnTo>
                  <a:pt x="2286" y="1887512"/>
                </a:lnTo>
                <a:lnTo>
                  <a:pt x="9017" y="1889760"/>
                </a:lnTo>
                <a:lnTo>
                  <a:pt x="15748" y="1887512"/>
                </a:lnTo>
                <a:lnTo>
                  <a:pt x="17907" y="1885315"/>
                </a:lnTo>
                <a:lnTo>
                  <a:pt x="17907" y="1880819"/>
                </a:lnTo>
                <a:lnTo>
                  <a:pt x="26924" y="1633169"/>
                </a:lnTo>
                <a:lnTo>
                  <a:pt x="53721" y="1137881"/>
                </a:lnTo>
                <a:lnTo>
                  <a:pt x="69469" y="887984"/>
                </a:lnTo>
                <a:lnTo>
                  <a:pt x="89662" y="640334"/>
                </a:lnTo>
                <a:lnTo>
                  <a:pt x="112014" y="392684"/>
                </a:lnTo>
                <a:lnTo>
                  <a:pt x="123190" y="272288"/>
                </a:lnTo>
                <a:lnTo>
                  <a:pt x="129921" y="209677"/>
                </a:lnTo>
                <a:lnTo>
                  <a:pt x="138938" y="149479"/>
                </a:lnTo>
                <a:lnTo>
                  <a:pt x="152400" y="96012"/>
                </a:lnTo>
                <a:lnTo>
                  <a:pt x="181356" y="49149"/>
                </a:lnTo>
                <a:lnTo>
                  <a:pt x="212852" y="26797"/>
                </a:lnTo>
                <a:lnTo>
                  <a:pt x="250825" y="17780"/>
                </a:lnTo>
                <a:lnTo>
                  <a:pt x="271018" y="17780"/>
                </a:lnTo>
                <a:lnTo>
                  <a:pt x="291211" y="22352"/>
                </a:lnTo>
                <a:lnTo>
                  <a:pt x="309118" y="29083"/>
                </a:lnTo>
                <a:lnTo>
                  <a:pt x="331470" y="40132"/>
                </a:lnTo>
                <a:lnTo>
                  <a:pt x="333756" y="37846"/>
                </a:lnTo>
                <a:lnTo>
                  <a:pt x="333756" y="33528"/>
                </a:lnTo>
                <a:close/>
              </a:path>
              <a:path w="356870" h="1889759">
                <a:moveTo>
                  <a:pt x="356616" y="255905"/>
                </a:moveTo>
                <a:lnTo>
                  <a:pt x="354330" y="251587"/>
                </a:lnTo>
                <a:lnTo>
                  <a:pt x="347599" y="251587"/>
                </a:lnTo>
                <a:lnTo>
                  <a:pt x="345313" y="255905"/>
                </a:lnTo>
                <a:lnTo>
                  <a:pt x="327279" y="441198"/>
                </a:lnTo>
                <a:lnTo>
                  <a:pt x="293497" y="992416"/>
                </a:lnTo>
                <a:lnTo>
                  <a:pt x="243840" y="1751203"/>
                </a:lnTo>
                <a:lnTo>
                  <a:pt x="246126" y="1753463"/>
                </a:lnTo>
                <a:lnTo>
                  <a:pt x="246126" y="1757895"/>
                </a:lnTo>
                <a:lnTo>
                  <a:pt x="250571" y="1760156"/>
                </a:lnTo>
                <a:lnTo>
                  <a:pt x="252857" y="1760156"/>
                </a:lnTo>
                <a:lnTo>
                  <a:pt x="261874" y="1757895"/>
                </a:lnTo>
                <a:lnTo>
                  <a:pt x="264160" y="1753463"/>
                </a:lnTo>
                <a:lnTo>
                  <a:pt x="264160" y="1751203"/>
                </a:lnTo>
                <a:lnTo>
                  <a:pt x="311531" y="1010310"/>
                </a:lnTo>
                <a:lnTo>
                  <a:pt x="338582" y="633095"/>
                </a:lnTo>
                <a:lnTo>
                  <a:pt x="349885" y="445643"/>
                </a:lnTo>
                <a:lnTo>
                  <a:pt x="354330" y="349758"/>
                </a:lnTo>
                <a:lnTo>
                  <a:pt x="356616" y="255905"/>
                </a:lnTo>
                <a:close/>
              </a:path>
            </a:pathLst>
          </a:custGeom>
          <a:solidFill>
            <a:srgbClr val="F8F8F8"/>
          </a:solidFill>
        </p:spPr>
        <p:txBody>
          <a:bodyPr wrap="square" lIns="0" tIns="0" rIns="0" bIns="0" rtlCol="0"/>
          <a:lstStyle/>
          <a:p>
            <a:endParaRPr dirty="0"/>
          </a:p>
        </p:txBody>
      </p:sp>
      <p:sp>
        <p:nvSpPr>
          <p:cNvPr id="10" name="object 10"/>
          <p:cNvSpPr/>
          <p:nvPr/>
        </p:nvSpPr>
        <p:spPr>
          <a:xfrm>
            <a:off x="9829800" y="4788534"/>
            <a:ext cx="2362200" cy="379730"/>
          </a:xfrm>
          <a:custGeom>
            <a:avLst/>
            <a:gdLst/>
            <a:ahLst/>
            <a:cxnLst/>
            <a:rect l="l" t="t" r="r" b="b"/>
            <a:pathLst>
              <a:path w="2362200" h="379729">
                <a:moveTo>
                  <a:pt x="1267968" y="196215"/>
                </a:moveTo>
                <a:lnTo>
                  <a:pt x="1265682" y="192024"/>
                </a:lnTo>
                <a:lnTo>
                  <a:pt x="1261110" y="187833"/>
                </a:lnTo>
                <a:lnTo>
                  <a:pt x="1258824" y="187833"/>
                </a:lnTo>
                <a:lnTo>
                  <a:pt x="1254252" y="185801"/>
                </a:lnTo>
                <a:lnTo>
                  <a:pt x="1242822" y="185801"/>
                </a:lnTo>
                <a:lnTo>
                  <a:pt x="1240536" y="189992"/>
                </a:lnTo>
                <a:lnTo>
                  <a:pt x="1236091" y="192024"/>
                </a:lnTo>
                <a:lnTo>
                  <a:pt x="1236091" y="204343"/>
                </a:lnTo>
                <a:lnTo>
                  <a:pt x="1238250" y="208534"/>
                </a:lnTo>
                <a:lnTo>
                  <a:pt x="1240536" y="208534"/>
                </a:lnTo>
                <a:lnTo>
                  <a:pt x="1242822" y="212725"/>
                </a:lnTo>
                <a:lnTo>
                  <a:pt x="1249680" y="212725"/>
                </a:lnTo>
                <a:lnTo>
                  <a:pt x="1254252" y="214757"/>
                </a:lnTo>
                <a:lnTo>
                  <a:pt x="1263396" y="210566"/>
                </a:lnTo>
                <a:lnTo>
                  <a:pt x="1267968" y="202311"/>
                </a:lnTo>
                <a:lnTo>
                  <a:pt x="1267968" y="196215"/>
                </a:lnTo>
                <a:close/>
              </a:path>
              <a:path w="2362200" h="379729">
                <a:moveTo>
                  <a:pt x="1382141" y="193929"/>
                </a:moveTo>
                <a:lnTo>
                  <a:pt x="1379982" y="187071"/>
                </a:lnTo>
                <a:lnTo>
                  <a:pt x="1370965" y="173609"/>
                </a:lnTo>
                <a:lnTo>
                  <a:pt x="1364234" y="171323"/>
                </a:lnTo>
                <a:lnTo>
                  <a:pt x="1355217" y="169037"/>
                </a:lnTo>
                <a:lnTo>
                  <a:pt x="1348359" y="169037"/>
                </a:lnTo>
                <a:lnTo>
                  <a:pt x="1341628" y="171323"/>
                </a:lnTo>
                <a:lnTo>
                  <a:pt x="1334897" y="175768"/>
                </a:lnTo>
                <a:lnTo>
                  <a:pt x="1325880" y="184785"/>
                </a:lnTo>
                <a:lnTo>
                  <a:pt x="1321435" y="191643"/>
                </a:lnTo>
                <a:lnTo>
                  <a:pt x="1321435" y="207391"/>
                </a:lnTo>
                <a:lnTo>
                  <a:pt x="1325880" y="214249"/>
                </a:lnTo>
                <a:lnTo>
                  <a:pt x="1328166" y="218694"/>
                </a:lnTo>
                <a:lnTo>
                  <a:pt x="1334897" y="225425"/>
                </a:lnTo>
                <a:lnTo>
                  <a:pt x="1348359" y="229997"/>
                </a:lnTo>
                <a:lnTo>
                  <a:pt x="1355217" y="229997"/>
                </a:lnTo>
                <a:lnTo>
                  <a:pt x="1364234" y="227711"/>
                </a:lnTo>
                <a:lnTo>
                  <a:pt x="1370965" y="223266"/>
                </a:lnTo>
                <a:lnTo>
                  <a:pt x="1379982" y="209677"/>
                </a:lnTo>
                <a:lnTo>
                  <a:pt x="1382141" y="202946"/>
                </a:lnTo>
                <a:lnTo>
                  <a:pt x="1382141" y="193929"/>
                </a:lnTo>
                <a:close/>
              </a:path>
              <a:path w="2362200" h="379729">
                <a:moveTo>
                  <a:pt x="2362073" y="357124"/>
                </a:moveTo>
                <a:lnTo>
                  <a:pt x="1513586" y="317119"/>
                </a:lnTo>
                <a:lnTo>
                  <a:pt x="1229995" y="301625"/>
                </a:lnTo>
                <a:lnTo>
                  <a:pt x="633730" y="263906"/>
                </a:lnTo>
                <a:lnTo>
                  <a:pt x="332232" y="241681"/>
                </a:lnTo>
                <a:lnTo>
                  <a:pt x="173736" y="228346"/>
                </a:lnTo>
                <a:lnTo>
                  <a:pt x="93345" y="224028"/>
                </a:lnTo>
                <a:lnTo>
                  <a:pt x="53213" y="224028"/>
                </a:lnTo>
                <a:lnTo>
                  <a:pt x="12954" y="226187"/>
                </a:lnTo>
                <a:lnTo>
                  <a:pt x="10795" y="228346"/>
                </a:lnTo>
                <a:lnTo>
                  <a:pt x="10795" y="232791"/>
                </a:lnTo>
                <a:lnTo>
                  <a:pt x="12954" y="232791"/>
                </a:lnTo>
                <a:lnTo>
                  <a:pt x="48641" y="239395"/>
                </a:lnTo>
                <a:lnTo>
                  <a:pt x="84455" y="243967"/>
                </a:lnTo>
                <a:lnTo>
                  <a:pt x="155829" y="250571"/>
                </a:lnTo>
                <a:lnTo>
                  <a:pt x="298831" y="257302"/>
                </a:lnTo>
                <a:lnTo>
                  <a:pt x="598043" y="279400"/>
                </a:lnTo>
                <a:lnTo>
                  <a:pt x="1212088" y="319405"/>
                </a:lnTo>
                <a:lnTo>
                  <a:pt x="1788287" y="354838"/>
                </a:lnTo>
                <a:lnTo>
                  <a:pt x="2074037" y="368173"/>
                </a:lnTo>
                <a:lnTo>
                  <a:pt x="2362073" y="379222"/>
                </a:lnTo>
                <a:lnTo>
                  <a:pt x="2362073" y="357124"/>
                </a:lnTo>
                <a:close/>
              </a:path>
              <a:path w="2362200" h="379729">
                <a:moveTo>
                  <a:pt x="2362073" y="151257"/>
                </a:moveTo>
                <a:lnTo>
                  <a:pt x="727837" y="59944"/>
                </a:lnTo>
                <a:lnTo>
                  <a:pt x="727125" y="57785"/>
                </a:lnTo>
                <a:lnTo>
                  <a:pt x="725678" y="53340"/>
                </a:lnTo>
                <a:lnTo>
                  <a:pt x="723392" y="48895"/>
                </a:lnTo>
                <a:lnTo>
                  <a:pt x="712216" y="42164"/>
                </a:lnTo>
                <a:lnTo>
                  <a:pt x="703326" y="39204"/>
                </a:lnTo>
                <a:lnTo>
                  <a:pt x="703326" y="57785"/>
                </a:lnTo>
                <a:lnTo>
                  <a:pt x="455549" y="44450"/>
                </a:lnTo>
                <a:lnTo>
                  <a:pt x="468884" y="37719"/>
                </a:lnTo>
                <a:lnTo>
                  <a:pt x="495681" y="33274"/>
                </a:lnTo>
                <a:lnTo>
                  <a:pt x="509143" y="33274"/>
                </a:lnTo>
                <a:lnTo>
                  <a:pt x="535813" y="35433"/>
                </a:lnTo>
                <a:lnTo>
                  <a:pt x="562610" y="40005"/>
                </a:lnTo>
                <a:lnTo>
                  <a:pt x="625221" y="44450"/>
                </a:lnTo>
                <a:lnTo>
                  <a:pt x="669798" y="51054"/>
                </a:lnTo>
                <a:lnTo>
                  <a:pt x="689864" y="53340"/>
                </a:lnTo>
                <a:lnTo>
                  <a:pt x="703326" y="57785"/>
                </a:lnTo>
                <a:lnTo>
                  <a:pt x="703326" y="39204"/>
                </a:lnTo>
                <a:lnTo>
                  <a:pt x="698881" y="37719"/>
                </a:lnTo>
                <a:lnTo>
                  <a:pt x="685419" y="35433"/>
                </a:lnTo>
                <a:lnTo>
                  <a:pt x="654177" y="33274"/>
                </a:lnTo>
                <a:lnTo>
                  <a:pt x="631952" y="33274"/>
                </a:lnTo>
                <a:lnTo>
                  <a:pt x="488950" y="17653"/>
                </a:lnTo>
                <a:lnTo>
                  <a:pt x="475615" y="17653"/>
                </a:lnTo>
                <a:lnTo>
                  <a:pt x="471043" y="22098"/>
                </a:lnTo>
                <a:lnTo>
                  <a:pt x="464439" y="26670"/>
                </a:lnTo>
                <a:lnTo>
                  <a:pt x="453263" y="42164"/>
                </a:lnTo>
                <a:lnTo>
                  <a:pt x="453263" y="44450"/>
                </a:lnTo>
                <a:lnTo>
                  <a:pt x="366141" y="37719"/>
                </a:lnTo>
                <a:lnTo>
                  <a:pt x="363982" y="33274"/>
                </a:lnTo>
                <a:lnTo>
                  <a:pt x="362864" y="31115"/>
                </a:lnTo>
                <a:lnTo>
                  <a:pt x="361696" y="28829"/>
                </a:lnTo>
                <a:lnTo>
                  <a:pt x="359537" y="28829"/>
                </a:lnTo>
                <a:lnTo>
                  <a:pt x="301498" y="24384"/>
                </a:lnTo>
                <a:lnTo>
                  <a:pt x="245618" y="17653"/>
                </a:lnTo>
                <a:lnTo>
                  <a:pt x="232041" y="15494"/>
                </a:lnTo>
                <a:lnTo>
                  <a:pt x="133985" y="0"/>
                </a:lnTo>
                <a:lnTo>
                  <a:pt x="129540" y="2159"/>
                </a:lnTo>
                <a:lnTo>
                  <a:pt x="127381" y="4318"/>
                </a:lnTo>
                <a:lnTo>
                  <a:pt x="127381" y="24384"/>
                </a:lnTo>
                <a:lnTo>
                  <a:pt x="133985" y="22098"/>
                </a:lnTo>
                <a:lnTo>
                  <a:pt x="136144" y="19939"/>
                </a:lnTo>
                <a:lnTo>
                  <a:pt x="136144" y="15494"/>
                </a:lnTo>
                <a:lnTo>
                  <a:pt x="171958" y="19939"/>
                </a:lnTo>
                <a:lnTo>
                  <a:pt x="209931" y="28829"/>
                </a:lnTo>
                <a:lnTo>
                  <a:pt x="232283" y="31115"/>
                </a:lnTo>
                <a:lnTo>
                  <a:pt x="158496" y="26670"/>
                </a:lnTo>
                <a:lnTo>
                  <a:pt x="91567" y="24384"/>
                </a:lnTo>
                <a:lnTo>
                  <a:pt x="71501" y="22098"/>
                </a:lnTo>
                <a:lnTo>
                  <a:pt x="40259" y="19939"/>
                </a:lnTo>
                <a:lnTo>
                  <a:pt x="13462" y="15494"/>
                </a:lnTo>
                <a:lnTo>
                  <a:pt x="6731" y="11049"/>
                </a:lnTo>
                <a:lnTo>
                  <a:pt x="6731" y="6604"/>
                </a:lnTo>
                <a:lnTo>
                  <a:pt x="8890" y="4318"/>
                </a:lnTo>
                <a:lnTo>
                  <a:pt x="6731" y="2159"/>
                </a:lnTo>
                <a:lnTo>
                  <a:pt x="2286" y="8763"/>
                </a:lnTo>
                <a:lnTo>
                  <a:pt x="0" y="13335"/>
                </a:lnTo>
                <a:lnTo>
                  <a:pt x="0" y="15494"/>
                </a:lnTo>
                <a:lnTo>
                  <a:pt x="4445" y="19939"/>
                </a:lnTo>
                <a:lnTo>
                  <a:pt x="17907" y="26670"/>
                </a:lnTo>
                <a:lnTo>
                  <a:pt x="35687" y="31115"/>
                </a:lnTo>
                <a:lnTo>
                  <a:pt x="73787" y="35433"/>
                </a:lnTo>
                <a:lnTo>
                  <a:pt x="91567" y="37719"/>
                </a:lnTo>
                <a:lnTo>
                  <a:pt x="2362073" y="168910"/>
                </a:lnTo>
                <a:lnTo>
                  <a:pt x="2362073" y="151257"/>
                </a:lnTo>
                <a:close/>
              </a:path>
            </a:pathLst>
          </a:custGeom>
          <a:solidFill>
            <a:srgbClr val="F8F8F8"/>
          </a:solidFill>
        </p:spPr>
        <p:txBody>
          <a:bodyPr wrap="square" lIns="0" tIns="0" rIns="0" bIns="0" rtlCol="0"/>
          <a:lstStyle/>
          <a:p>
            <a:endParaRPr dirty="0"/>
          </a:p>
        </p:txBody>
      </p:sp>
      <p:sp>
        <p:nvSpPr>
          <p:cNvPr id="11" name="object 11"/>
          <p:cNvSpPr/>
          <p:nvPr/>
        </p:nvSpPr>
        <p:spPr>
          <a:xfrm>
            <a:off x="11280775" y="6763577"/>
            <a:ext cx="94360" cy="65465"/>
          </a:xfrm>
          <a:prstGeom prst="rect">
            <a:avLst/>
          </a:prstGeom>
          <a:blipFill>
            <a:blip r:embed="rId6" cstate="print"/>
            <a:stretch>
              <a:fillRect/>
            </a:stretch>
          </a:blipFill>
        </p:spPr>
        <p:txBody>
          <a:bodyPr wrap="square" lIns="0" tIns="0" rIns="0" bIns="0" rtlCol="0"/>
          <a:lstStyle/>
          <a:p>
            <a:endParaRPr dirty="0"/>
          </a:p>
        </p:txBody>
      </p:sp>
      <p:grpSp>
        <p:nvGrpSpPr>
          <p:cNvPr id="12" name="object 12"/>
          <p:cNvGrpSpPr/>
          <p:nvPr/>
        </p:nvGrpSpPr>
        <p:grpSpPr>
          <a:xfrm>
            <a:off x="9490075" y="6551676"/>
            <a:ext cx="2701925" cy="299085"/>
            <a:chOff x="9490075" y="6551676"/>
            <a:chExt cx="2701925" cy="299085"/>
          </a:xfrm>
        </p:grpSpPr>
        <p:sp>
          <p:nvSpPr>
            <p:cNvPr id="13" name="object 13"/>
            <p:cNvSpPr/>
            <p:nvPr/>
          </p:nvSpPr>
          <p:spPr>
            <a:xfrm>
              <a:off x="9749028" y="6551676"/>
              <a:ext cx="2442845" cy="259715"/>
            </a:xfrm>
            <a:custGeom>
              <a:avLst/>
              <a:gdLst/>
              <a:ahLst/>
              <a:cxnLst/>
              <a:rect l="l" t="t" r="r" b="b"/>
              <a:pathLst>
                <a:path w="2442845" h="259715">
                  <a:moveTo>
                    <a:pt x="1447673" y="204660"/>
                  </a:moveTo>
                  <a:lnTo>
                    <a:pt x="1445514" y="202374"/>
                  </a:lnTo>
                  <a:lnTo>
                    <a:pt x="1441069" y="200152"/>
                  </a:lnTo>
                  <a:lnTo>
                    <a:pt x="1423162" y="196176"/>
                  </a:lnTo>
                  <a:lnTo>
                    <a:pt x="1423162" y="220560"/>
                  </a:lnTo>
                  <a:lnTo>
                    <a:pt x="1423162" y="229577"/>
                  </a:lnTo>
                  <a:lnTo>
                    <a:pt x="1420876" y="240969"/>
                  </a:lnTo>
                  <a:lnTo>
                    <a:pt x="1288796" y="229577"/>
                  </a:lnTo>
                  <a:lnTo>
                    <a:pt x="1230630" y="222783"/>
                  </a:lnTo>
                  <a:lnTo>
                    <a:pt x="1201547" y="220560"/>
                  </a:lnTo>
                  <a:lnTo>
                    <a:pt x="1172464" y="222783"/>
                  </a:lnTo>
                  <a:lnTo>
                    <a:pt x="1181354" y="172923"/>
                  </a:lnTo>
                  <a:lnTo>
                    <a:pt x="1212723" y="179730"/>
                  </a:lnTo>
                  <a:lnTo>
                    <a:pt x="1275334" y="184251"/>
                  </a:lnTo>
                  <a:lnTo>
                    <a:pt x="1306703" y="188760"/>
                  </a:lnTo>
                  <a:lnTo>
                    <a:pt x="1371727" y="202374"/>
                  </a:lnTo>
                  <a:lnTo>
                    <a:pt x="1393952" y="204660"/>
                  </a:lnTo>
                  <a:lnTo>
                    <a:pt x="1411986" y="209169"/>
                  </a:lnTo>
                  <a:lnTo>
                    <a:pt x="1418717" y="213753"/>
                  </a:lnTo>
                  <a:lnTo>
                    <a:pt x="1423162" y="220560"/>
                  </a:lnTo>
                  <a:lnTo>
                    <a:pt x="1423162" y="196176"/>
                  </a:lnTo>
                  <a:lnTo>
                    <a:pt x="1369441" y="184251"/>
                  </a:lnTo>
                  <a:lnTo>
                    <a:pt x="1307934" y="172923"/>
                  </a:lnTo>
                  <a:lnTo>
                    <a:pt x="1295527" y="170637"/>
                  </a:lnTo>
                  <a:lnTo>
                    <a:pt x="1237361" y="163830"/>
                  </a:lnTo>
                  <a:lnTo>
                    <a:pt x="1205992" y="161544"/>
                  </a:lnTo>
                  <a:lnTo>
                    <a:pt x="1176909" y="163830"/>
                  </a:lnTo>
                  <a:lnTo>
                    <a:pt x="1170178" y="163830"/>
                  </a:lnTo>
                  <a:lnTo>
                    <a:pt x="1159002" y="166128"/>
                  </a:lnTo>
                  <a:lnTo>
                    <a:pt x="1159002" y="168351"/>
                  </a:lnTo>
                  <a:lnTo>
                    <a:pt x="1167892" y="170637"/>
                  </a:lnTo>
                  <a:lnTo>
                    <a:pt x="1161288" y="195567"/>
                  </a:lnTo>
                  <a:lnTo>
                    <a:pt x="1156716" y="222783"/>
                  </a:lnTo>
                  <a:lnTo>
                    <a:pt x="1159002" y="227355"/>
                  </a:lnTo>
                  <a:lnTo>
                    <a:pt x="1161288" y="231876"/>
                  </a:lnTo>
                  <a:lnTo>
                    <a:pt x="1167892" y="231876"/>
                  </a:lnTo>
                  <a:lnTo>
                    <a:pt x="1172464" y="229577"/>
                  </a:lnTo>
                  <a:lnTo>
                    <a:pt x="1199261" y="236385"/>
                  </a:lnTo>
                  <a:lnTo>
                    <a:pt x="1230630" y="240969"/>
                  </a:lnTo>
                  <a:lnTo>
                    <a:pt x="1288796" y="245478"/>
                  </a:lnTo>
                  <a:lnTo>
                    <a:pt x="1429893" y="259092"/>
                  </a:lnTo>
                  <a:lnTo>
                    <a:pt x="1432052" y="256794"/>
                  </a:lnTo>
                  <a:lnTo>
                    <a:pt x="1436624" y="254571"/>
                  </a:lnTo>
                  <a:lnTo>
                    <a:pt x="1436624" y="245478"/>
                  </a:lnTo>
                  <a:lnTo>
                    <a:pt x="1438084" y="240969"/>
                  </a:lnTo>
                  <a:lnTo>
                    <a:pt x="1447673" y="211467"/>
                  </a:lnTo>
                  <a:lnTo>
                    <a:pt x="1447673" y="204660"/>
                  </a:lnTo>
                  <a:close/>
                </a:path>
                <a:path w="2442845" h="259715">
                  <a:moveTo>
                    <a:pt x="2442845" y="168910"/>
                  </a:moveTo>
                  <a:lnTo>
                    <a:pt x="2148205" y="140068"/>
                  </a:lnTo>
                  <a:lnTo>
                    <a:pt x="1853438" y="115570"/>
                  </a:lnTo>
                  <a:lnTo>
                    <a:pt x="1263904" y="71158"/>
                  </a:lnTo>
                  <a:lnTo>
                    <a:pt x="627507" y="31153"/>
                  </a:lnTo>
                  <a:lnTo>
                    <a:pt x="308229" y="13335"/>
                  </a:lnTo>
                  <a:lnTo>
                    <a:pt x="156337" y="2247"/>
                  </a:lnTo>
                  <a:lnTo>
                    <a:pt x="78232" y="0"/>
                  </a:lnTo>
                  <a:lnTo>
                    <a:pt x="40132" y="0"/>
                  </a:lnTo>
                  <a:lnTo>
                    <a:pt x="2286" y="2247"/>
                  </a:lnTo>
                  <a:lnTo>
                    <a:pt x="0" y="4483"/>
                  </a:lnTo>
                  <a:lnTo>
                    <a:pt x="2286" y="6667"/>
                  </a:lnTo>
                  <a:lnTo>
                    <a:pt x="37973" y="13335"/>
                  </a:lnTo>
                  <a:lnTo>
                    <a:pt x="73660" y="17818"/>
                  </a:lnTo>
                  <a:lnTo>
                    <a:pt x="145161" y="22237"/>
                  </a:lnTo>
                  <a:lnTo>
                    <a:pt x="290322" y="26733"/>
                  </a:lnTo>
                  <a:lnTo>
                    <a:pt x="609600" y="44488"/>
                  </a:lnTo>
                  <a:lnTo>
                    <a:pt x="926719" y="64490"/>
                  </a:lnTo>
                  <a:lnTo>
                    <a:pt x="1245997" y="86728"/>
                  </a:lnTo>
                  <a:lnTo>
                    <a:pt x="1844421" y="135572"/>
                  </a:lnTo>
                  <a:lnTo>
                    <a:pt x="2442845" y="188912"/>
                  </a:lnTo>
                  <a:lnTo>
                    <a:pt x="2442845" y="168910"/>
                  </a:lnTo>
                  <a:close/>
                </a:path>
              </a:pathLst>
            </a:custGeom>
            <a:solidFill>
              <a:srgbClr val="F8F8F8"/>
            </a:solidFill>
          </p:spPr>
          <p:txBody>
            <a:bodyPr wrap="square" lIns="0" tIns="0" rIns="0" bIns="0" rtlCol="0"/>
            <a:lstStyle/>
            <a:p>
              <a:endParaRPr dirty="0"/>
            </a:p>
          </p:txBody>
        </p:sp>
        <p:sp>
          <p:nvSpPr>
            <p:cNvPr id="14" name="object 14"/>
            <p:cNvSpPr/>
            <p:nvPr/>
          </p:nvSpPr>
          <p:spPr>
            <a:xfrm>
              <a:off x="10713719" y="6682803"/>
              <a:ext cx="106552" cy="91309"/>
            </a:xfrm>
            <a:prstGeom prst="rect">
              <a:avLst/>
            </a:prstGeom>
            <a:blipFill>
              <a:blip r:embed="rId7" cstate="print"/>
              <a:stretch>
                <a:fillRect/>
              </a:stretch>
            </a:blipFill>
          </p:spPr>
          <p:txBody>
            <a:bodyPr wrap="square" lIns="0" tIns="0" rIns="0" bIns="0" rtlCol="0"/>
            <a:lstStyle/>
            <a:p>
              <a:endParaRPr dirty="0"/>
            </a:p>
          </p:txBody>
        </p:sp>
        <p:sp>
          <p:nvSpPr>
            <p:cNvPr id="15" name="object 15"/>
            <p:cNvSpPr/>
            <p:nvPr/>
          </p:nvSpPr>
          <p:spPr>
            <a:xfrm>
              <a:off x="9490075" y="6672135"/>
              <a:ext cx="1550035" cy="178435"/>
            </a:xfrm>
            <a:custGeom>
              <a:avLst/>
              <a:gdLst/>
              <a:ahLst/>
              <a:cxnLst/>
              <a:rect l="l" t="t" r="r" b="b"/>
              <a:pathLst>
                <a:path w="1550034" h="178434">
                  <a:moveTo>
                    <a:pt x="6603" y="0"/>
                  </a:moveTo>
                  <a:lnTo>
                    <a:pt x="4445" y="0"/>
                  </a:lnTo>
                  <a:lnTo>
                    <a:pt x="0" y="2184"/>
                  </a:lnTo>
                  <a:lnTo>
                    <a:pt x="0" y="6692"/>
                  </a:lnTo>
                  <a:lnTo>
                    <a:pt x="4445" y="24485"/>
                  </a:lnTo>
                  <a:lnTo>
                    <a:pt x="49149" y="69035"/>
                  </a:lnTo>
                  <a:lnTo>
                    <a:pt x="98171" y="84655"/>
                  </a:lnTo>
                  <a:lnTo>
                    <a:pt x="160781" y="95775"/>
                  </a:lnTo>
                  <a:lnTo>
                    <a:pt x="225425" y="102459"/>
                  </a:lnTo>
                  <a:lnTo>
                    <a:pt x="350520" y="111395"/>
                  </a:lnTo>
                  <a:lnTo>
                    <a:pt x="631951" y="135884"/>
                  </a:lnTo>
                  <a:lnTo>
                    <a:pt x="911098" y="158189"/>
                  </a:lnTo>
                  <a:lnTo>
                    <a:pt x="1201293" y="178243"/>
                  </a:lnTo>
                  <a:lnTo>
                    <a:pt x="1549780" y="178243"/>
                  </a:lnTo>
                  <a:lnTo>
                    <a:pt x="1275079" y="162623"/>
                  </a:lnTo>
                  <a:lnTo>
                    <a:pt x="1000378" y="144819"/>
                  </a:lnTo>
                  <a:lnTo>
                    <a:pt x="745744" y="127015"/>
                  </a:lnTo>
                  <a:lnTo>
                    <a:pt x="491235" y="104710"/>
                  </a:lnTo>
                  <a:lnTo>
                    <a:pt x="227710" y="80220"/>
                  </a:lnTo>
                  <a:lnTo>
                    <a:pt x="171830" y="75721"/>
                  </a:lnTo>
                  <a:lnTo>
                    <a:pt x="102743" y="69035"/>
                  </a:lnTo>
                  <a:lnTo>
                    <a:pt x="55752" y="53479"/>
                  </a:lnTo>
                  <a:lnTo>
                    <a:pt x="22351" y="28930"/>
                  </a:lnTo>
                  <a:lnTo>
                    <a:pt x="11049" y="4432"/>
                  </a:lnTo>
                  <a:lnTo>
                    <a:pt x="6603" y="0"/>
                  </a:lnTo>
                  <a:close/>
                </a:path>
              </a:pathLst>
            </a:custGeom>
            <a:solidFill>
              <a:srgbClr val="F8F8F8"/>
            </a:solidFill>
          </p:spPr>
          <p:txBody>
            <a:bodyPr wrap="square" lIns="0" tIns="0" rIns="0" bIns="0" rtlCol="0"/>
            <a:lstStyle/>
            <a:p>
              <a:endParaRPr dirty="0"/>
            </a:p>
          </p:txBody>
        </p:sp>
      </p:grpSp>
      <p:sp>
        <p:nvSpPr>
          <p:cNvPr id="16" name="object 16"/>
          <p:cNvSpPr/>
          <p:nvPr/>
        </p:nvSpPr>
        <p:spPr>
          <a:xfrm>
            <a:off x="301815" y="1054735"/>
            <a:ext cx="1554289" cy="1086485"/>
          </a:xfrm>
          <a:prstGeom prst="rect">
            <a:avLst/>
          </a:prstGeom>
          <a:blipFill>
            <a:blip r:embed="rId8" cstate="print"/>
            <a:stretch>
              <a:fillRect/>
            </a:stretch>
          </a:blipFill>
        </p:spPr>
        <p:txBody>
          <a:bodyPr wrap="square" lIns="0" tIns="0" rIns="0" bIns="0" rtlCol="0"/>
          <a:lstStyle/>
          <a:p>
            <a:endParaRPr dirty="0"/>
          </a:p>
        </p:txBody>
      </p:sp>
      <p:sp>
        <p:nvSpPr>
          <p:cNvPr id="17" name="object 17"/>
          <p:cNvSpPr/>
          <p:nvPr/>
        </p:nvSpPr>
        <p:spPr>
          <a:xfrm>
            <a:off x="5949696" y="5514022"/>
            <a:ext cx="589915" cy="976630"/>
          </a:xfrm>
          <a:custGeom>
            <a:avLst/>
            <a:gdLst/>
            <a:ahLst/>
            <a:cxnLst/>
            <a:rect l="l" t="t" r="r" b="b"/>
            <a:pathLst>
              <a:path w="589915" h="976629">
                <a:moveTo>
                  <a:pt x="337312" y="0"/>
                </a:moveTo>
                <a:lnTo>
                  <a:pt x="332866" y="0"/>
                </a:lnTo>
                <a:lnTo>
                  <a:pt x="332866" y="2539"/>
                </a:lnTo>
                <a:lnTo>
                  <a:pt x="265811" y="16509"/>
                </a:lnTo>
                <a:lnTo>
                  <a:pt x="201040" y="31749"/>
                </a:lnTo>
                <a:lnTo>
                  <a:pt x="196595" y="34289"/>
                </a:lnTo>
                <a:lnTo>
                  <a:pt x="194309" y="38099"/>
                </a:lnTo>
                <a:lnTo>
                  <a:pt x="172084" y="52069"/>
                </a:lnTo>
                <a:lnTo>
                  <a:pt x="133984" y="87629"/>
                </a:lnTo>
                <a:lnTo>
                  <a:pt x="107187" y="125729"/>
                </a:lnTo>
                <a:lnTo>
                  <a:pt x="82676" y="179069"/>
                </a:lnTo>
                <a:lnTo>
                  <a:pt x="71500" y="217169"/>
                </a:lnTo>
                <a:lnTo>
                  <a:pt x="62611" y="255269"/>
                </a:lnTo>
                <a:lnTo>
                  <a:pt x="49149" y="308609"/>
                </a:lnTo>
                <a:lnTo>
                  <a:pt x="37973" y="364489"/>
                </a:lnTo>
                <a:lnTo>
                  <a:pt x="29082" y="419099"/>
                </a:lnTo>
                <a:lnTo>
                  <a:pt x="20065" y="474979"/>
                </a:lnTo>
                <a:lnTo>
                  <a:pt x="9016" y="562609"/>
                </a:lnTo>
                <a:lnTo>
                  <a:pt x="4571" y="609599"/>
                </a:lnTo>
                <a:lnTo>
                  <a:pt x="2162" y="656589"/>
                </a:lnTo>
                <a:lnTo>
                  <a:pt x="0" y="701039"/>
                </a:lnTo>
                <a:lnTo>
                  <a:pt x="4571" y="789939"/>
                </a:lnTo>
                <a:lnTo>
                  <a:pt x="13462" y="831849"/>
                </a:lnTo>
                <a:lnTo>
                  <a:pt x="31368" y="883919"/>
                </a:lnTo>
                <a:lnTo>
                  <a:pt x="60325" y="923289"/>
                </a:lnTo>
                <a:lnTo>
                  <a:pt x="71500" y="932179"/>
                </a:lnTo>
                <a:lnTo>
                  <a:pt x="84962" y="943609"/>
                </a:lnTo>
                <a:lnTo>
                  <a:pt x="98298" y="949959"/>
                </a:lnTo>
                <a:lnTo>
                  <a:pt x="111759" y="957579"/>
                </a:lnTo>
                <a:lnTo>
                  <a:pt x="143001" y="969009"/>
                </a:lnTo>
                <a:lnTo>
                  <a:pt x="176529" y="975359"/>
                </a:lnTo>
                <a:lnTo>
                  <a:pt x="212216" y="976629"/>
                </a:lnTo>
                <a:lnTo>
                  <a:pt x="252475" y="976629"/>
                </a:lnTo>
                <a:lnTo>
                  <a:pt x="292607" y="975359"/>
                </a:lnTo>
                <a:lnTo>
                  <a:pt x="330580" y="969009"/>
                </a:lnTo>
                <a:lnTo>
                  <a:pt x="366394" y="958849"/>
                </a:lnTo>
                <a:lnTo>
                  <a:pt x="207771" y="958849"/>
                </a:lnTo>
                <a:lnTo>
                  <a:pt x="169799" y="955039"/>
                </a:lnTo>
                <a:lnTo>
                  <a:pt x="151891" y="952499"/>
                </a:lnTo>
                <a:lnTo>
                  <a:pt x="116204" y="939799"/>
                </a:lnTo>
                <a:lnTo>
                  <a:pt x="100456" y="932179"/>
                </a:lnTo>
                <a:lnTo>
                  <a:pt x="87121" y="922019"/>
                </a:lnTo>
                <a:lnTo>
                  <a:pt x="71500" y="910589"/>
                </a:lnTo>
                <a:lnTo>
                  <a:pt x="49149" y="878839"/>
                </a:lnTo>
                <a:lnTo>
                  <a:pt x="31368" y="840739"/>
                </a:lnTo>
                <a:lnTo>
                  <a:pt x="17906" y="769619"/>
                </a:lnTo>
                <a:lnTo>
                  <a:pt x="15620" y="731519"/>
                </a:lnTo>
                <a:lnTo>
                  <a:pt x="17906" y="694689"/>
                </a:lnTo>
                <a:lnTo>
                  <a:pt x="22351" y="618489"/>
                </a:lnTo>
                <a:lnTo>
                  <a:pt x="29082" y="544829"/>
                </a:lnTo>
                <a:lnTo>
                  <a:pt x="51434" y="379729"/>
                </a:lnTo>
                <a:lnTo>
                  <a:pt x="69214" y="299719"/>
                </a:lnTo>
                <a:lnTo>
                  <a:pt x="89407" y="217169"/>
                </a:lnTo>
                <a:lnTo>
                  <a:pt x="107187" y="167639"/>
                </a:lnTo>
                <a:lnTo>
                  <a:pt x="136270" y="116839"/>
                </a:lnTo>
                <a:lnTo>
                  <a:pt x="172084" y="73659"/>
                </a:lnTo>
                <a:lnTo>
                  <a:pt x="216662" y="45719"/>
                </a:lnTo>
                <a:lnTo>
                  <a:pt x="259206" y="34289"/>
                </a:lnTo>
                <a:lnTo>
                  <a:pt x="388746" y="34289"/>
                </a:lnTo>
                <a:lnTo>
                  <a:pt x="382777" y="31749"/>
                </a:lnTo>
                <a:lnTo>
                  <a:pt x="319531" y="31749"/>
                </a:lnTo>
                <a:lnTo>
                  <a:pt x="301625" y="25399"/>
                </a:lnTo>
                <a:lnTo>
                  <a:pt x="323976" y="20319"/>
                </a:lnTo>
                <a:lnTo>
                  <a:pt x="335025" y="20319"/>
                </a:lnTo>
                <a:lnTo>
                  <a:pt x="368680" y="17779"/>
                </a:lnTo>
                <a:lnTo>
                  <a:pt x="431647" y="17779"/>
                </a:lnTo>
                <a:lnTo>
                  <a:pt x="406653" y="7619"/>
                </a:lnTo>
                <a:lnTo>
                  <a:pt x="390905" y="5079"/>
                </a:lnTo>
                <a:lnTo>
                  <a:pt x="382015" y="2539"/>
                </a:lnTo>
                <a:lnTo>
                  <a:pt x="339598" y="2539"/>
                </a:lnTo>
                <a:lnTo>
                  <a:pt x="337312" y="0"/>
                </a:lnTo>
                <a:close/>
              </a:path>
              <a:path w="589915" h="976629">
                <a:moveTo>
                  <a:pt x="438057" y="925829"/>
                </a:moveTo>
                <a:lnTo>
                  <a:pt x="399923" y="925829"/>
                </a:lnTo>
                <a:lnTo>
                  <a:pt x="373125" y="937259"/>
                </a:lnTo>
                <a:lnTo>
                  <a:pt x="346328" y="946149"/>
                </a:lnTo>
                <a:lnTo>
                  <a:pt x="317245" y="952499"/>
                </a:lnTo>
                <a:lnTo>
                  <a:pt x="288163" y="957579"/>
                </a:lnTo>
                <a:lnTo>
                  <a:pt x="247903" y="958849"/>
                </a:lnTo>
                <a:lnTo>
                  <a:pt x="366394" y="958849"/>
                </a:lnTo>
                <a:lnTo>
                  <a:pt x="402208" y="946149"/>
                </a:lnTo>
                <a:lnTo>
                  <a:pt x="417702" y="937259"/>
                </a:lnTo>
                <a:lnTo>
                  <a:pt x="435609" y="928369"/>
                </a:lnTo>
                <a:lnTo>
                  <a:pt x="438057" y="925829"/>
                </a:lnTo>
                <a:close/>
              </a:path>
              <a:path w="589915" h="976629">
                <a:moveTo>
                  <a:pt x="297179" y="43179"/>
                </a:moveTo>
                <a:lnTo>
                  <a:pt x="279273" y="43179"/>
                </a:lnTo>
                <a:lnTo>
                  <a:pt x="263651" y="46989"/>
                </a:lnTo>
                <a:lnTo>
                  <a:pt x="216662" y="69849"/>
                </a:lnTo>
                <a:lnTo>
                  <a:pt x="174243" y="107949"/>
                </a:lnTo>
                <a:lnTo>
                  <a:pt x="147446" y="147319"/>
                </a:lnTo>
                <a:lnTo>
                  <a:pt x="120650" y="212089"/>
                </a:lnTo>
                <a:lnTo>
                  <a:pt x="105028" y="256539"/>
                </a:lnTo>
                <a:lnTo>
                  <a:pt x="87121" y="314959"/>
                </a:lnTo>
                <a:lnTo>
                  <a:pt x="71500" y="374649"/>
                </a:lnTo>
                <a:lnTo>
                  <a:pt x="55879" y="438149"/>
                </a:lnTo>
                <a:lnTo>
                  <a:pt x="33527" y="562609"/>
                </a:lnTo>
                <a:lnTo>
                  <a:pt x="26796" y="624839"/>
                </a:lnTo>
                <a:lnTo>
                  <a:pt x="24637" y="684529"/>
                </a:lnTo>
                <a:lnTo>
                  <a:pt x="26796" y="748029"/>
                </a:lnTo>
                <a:lnTo>
                  <a:pt x="31368" y="787399"/>
                </a:lnTo>
                <a:lnTo>
                  <a:pt x="37973" y="805179"/>
                </a:lnTo>
                <a:lnTo>
                  <a:pt x="44703" y="825499"/>
                </a:lnTo>
                <a:lnTo>
                  <a:pt x="51434" y="843279"/>
                </a:lnTo>
                <a:lnTo>
                  <a:pt x="62611" y="858519"/>
                </a:lnTo>
                <a:lnTo>
                  <a:pt x="71500" y="876299"/>
                </a:lnTo>
                <a:lnTo>
                  <a:pt x="100456" y="908049"/>
                </a:lnTo>
                <a:lnTo>
                  <a:pt x="140715" y="932179"/>
                </a:lnTo>
                <a:lnTo>
                  <a:pt x="183133" y="943609"/>
                </a:lnTo>
                <a:lnTo>
                  <a:pt x="205612" y="948689"/>
                </a:lnTo>
                <a:lnTo>
                  <a:pt x="286003" y="948689"/>
                </a:lnTo>
                <a:lnTo>
                  <a:pt x="323976" y="943609"/>
                </a:lnTo>
                <a:lnTo>
                  <a:pt x="361950" y="937259"/>
                </a:lnTo>
                <a:lnTo>
                  <a:pt x="370388" y="934719"/>
                </a:lnTo>
                <a:lnTo>
                  <a:pt x="261365" y="934719"/>
                </a:lnTo>
                <a:lnTo>
                  <a:pt x="218948" y="932179"/>
                </a:lnTo>
                <a:lnTo>
                  <a:pt x="165353" y="925829"/>
                </a:lnTo>
                <a:lnTo>
                  <a:pt x="122936" y="904239"/>
                </a:lnTo>
                <a:lnTo>
                  <a:pt x="91566" y="875029"/>
                </a:lnTo>
                <a:lnTo>
                  <a:pt x="67055" y="836929"/>
                </a:lnTo>
                <a:lnTo>
                  <a:pt x="53593" y="792479"/>
                </a:lnTo>
                <a:lnTo>
                  <a:pt x="44703" y="745489"/>
                </a:lnTo>
                <a:lnTo>
                  <a:pt x="42417" y="721359"/>
                </a:lnTo>
                <a:lnTo>
                  <a:pt x="42417" y="647699"/>
                </a:lnTo>
                <a:lnTo>
                  <a:pt x="53593" y="557529"/>
                </a:lnTo>
                <a:lnTo>
                  <a:pt x="69214" y="468629"/>
                </a:lnTo>
                <a:lnTo>
                  <a:pt x="87121" y="382269"/>
                </a:lnTo>
                <a:lnTo>
                  <a:pt x="109474" y="294639"/>
                </a:lnTo>
                <a:lnTo>
                  <a:pt x="122936" y="255269"/>
                </a:lnTo>
                <a:lnTo>
                  <a:pt x="133984" y="217169"/>
                </a:lnTo>
                <a:lnTo>
                  <a:pt x="149732" y="179069"/>
                </a:lnTo>
                <a:lnTo>
                  <a:pt x="169799" y="143509"/>
                </a:lnTo>
                <a:lnTo>
                  <a:pt x="198881" y="105409"/>
                </a:lnTo>
                <a:lnTo>
                  <a:pt x="232409" y="81279"/>
                </a:lnTo>
                <a:lnTo>
                  <a:pt x="270255" y="63499"/>
                </a:lnTo>
                <a:lnTo>
                  <a:pt x="314959" y="49529"/>
                </a:lnTo>
                <a:lnTo>
                  <a:pt x="335025" y="49529"/>
                </a:lnTo>
                <a:lnTo>
                  <a:pt x="335025" y="45719"/>
                </a:lnTo>
                <a:lnTo>
                  <a:pt x="312800" y="45719"/>
                </a:lnTo>
                <a:lnTo>
                  <a:pt x="297179" y="43179"/>
                </a:lnTo>
                <a:close/>
              </a:path>
              <a:path w="589915" h="976629">
                <a:moveTo>
                  <a:pt x="500379" y="787399"/>
                </a:moveTo>
                <a:lnTo>
                  <a:pt x="493649" y="787399"/>
                </a:lnTo>
                <a:lnTo>
                  <a:pt x="491489" y="792479"/>
                </a:lnTo>
                <a:lnTo>
                  <a:pt x="487044" y="816609"/>
                </a:lnTo>
                <a:lnTo>
                  <a:pt x="480313" y="836929"/>
                </a:lnTo>
                <a:lnTo>
                  <a:pt x="457962" y="869949"/>
                </a:lnTo>
                <a:lnTo>
                  <a:pt x="426719" y="896619"/>
                </a:lnTo>
                <a:lnTo>
                  <a:pt x="388746" y="914399"/>
                </a:lnTo>
                <a:lnTo>
                  <a:pt x="348488" y="925829"/>
                </a:lnTo>
                <a:lnTo>
                  <a:pt x="303783" y="932179"/>
                </a:lnTo>
                <a:lnTo>
                  <a:pt x="261365" y="934719"/>
                </a:lnTo>
                <a:lnTo>
                  <a:pt x="370388" y="934719"/>
                </a:lnTo>
                <a:lnTo>
                  <a:pt x="399923" y="925829"/>
                </a:lnTo>
                <a:lnTo>
                  <a:pt x="438057" y="925829"/>
                </a:lnTo>
                <a:lnTo>
                  <a:pt x="449071" y="914399"/>
                </a:lnTo>
                <a:lnTo>
                  <a:pt x="464692" y="904239"/>
                </a:lnTo>
                <a:lnTo>
                  <a:pt x="478027" y="890269"/>
                </a:lnTo>
                <a:lnTo>
                  <a:pt x="491489" y="872489"/>
                </a:lnTo>
                <a:lnTo>
                  <a:pt x="502665" y="857249"/>
                </a:lnTo>
                <a:lnTo>
                  <a:pt x="511555" y="857249"/>
                </a:lnTo>
                <a:lnTo>
                  <a:pt x="513841" y="852169"/>
                </a:lnTo>
                <a:lnTo>
                  <a:pt x="516064" y="843279"/>
                </a:lnTo>
                <a:lnTo>
                  <a:pt x="493649" y="843279"/>
                </a:lnTo>
                <a:lnTo>
                  <a:pt x="498220" y="831849"/>
                </a:lnTo>
                <a:lnTo>
                  <a:pt x="500379" y="819149"/>
                </a:lnTo>
                <a:lnTo>
                  <a:pt x="502665" y="805179"/>
                </a:lnTo>
                <a:lnTo>
                  <a:pt x="502665" y="792479"/>
                </a:lnTo>
                <a:lnTo>
                  <a:pt x="500379" y="787399"/>
                </a:lnTo>
                <a:close/>
              </a:path>
              <a:path w="589915" h="976629">
                <a:moveTo>
                  <a:pt x="396421" y="38099"/>
                </a:moveTo>
                <a:lnTo>
                  <a:pt x="359663" y="38099"/>
                </a:lnTo>
                <a:lnTo>
                  <a:pt x="373125" y="40639"/>
                </a:lnTo>
                <a:lnTo>
                  <a:pt x="386461" y="45719"/>
                </a:lnTo>
                <a:lnTo>
                  <a:pt x="408813" y="58419"/>
                </a:lnTo>
                <a:lnTo>
                  <a:pt x="429005" y="76199"/>
                </a:lnTo>
                <a:lnTo>
                  <a:pt x="449071" y="96519"/>
                </a:lnTo>
                <a:lnTo>
                  <a:pt x="464692" y="120649"/>
                </a:lnTo>
                <a:lnTo>
                  <a:pt x="480313" y="143509"/>
                </a:lnTo>
                <a:lnTo>
                  <a:pt x="502665" y="190499"/>
                </a:lnTo>
                <a:lnTo>
                  <a:pt x="516127" y="238759"/>
                </a:lnTo>
                <a:lnTo>
                  <a:pt x="529463" y="314959"/>
                </a:lnTo>
                <a:lnTo>
                  <a:pt x="533907" y="365759"/>
                </a:lnTo>
                <a:lnTo>
                  <a:pt x="536094" y="421639"/>
                </a:lnTo>
                <a:lnTo>
                  <a:pt x="536193" y="539749"/>
                </a:lnTo>
                <a:lnTo>
                  <a:pt x="533907" y="598169"/>
                </a:lnTo>
                <a:lnTo>
                  <a:pt x="529463" y="656589"/>
                </a:lnTo>
                <a:lnTo>
                  <a:pt x="522731" y="713739"/>
                </a:lnTo>
                <a:lnTo>
                  <a:pt x="513841" y="772159"/>
                </a:lnTo>
                <a:lnTo>
                  <a:pt x="502665" y="830579"/>
                </a:lnTo>
                <a:lnTo>
                  <a:pt x="493649" y="843279"/>
                </a:lnTo>
                <a:lnTo>
                  <a:pt x="516064" y="843279"/>
                </a:lnTo>
                <a:lnTo>
                  <a:pt x="518287" y="834389"/>
                </a:lnTo>
                <a:lnTo>
                  <a:pt x="536193" y="798829"/>
                </a:lnTo>
                <a:lnTo>
                  <a:pt x="542348" y="783589"/>
                </a:lnTo>
                <a:lnTo>
                  <a:pt x="527176" y="783589"/>
                </a:lnTo>
                <a:lnTo>
                  <a:pt x="536193" y="730249"/>
                </a:lnTo>
                <a:lnTo>
                  <a:pt x="542925" y="674369"/>
                </a:lnTo>
                <a:lnTo>
                  <a:pt x="547369" y="621029"/>
                </a:lnTo>
                <a:lnTo>
                  <a:pt x="549528" y="566419"/>
                </a:lnTo>
                <a:lnTo>
                  <a:pt x="551814" y="500379"/>
                </a:lnTo>
                <a:lnTo>
                  <a:pt x="551771" y="429259"/>
                </a:lnTo>
                <a:lnTo>
                  <a:pt x="549528" y="364489"/>
                </a:lnTo>
                <a:lnTo>
                  <a:pt x="542925" y="297179"/>
                </a:lnTo>
                <a:lnTo>
                  <a:pt x="531621" y="243839"/>
                </a:lnTo>
                <a:lnTo>
                  <a:pt x="516127" y="191769"/>
                </a:lnTo>
                <a:lnTo>
                  <a:pt x="507111" y="165099"/>
                </a:lnTo>
                <a:lnTo>
                  <a:pt x="480313" y="118109"/>
                </a:lnTo>
                <a:lnTo>
                  <a:pt x="453516" y="81279"/>
                </a:lnTo>
                <a:lnTo>
                  <a:pt x="424433" y="54609"/>
                </a:lnTo>
                <a:lnTo>
                  <a:pt x="406653" y="43179"/>
                </a:lnTo>
                <a:lnTo>
                  <a:pt x="396421" y="38099"/>
                </a:lnTo>
                <a:close/>
              </a:path>
              <a:path w="589915" h="976629">
                <a:moveTo>
                  <a:pt x="431647" y="17779"/>
                </a:moveTo>
                <a:lnTo>
                  <a:pt x="368680" y="17779"/>
                </a:lnTo>
                <a:lnTo>
                  <a:pt x="390905" y="20319"/>
                </a:lnTo>
                <a:lnTo>
                  <a:pt x="411099" y="26669"/>
                </a:lnTo>
                <a:lnTo>
                  <a:pt x="451230" y="49529"/>
                </a:lnTo>
                <a:lnTo>
                  <a:pt x="482600" y="81279"/>
                </a:lnTo>
                <a:lnTo>
                  <a:pt x="509396" y="118109"/>
                </a:lnTo>
                <a:lnTo>
                  <a:pt x="527176" y="152399"/>
                </a:lnTo>
                <a:lnTo>
                  <a:pt x="540638" y="190499"/>
                </a:lnTo>
                <a:lnTo>
                  <a:pt x="551814" y="229869"/>
                </a:lnTo>
                <a:lnTo>
                  <a:pt x="560704" y="273049"/>
                </a:lnTo>
                <a:lnTo>
                  <a:pt x="565150" y="314959"/>
                </a:lnTo>
                <a:lnTo>
                  <a:pt x="569722" y="355599"/>
                </a:lnTo>
                <a:lnTo>
                  <a:pt x="574167" y="435609"/>
                </a:lnTo>
                <a:lnTo>
                  <a:pt x="574167" y="556259"/>
                </a:lnTo>
                <a:lnTo>
                  <a:pt x="569722" y="598169"/>
                </a:lnTo>
                <a:lnTo>
                  <a:pt x="565150" y="638809"/>
                </a:lnTo>
                <a:lnTo>
                  <a:pt x="558419" y="678179"/>
                </a:lnTo>
                <a:lnTo>
                  <a:pt x="549528" y="716279"/>
                </a:lnTo>
                <a:lnTo>
                  <a:pt x="538352" y="756919"/>
                </a:lnTo>
                <a:lnTo>
                  <a:pt x="527176" y="783589"/>
                </a:lnTo>
                <a:lnTo>
                  <a:pt x="542348" y="783589"/>
                </a:lnTo>
                <a:lnTo>
                  <a:pt x="549528" y="765809"/>
                </a:lnTo>
                <a:lnTo>
                  <a:pt x="560704" y="727709"/>
                </a:lnTo>
                <a:lnTo>
                  <a:pt x="569722" y="689609"/>
                </a:lnTo>
                <a:lnTo>
                  <a:pt x="576326" y="651509"/>
                </a:lnTo>
                <a:lnTo>
                  <a:pt x="583056" y="613409"/>
                </a:lnTo>
                <a:lnTo>
                  <a:pt x="587501" y="538479"/>
                </a:lnTo>
                <a:lnTo>
                  <a:pt x="589787" y="488949"/>
                </a:lnTo>
                <a:lnTo>
                  <a:pt x="589787" y="391159"/>
                </a:lnTo>
                <a:lnTo>
                  <a:pt x="585215" y="341629"/>
                </a:lnTo>
                <a:lnTo>
                  <a:pt x="578611" y="292099"/>
                </a:lnTo>
                <a:lnTo>
                  <a:pt x="569722" y="243839"/>
                </a:lnTo>
                <a:lnTo>
                  <a:pt x="558419" y="196849"/>
                </a:lnTo>
                <a:lnTo>
                  <a:pt x="542925" y="149859"/>
                </a:lnTo>
                <a:lnTo>
                  <a:pt x="511555" y="90169"/>
                </a:lnTo>
                <a:lnTo>
                  <a:pt x="464692" y="40639"/>
                </a:lnTo>
                <a:lnTo>
                  <a:pt x="437895" y="20319"/>
                </a:lnTo>
                <a:lnTo>
                  <a:pt x="431647" y="17779"/>
                </a:lnTo>
                <a:close/>
              </a:path>
              <a:path w="589915" h="976629">
                <a:moveTo>
                  <a:pt x="149732" y="406399"/>
                </a:moveTo>
                <a:lnTo>
                  <a:pt x="147446" y="406399"/>
                </a:lnTo>
                <a:lnTo>
                  <a:pt x="145287" y="408939"/>
                </a:lnTo>
                <a:lnTo>
                  <a:pt x="143001" y="411479"/>
                </a:lnTo>
                <a:lnTo>
                  <a:pt x="145287" y="412749"/>
                </a:lnTo>
                <a:lnTo>
                  <a:pt x="167512" y="430529"/>
                </a:lnTo>
                <a:lnTo>
                  <a:pt x="194309" y="444499"/>
                </a:lnTo>
                <a:lnTo>
                  <a:pt x="223392" y="453389"/>
                </a:lnTo>
                <a:lnTo>
                  <a:pt x="252475" y="459739"/>
                </a:lnTo>
                <a:lnTo>
                  <a:pt x="256920" y="464819"/>
                </a:lnTo>
                <a:lnTo>
                  <a:pt x="261365" y="466089"/>
                </a:lnTo>
                <a:lnTo>
                  <a:pt x="265811" y="466089"/>
                </a:lnTo>
                <a:lnTo>
                  <a:pt x="270255" y="462279"/>
                </a:lnTo>
                <a:lnTo>
                  <a:pt x="308228" y="462279"/>
                </a:lnTo>
                <a:lnTo>
                  <a:pt x="348488" y="459739"/>
                </a:lnTo>
                <a:lnTo>
                  <a:pt x="417702" y="447039"/>
                </a:lnTo>
                <a:lnTo>
                  <a:pt x="424433" y="441959"/>
                </a:lnTo>
                <a:lnTo>
                  <a:pt x="424433" y="438149"/>
                </a:lnTo>
                <a:lnTo>
                  <a:pt x="308228" y="438149"/>
                </a:lnTo>
                <a:lnTo>
                  <a:pt x="276987" y="435609"/>
                </a:lnTo>
                <a:lnTo>
                  <a:pt x="277416" y="433069"/>
                </a:lnTo>
                <a:lnTo>
                  <a:pt x="256920" y="433069"/>
                </a:lnTo>
                <a:lnTo>
                  <a:pt x="230124" y="429259"/>
                </a:lnTo>
                <a:lnTo>
                  <a:pt x="149732" y="406399"/>
                </a:lnTo>
                <a:close/>
              </a:path>
              <a:path w="589915" h="976629">
                <a:moveTo>
                  <a:pt x="417702" y="426719"/>
                </a:moveTo>
                <a:lnTo>
                  <a:pt x="413257" y="426719"/>
                </a:lnTo>
                <a:lnTo>
                  <a:pt x="377570" y="433069"/>
                </a:lnTo>
                <a:lnTo>
                  <a:pt x="344042" y="438149"/>
                </a:lnTo>
                <a:lnTo>
                  <a:pt x="424433" y="438149"/>
                </a:lnTo>
                <a:lnTo>
                  <a:pt x="424433" y="433069"/>
                </a:lnTo>
                <a:lnTo>
                  <a:pt x="419988" y="429259"/>
                </a:lnTo>
                <a:lnTo>
                  <a:pt x="417702" y="426719"/>
                </a:lnTo>
                <a:close/>
              </a:path>
              <a:path w="589915" h="976629">
                <a:moveTo>
                  <a:pt x="295849" y="335279"/>
                </a:moveTo>
                <a:lnTo>
                  <a:pt x="274700" y="335279"/>
                </a:lnTo>
                <a:lnTo>
                  <a:pt x="256920" y="433069"/>
                </a:lnTo>
                <a:lnTo>
                  <a:pt x="277416" y="433069"/>
                </a:lnTo>
                <a:lnTo>
                  <a:pt x="286003" y="382269"/>
                </a:lnTo>
                <a:lnTo>
                  <a:pt x="295849" y="335279"/>
                </a:lnTo>
                <a:close/>
              </a:path>
              <a:path w="589915" h="976629">
                <a:moveTo>
                  <a:pt x="335025" y="49529"/>
                </a:moveTo>
                <a:lnTo>
                  <a:pt x="314959" y="49529"/>
                </a:lnTo>
                <a:lnTo>
                  <a:pt x="308228" y="78739"/>
                </a:lnTo>
                <a:lnTo>
                  <a:pt x="303783" y="109219"/>
                </a:lnTo>
                <a:lnTo>
                  <a:pt x="292607" y="116839"/>
                </a:lnTo>
                <a:lnTo>
                  <a:pt x="288163" y="116839"/>
                </a:lnTo>
                <a:lnTo>
                  <a:pt x="281431" y="118109"/>
                </a:lnTo>
                <a:lnTo>
                  <a:pt x="279273" y="125729"/>
                </a:lnTo>
                <a:lnTo>
                  <a:pt x="261365" y="226059"/>
                </a:lnTo>
                <a:lnTo>
                  <a:pt x="247903" y="328929"/>
                </a:lnTo>
                <a:lnTo>
                  <a:pt x="252475" y="337819"/>
                </a:lnTo>
                <a:lnTo>
                  <a:pt x="256920" y="339089"/>
                </a:lnTo>
                <a:lnTo>
                  <a:pt x="261365" y="339089"/>
                </a:lnTo>
                <a:lnTo>
                  <a:pt x="274700" y="335279"/>
                </a:lnTo>
                <a:lnTo>
                  <a:pt x="295849" y="335279"/>
                </a:lnTo>
                <a:lnTo>
                  <a:pt x="297179" y="328929"/>
                </a:lnTo>
                <a:lnTo>
                  <a:pt x="332866" y="318769"/>
                </a:lnTo>
                <a:lnTo>
                  <a:pt x="337312" y="318769"/>
                </a:lnTo>
                <a:lnTo>
                  <a:pt x="339598" y="314959"/>
                </a:lnTo>
                <a:lnTo>
                  <a:pt x="341756" y="308609"/>
                </a:lnTo>
                <a:lnTo>
                  <a:pt x="340119" y="297179"/>
                </a:lnTo>
                <a:lnTo>
                  <a:pt x="301625" y="297179"/>
                </a:lnTo>
                <a:lnTo>
                  <a:pt x="301625" y="288289"/>
                </a:lnTo>
                <a:lnTo>
                  <a:pt x="338846" y="288289"/>
                </a:lnTo>
                <a:lnTo>
                  <a:pt x="335025" y="261619"/>
                </a:lnTo>
                <a:lnTo>
                  <a:pt x="337312" y="214629"/>
                </a:lnTo>
                <a:lnTo>
                  <a:pt x="341756" y="167639"/>
                </a:lnTo>
                <a:lnTo>
                  <a:pt x="352932" y="123189"/>
                </a:lnTo>
                <a:lnTo>
                  <a:pt x="352932" y="120649"/>
                </a:lnTo>
                <a:lnTo>
                  <a:pt x="357377" y="118109"/>
                </a:lnTo>
                <a:lnTo>
                  <a:pt x="357377" y="111759"/>
                </a:lnTo>
                <a:lnTo>
                  <a:pt x="355218" y="107949"/>
                </a:lnTo>
                <a:lnTo>
                  <a:pt x="350774" y="105409"/>
                </a:lnTo>
                <a:lnTo>
                  <a:pt x="344042" y="102869"/>
                </a:lnTo>
                <a:lnTo>
                  <a:pt x="323976" y="102869"/>
                </a:lnTo>
                <a:lnTo>
                  <a:pt x="330580" y="52069"/>
                </a:lnTo>
                <a:lnTo>
                  <a:pt x="335025" y="49529"/>
                </a:lnTo>
                <a:close/>
              </a:path>
              <a:path w="589915" h="976629">
                <a:moveTo>
                  <a:pt x="338846" y="288289"/>
                </a:moveTo>
                <a:lnTo>
                  <a:pt x="317245" y="288289"/>
                </a:lnTo>
                <a:lnTo>
                  <a:pt x="319531" y="292099"/>
                </a:lnTo>
                <a:lnTo>
                  <a:pt x="314959" y="292099"/>
                </a:lnTo>
                <a:lnTo>
                  <a:pt x="301625" y="297179"/>
                </a:lnTo>
                <a:lnTo>
                  <a:pt x="340119" y="297179"/>
                </a:lnTo>
                <a:lnTo>
                  <a:pt x="338846" y="288289"/>
                </a:lnTo>
                <a:close/>
              </a:path>
              <a:path w="589915" h="976629">
                <a:moveTo>
                  <a:pt x="317245" y="288289"/>
                </a:moveTo>
                <a:lnTo>
                  <a:pt x="301625" y="288289"/>
                </a:lnTo>
                <a:lnTo>
                  <a:pt x="306069" y="292099"/>
                </a:lnTo>
                <a:lnTo>
                  <a:pt x="314959" y="292099"/>
                </a:lnTo>
                <a:lnTo>
                  <a:pt x="317245" y="288289"/>
                </a:lnTo>
                <a:close/>
              </a:path>
              <a:path w="589915" h="976629">
                <a:moveTo>
                  <a:pt x="388746" y="34289"/>
                </a:moveTo>
                <a:lnTo>
                  <a:pt x="272541" y="34289"/>
                </a:lnTo>
                <a:lnTo>
                  <a:pt x="286003" y="36829"/>
                </a:lnTo>
                <a:lnTo>
                  <a:pt x="299338" y="40639"/>
                </a:lnTo>
                <a:lnTo>
                  <a:pt x="312800" y="45719"/>
                </a:lnTo>
                <a:lnTo>
                  <a:pt x="335025" y="45719"/>
                </a:lnTo>
                <a:lnTo>
                  <a:pt x="335025" y="43179"/>
                </a:lnTo>
                <a:lnTo>
                  <a:pt x="332866" y="40639"/>
                </a:lnTo>
                <a:lnTo>
                  <a:pt x="346328" y="38099"/>
                </a:lnTo>
                <a:lnTo>
                  <a:pt x="396421" y="38099"/>
                </a:lnTo>
                <a:lnTo>
                  <a:pt x="388746" y="34289"/>
                </a:lnTo>
                <a:close/>
              </a:path>
              <a:path w="589915" h="976629">
                <a:moveTo>
                  <a:pt x="335025" y="20319"/>
                </a:moveTo>
                <a:lnTo>
                  <a:pt x="323976" y="20319"/>
                </a:lnTo>
                <a:lnTo>
                  <a:pt x="319531" y="31749"/>
                </a:lnTo>
                <a:lnTo>
                  <a:pt x="382777" y="31749"/>
                </a:lnTo>
                <a:lnTo>
                  <a:pt x="376809" y="29209"/>
                </a:lnTo>
                <a:lnTo>
                  <a:pt x="335025" y="29209"/>
                </a:lnTo>
                <a:lnTo>
                  <a:pt x="335025" y="20319"/>
                </a:lnTo>
                <a:close/>
              </a:path>
              <a:path w="589915" h="976629">
                <a:moveTo>
                  <a:pt x="370839" y="26669"/>
                </a:moveTo>
                <a:lnTo>
                  <a:pt x="344042" y="26669"/>
                </a:lnTo>
                <a:lnTo>
                  <a:pt x="335025" y="29209"/>
                </a:lnTo>
                <a:lnTo>
                  <a:pt x="376809" y="29209"/>
                </a:lnTo>
                <a:lnTo>
                  <a:pt x="370839" y="26669"/>
                </a:lnTo>
                <a:close/>
              </a:path>
              <a:path w="589915" h="976629">
                <a:moveTo>
                  <a:pt x="373125" y="0"/>
                </a:moveTo>
                <a:lnTo>
                  <a:pt x="355218" y="0"/>
                </a:lnTo>
                <a:lnTo>
                  <a:pt x="339598" y="2539"/>
                </a:lnTo>
                <a:lnTo>
                  <a:pt x="382015" y="2539"/>
                </a:lnTo>
                <a:lnTo>
                  <a:pt x="373125" y="0"/>
                </a:lnTo>
                <a:close/>
              </a:path>
            </a:pathLst>
          </a:custGeom>
          <a:solidFill>
            <a:srgbClr val="F8F8F8"/>
          </a:solidFill>
        </p:spPr>
        <p:txBody>
          <a:bodyPr wrap="square" lIns="0" tIns="0" rIns="0" bIns="0" rtlCol="0"/>
          <a:lstStyle/>
          <a:p>
            <a:endParaRPr dirty="0"/>
          </a:p>
        </p:txBody>
      </p:sp>
      <p:grpSp>
        <p:nvGrpSpPr>
          <p:cNvPr id="18" name="object 18"/>
          <p:cNvGrpSpPr/>
          <p:nvPr/>
        </p:nvGrpSpPr>
        <p:grpSpPr>
          <a:xfrm>
            <a:off x="0" y="0"/>
            <a:ext cx="12192000" cy="6858000"/>
            <a:chOff x="0" y="0"/>
            <a:chExt cx="12192000" cy="6858000"/>
          </a:xfrm>
        </p:grpSpPr>
        <p:sp>
          <p:nvSpPr>
            <p:cNvPr id="19" name="object 19"/>
            <p:cNvSpPr/>
            <p:nvPr/>
          </p:nvSpPr>
          <p:spPr>
            <a:xfrm>
              <a:off x="3259835" y="5163439"/>
              <a:ext cx="2543555" cy="1438529"/>
            </a:xfrm>
            <a:prstGeom prst="rect">
              <a:avLst/>
            </a:prstGeom>
            <a:blipFill>
              <a:blip r:embed="rId9" cstate="print"/>
              <a:stretch>
                <a:fillRect/>
              </a:stretch>
            </a:blipFill>
          </p:spPr>
          <p:txBody>
            <a:bodyPr wrap="square" lIns="0" tIns="0" rIns="0" bIns="0" rtlCol="0"/>
            <a:lstStyle/>
            <a:p>
              <a:endParaRPr dirty="0"/>
            </a:p>
          </p:txBody>
        </p:sp>
        <p:sp>
          <p:nvSpPr>
            <p:cNvPr id="20" name="object 20"/>
            <p:cNvSpPr/>
            <p:nvPr/>
          </p:nvSpPr>
          <p:spPr>
            <a:xfrm>
              <a:off x="0" y="0"/>
              <a:ext cx="12192000" cy="6857998"/>
            </a:xfrm>
            <a:prstGeom prst="rect">
              <a:avLst/>
            </a:prstGeom>
            <a:blipFill>
              <a:blip r:embed="rId10" cstate="print"/>
              <a:stretch>
                <a:fillRect/>
              </a:stretch>
            </a:blipFill>
          </p:spPr>
          <p:txBody>
            <a:bodyPr wrap="square" lIns="0" tIns="0" rIns="0" bIns="0" rtlCol="0"/>
            <a:lstStyle/>
            <a:p>
              <a:endParaRPr dirty="0"/>
            </a:p>
          </p:txBody>
        </p:sp>
      </p:grpSp>
      <p:sp>
        <p:nvSpPr>
          <p:cNvPr id="26" name="TextBox 9"/>
          <p:cNvSpPr txBox="1">
            <a:spLocks noChangeArrowheads="1"/>
          </p:cNvSpPr>
          <p:nvPr/>
        </p:nvSpPr>
        <p:spPr bwMode="auto">
          <a:xfrm>
            <a:off x="1281167" y="580192"/>
            <a:ext cx="74785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Some Additional </a:t>
            </a:r>
            <a:r>
              <a:rPr lang="en-US" sz="3200" dirty="0" smtClean="0">
                <a:latin typeface="Palatino Linotype" panose="02040502050505030304" pitchFamily="18" charset="0"/>
                <a:cs typeface="Calibri" pitchFamily="34" charset="0"/>
              </a:rPr>
              <a:t>On Page Tactics</a:t>
            </a:r>
            <a:endParaRPr lang="en-US" sz="3200" dirty="0">
              <a:latin typeface="Palatino Linotype" panose="02040502050505030304" pitchFamily="18" charset="0"/>
              <a:cs typeface="Calibri" pitchFamily="34" charset="0"/>
            </a:endParaRPr>
          </a:p>
        </p:txBody>
      </p:sp>
      <p:sp>
        <p:nvSpPr>
          <p:cNvPr id="21" name="TextBox 20"/>
          <p:cNvSpPr txBox="1"/>
          <p:nvPr/>
        </p:nvSpPr>
        <p:spPr>
          <a:xfrm>
            <a:off x="1027617" y="1204047"/>
            <a:ext cx="4265203" cy="461665"/>
          </a:xfrm>
          <a:prstGeom prst="rect">
            <a:avLst/>
          </a:prstGeom>
          <a:noFill/>
        </p:spPr>
        <p:txBody>
          <a:bodyPr wrap="square" rtlCol="0">
            <a:spAutoFit/>
          </a:bodyPr>
          <a:lstStyle/>
          <a:p>
            <a:r>
              <a:rPr lang="en-US" sz="2400" b="1" dirty="0" smtClean="0"/>
              <a:t>Passage Indexing</a:t>
            </a:r>
            <a:endParaRPr lang="en-IN" sz="2400" b="1" dirty="0"/>
          </a:p>
        </p:txBody>
      </p:sp>
      <p:sp>
        <p:nvSpPr>
          <p:cNvPr id="25" name="Rectangle 24"/>
          <p:cNvSpPr/>
          <p:nvPr/>
        </p:nvSpPr>
        <p:spPr>
          <a:xfrm>
            <a:off x="1007165" y="2191325"/>
            <a:ext cx="4869253" cy="3662541"/>
          </a:xfrm>
          <a:prstGeom prst="rect">
            <a:avLst/>
          </a:prstGeom>
        </p:spPr>
        <p:txBody>
          <a:bodyPr wrap="square">
            <a:spAutoFit/>
          </a:bodyPr>
          <a:lstStyle/>
          <a:p>
            <a:pPr algn="just"/>
            <a:r>
              <a:rPr lang="en-US" dirty="0" smtClean="0">
                <a:latin typeface="Palatino Linotype" pitchFamily="18" charset="0"/>
              </a:rPr>
              <a:t>Who doesn’t love to come to the top of Google. You know </a:t>
            </a:r>
            <a:r>
              <a:rPr lang="en-US" dirty="0" err="1" smtClean="0">
                <a:latin typeface="Palatino Linotype" pitchFamily="18" charset="0"/>
              </a:rPr>
              <a:t>whats</a:t>
            </a:r>
            <a:r>
              <a:rPr lang="en-US" dirty="0" smtClean="0">
                <a:latin typeface="Palatino Linotype" pitchFamily="18" charset="0"/>
              </a:rPr>
              <a:t> beyond the Top Position. That is position “0”. </a:t>
            </a:r>
          </a:p>
          <a:p>
            <a:pPr algn="just"/>
            <a:endParaRPr lang="en-US" dirty="0">
              <a:latin typeface="Palatino Linotype" pitchFamily="18" charset="0"/>
            </a:endParaRPr>
          </a:p>
          <a:p>
            <a:pPr algn="just"/>
            <a:r>
              <a:rPr lang="en-US" dirty="0" smtClean="0">
                <a:latin typeface="Palatino Linotype" pitchFamily="18" charset="0"/>
              </a:rPr>
              <a:t>Yes with Search Engine Optimization one can even achieve a position beyond position 1. These are called featured snippets. </a:t>
            </a:r>
          </a:p>
          <a:p>
            <a:pPr algn="just"/>
            <a:endParaRPr lang="en-US" dirty="0">
              <a:latin typeface="Palatino Linotype" pitchFamily="18" charset="0"/>
            </a:endParaRPr>
          </a:p>
          <a:p>
            <a:pPr algn="just"/>
            <a:r>
              <a:rPr lang="en-US" dirty="0" smtClean="0">
                <a:latin typeface="Palatino Linotype" pitchFamily="18" charset="0"/>
              </a:rPr>
              <a:t>With a method called passage indexing we can gain such featured snippets for important informational search terms in insurance based businesses.</a:t>
            </a:r>
            <a:endParaRPr lang="en-US" dirty="0">
              <a:latin typeface="Palatino Linotype" pitchFamily="18" charset="0"/>
            </a:endParaRPr>
          </a:p>
          <a:p>
            <a:endParaRPr lang="en-US" sz="1600" dirty="0" smtClean="0"/>
          </a:p>
        </p:txBody>
      </p:sp>
      <p:pic>
        <p:nvPicPr>
          <p:cNvPr id="23" name="Picture 22"/>
          <p:cNvPicPr>
            <a:picLocks noChangeAspect="1"/>
          </p:cNvPicPr>
          <p:nvPr/>
        </p:nvPicPr>
        <p:blipFill>
          <a:blip r:embed="rId11"/>
          <a:stretch>
            <a:fillRect/>
          </a:stretch>
        </p:blipFill>
        <p:spPr>
          <a:xfrm>
            <a:off x="6114162" y="1414940"/>
            <a:ext cx="4807125" cy="3006247"/>
          </a:xfrm>
          <a:prstGeom prst="rect">
            <a:avLst/>
          </a:prstGeom>
          <a:ln>
            <a:solidFill>
              <a:schemeClr val="tx1"/>
            </a:solidFill>
          </a:ln>
        </p:spPr>
      </p:pic>
      <p:sp>
        <p:nvSpPr>
          <p:cNvPr id="27" name="TextBox 26"/>
          <p:cNvSpPr txBox="1"/>
          <p:nvPr/>
        </p:nvSpPr>
        <p:spPr>
          <a:xfrm>
            <a:off x="7046733" y="4528796"/>
            <a:ext cx="2941982" cy="369332"/>
          </a:xfrm>
          <a:prstGeom prst="rect">
            <a:avLst/>
          </a:prstGeom>
          <a:noFill/>
        </p:spPr>
        <p:txBody>
          <a:bodyPr wrap="square" rtlCol="0">
            <a:spAutoFit/>
          </a:bodyPr>
          <a:lstStyle/>
          <a:p>
            <a:r>
              <a:rPr lang="en-US" b="1" dirty="0" smtClean="0">
                <a:solidFill>
                  <a:schemeClr val="tx1">
                    <a:lumMod val="85000"/>
                    <a:lumOff val="15000"/>
                  </a:schemeClr>
                </a:solidFill>
              </a:rPr>
              <a:t>All Data is given as sample</a:t>
            </a:r>
            <a:endParaRPr lang="en-IN" b="1" dirty="0">
              <a:solidFill>
                <a:schemeClr val="tx1">
                  <a:lumMod val="85000"/>
                  <a:lumOff val="15000"/>
                </a:schemeClr>
              </a:solidFill>
            </a:endParaRPr>
          </a:p>
        </p:txBody>
      </p:sp>
    </p:spTree>
    <p:extLst>
      <p:ext uri="{BB962C8B-B14F-4D97-AF65-F5344CB8AC3E}">
        <p14:creationId xmlns:p14="http://schemas.microsoft.com/office/powerpoint/2010/main" val="27515324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2407602" y="2077781"/>
            <a:ext cx="737679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4000" dirty="0" smtClean="0">
                <a:latin typeface="Palatino Linotype" panose="02040502050505030304" pitchFamily="18" charset="0"/>
                <a:cs typeface="Calibri" pitchFamily="34" charset="0"/>
              </a:rPr>
              <a:t>Part </a:t>
            </a:r>
            <a:r>
              <a:rPr lang="en-US" sz="4000" dirty="0">
                <a:latin typeface="Palatino Linotype" panose="02040502050505030304" pitchFamily="18" charset="0"/>
                <a:cs typeface="Calibri" pitchFamily="34" charset="0"/>
              </a:rPr>
              <a:t>6</a:t>
            </a:r>
            <a:r>
              <a:rPr lang="en-US" sz="4000" dirty="0" smtClean="0">
                <a:latin typeface="Palatino Linotype" panose="02040502050505030304" pitchFamily="18" charset="0"/>
                <a:cs typeface="Calibri" pitchFamily="34" charset="0"/>
              </a:rPr>
              <a:t>: </a:t>
            </a:r>
            <a:r>
              <a:rPr lang="en-US" sz="4000" dirty="0" smtClean="0">
                <a:solidFill>
                  <a:srgbClr val="C00000"/>
                </a:solidFill>
                <a:latin typeface="Palatino Linotype" panose="02040502050505030304" pitchFamily="18" charset="0"/>
              </a:rPr>
              <a:t>Data Driven </a:t>
            </a:r>
            <a:r>
              <a:rPr lang="en-US" sz="4000" dirty="0" smtClean="0">
                <a:latin typeface="Palatino Linotype" panose="02040502050505030304" pitchFamily="18" charset="0"/>
              </a:rPr>
              <a:t>SEO Analysis</a:t>
            </a:r>
            <a:endParaRPr lang="en-US" sz="4000" dirty="0">
              <a:latin typeface="Palatino Linotype" panose="02040502050505030304" pitchFamily="18" charset="0"/>
            </a:endParaRPr>
          </a:p>
        </p:txBody>
      </p:sp>
    </p:spTree>
    <p:extLst>
      <p:ext uri="{BB962C8B-B14F-4D97-AF65-F5344CB8AC3E}">
        <p14:creationId xmlns:p14="http://schemas.microsoft.com/office/powerpoint/2010/main" val="29558918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605305" y="638868"/>
            <a:ext cx="63520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3200" dirty="0" smtClean="0">
                <a:solidFill>
                  <a:srgbClr val="C00000"/>
                </a:solidFill>
                <a:latin typeface="Palatino Linotype" panose="02040502050505030304" pitchFamily="18" charset="0"/>
                <a:cs typeface="Calibri" pitchFamily="34" charset="0"/>
              </a:rPr>
              <a:t>Chapter 2: </a:t>
            </a:r>
            <a:r>
              <a:rPr lang="en-US" sz="3200" dirty="0" smtClean="0">
                <a:latin typeface="Palatino Linotype" panose="02040502050505030304" pitchFamily="18" charset="0"/>
                <a:cs typeface="Calibri" pitchFamily="34" charset="0"/>
              </a:rPr>
              <a:t>Data Driven SEO</a:t>
            </a:r>
          </a:p>
        </p:txBody>
      </p:sp>
      <p:sp>
        <p:nvSpPr>
          <p:cNvPr id="5" name="TextBox 4"/>
          <p:cNvSpPr txBox="1"/>
          <p:nvPr/>
        </p:nvSpPr>
        <p:spPr>
          <a:xfrm>
            <a:off x="1258957" y="1389296"/>
            <a:ext cx="8083826" cy="1015663"/>
          </a:xfrm>
          <a:prstGeom prst="rect">
            <a:avLst/>
          </a:prstGeom>
          <a:noFill/>
        </p:spPr>
        <p:txBody>
          <a:bodyPr wrap="square" rtlCol="0">
            <a:spAutoFit/>
          </a:bodyPr>
          <a:lstStyle/>
          <a:p>
            <a:r>
              <a:rPr lang="en-US" sz="2000" dirty="0" smtClean="0"/>
              <a:t>Data Driven SEO dives deep into improving the performance of SEO Campaigns via the following three verticals.</a:t>
            </a:r>
            <a:endParaRPr lang="en-US" sz="2000" dirty="0"/>
          </a:p>
          <a:p>
            <a:endParaRPr lang="en-IN" sz="2000" dirty="0"/>
          </a:p>
        </p:txBody>
      </p:sp>
      <p:sp>
        <p:nvSpPr>
          <p:cNvPr id="6" name="Rectangle 5"/>
          <p:cNvSpPr/>
          <p:nvPr/>
        </p:nvSpPr>
        <p:spPr>
          <a:xfrm>
            <a:off x="4160022" y="2772795"/>
            <a:ext cx="1935978" cy="369332"/>
          </a:xfrm>
          <a:prstGeom prst="rect">
            <a:avLst/>
          </a:prstGeom>
        </p:spPr>
        <p:txBody>
          <a:bodyPr wrap="none">
            <a:spAutoFit/>
          </a:bodyPr>
          <a:lstStyle/>
          <a:p>
            <a:pPr algn="ctr"/>
            <a:r>
              <a:rPr lang="en-US" dirty="0">
                <a:latin typeface="Palatino Linotype" panose="02040502050505030304" pitchFamily="18" charset="0"/>
                <a:cs typeface="Calibri" pitchFamily="34" charset="0"/>
              </a:rPr>
              <a:t>Data Driven SEO</a:t>
            </a:r>
          </a:p>
        </p:txBody>
      </p:sp>
      <p:cxnSp>
        <p:nvCxnSpPr>
          <p:cNvPr id="22" name="Elbow Connector 21"/>
          <p:cNvCxnSpPr/>
          <p:nvPr/>
        </p:nvCxnSpPr>
        <p:spPr>
          <a:xfrm rot="10800000" flipV="1">
            <a:off x="2292626" y="2957460"/>
            <a:ext cx="1867396" cy="1322991"/>
          </a:xfrm>
          <a:prstGeom prst="bentConnector3">
            <a:avLst>
              <a:gd name="adj1" fmla="val 99676"/>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83026" y="4429919"/>
            <a:ext cx="1470991" cy="646331"/>
          </a:xfrm>
          <a:prstGeom prst="rect">
            <a:avLst/>
          </a:prstGeom>
          <a:noFill/>
        </p:spPr>
        <p:txBody>
          <a:bodyPr wrap="square" rtlCol="0">
            <a:spAutoFit/>
          </a:bodyPr>
          <a:lstStyle/>
          <a:p>
            <a:r>
              <a:rPr lang="en-US" b="1" dirty="0" smtClean="0"/>
              <a:t>Competitor Analysis</a:t>
            </a:r>
            <a:endParaRPr lang="en-IN" b="1" dirty="0"/>
          </a:p>
        </p:txBody>
      </p:sp>
      <p:cxnSp>
        <p:nvCxnSpPr>
          <p:cNvPr id="35" name="Straight Arrow Connector 34"/>
          <p:cNvCxnSpPr/>
          <p:nvPr/>
        </p:nvCxnSpPr>
        <p:spPr>
          <a:xfrm>
            <a:off x="5108133" y="3142126"/>
            <a:ext cx="0" cy="11534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634079" y="4387654"/>
            <a:ext cx="1517953" cy="923330"/>
          </a:xfrm>
          <a:prstGeom prst="rect">
            <a:avLst/>
          </a:prstGeom>
          <a:noFill/>
        </p:spPr>
        <p:txBody>
          <a:bodyPr wrap="square" rtlCol="0">
            <a:spAutoFit/>
          </a:bodyPr>
          <a:lstStyle/>
          <a:p>
            <a:r>
              <a:rPr lang="en-US" b="1" dirty="0" smtClean="0"/>
              <a:t>Conversion Rate Optimization</a:t>
            </a:r>
            <a:endParaRPr lang="en-IN" b="1" dirty="0"/>
          </a:p>
        </p:txBody>
      </p:sp>
      <p:cxnSp>
        <p:nvCxnSpPr>
          <p:cNvPr id="40" name="Elbow Connector 39"/>
          <p:cNvCxnSpPr/>
          <p:nvPr/>
        </p:nvCxnSpPr>
        <p:spPr>
          <a:xfrm>
            <a:off x="6195392" y="2957460"/>
            <a:ext cx="2232991" cy="1338119"/>
          </a:xfrm>
          <a:prstGeom prst="bentConnector3">
            <a:avLst>
              <a:gd name="adj1" fmla="val 99852"/>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7814891" y="4429917"/>
            <a:ext cx="1470991" cy="646331"/>
          </a:xfrm>
          <a:prstGeom prst="rect">
            <a:avLst/>
          </a:prstGeom>
          <a:noFill/>
        </p:spPr>
        <p:txBody>
          <a:bodyPr wrap="square" rtlCol="0">
            <a:spAutoFit/>
          </a:bodyPr>
          <a:lstStyle/>
          <a:p>
            <a:r>
              <a:rPr lang="en-US" b="1" dirty="0" smtClean="0"/>
              <a:t>Content Optimization</a:t>
            </a:r>
            <a:endParaRPr lang="en-IN" b="1" dirty="0"/>
          </a:p>
        </p:txBody>
      </p:sp>
    </p:spTree>
    <p:extLst>
      <p:ext uri="{BB962C8B-B14F-4D97-AF65-F5344CB8AC3E}">
        <p14:creationId xmlns:p14="http://schemas.microsoft.com/office/powerpoint/2010/main" val="1619253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58957" y="627419"/>
            <a:ext cx="63520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Competitor Analysis</a:t>
            </a:r>
            <a:endParaRPr lang="en-US" sz="3200" dirty="0" smtClean="0">
              <a:latin typeface="Palatino Linotype" panose="02040502050505030304" pitchFamily="18" charset="0"/>
              <a:cs typeface="Calibri" pitchFamily="34" charset="0"/>
            </a:endParaRPr>
          </a:p>
        </p:txBody>
      </p:sp>
      <p:sp>
        <p:nvSpPr>
          <p:cNvPr id="5" name="TextBox 4"/>
          <p:cNvSpPr txBox="1"/>
          <p:nvPr/>
        </p:nvSpPr>
        <p:spPr>
          <a:xfrm>
            <a:off x="1258957" y="1389296"/>
            <a:ext cx="8083826" cy="707886"/>
          </a:xfrm>
          <a:prstGeom prst="rect">
            <a:avLst/>
          </a:prstGeom>
          <a:noFill/>
        </p:spPr>
        <p:txBody>
          <a:bodyPr wrap="square" rtlCol="0">
            <a:spAutoFit/>
          </a:bodyPr>
          <a:lstStyle/>
          <a:p>
            <a:r>
              <a:rPr lang="en-US" sz="2000" b="1" dirty="0" smtClean="0"/>
              <a:t>Competitor Keyword Gap Analysis</a:t>
            </a:r>
            <a:endParaRPr lang="en-US" sz="2000" b="1" dirty="0"/>
          </a:p>
          <a:p>
            <a:endParaRPr lang="en-IN" sz="2000" dirty="0"/>
          </a:p>
        </p:txBody>
      </p:sp>
      <p:sp>
        <p:nvSpPr>
          <p:cNvPr id="8" name="TextBox 7"/>
          <p:cNvSpPr txBox="1"/>
          <p:nvPr/>
        </p:nvSpPr>
        <p:spPr>
          <a:xfrm>
            <a:off x="1258957" y="1934817"/>
            <a:ext cx="5261113" cy="4094922"/>
          </a:xfrm>
          <a:prstGeom prst="rect">
            <a:avLst/>
          </a:prstGeom>
          <a:noFill/>
        </p:spPr>
        <p:txBody>
          <a:bodyPr wrap="square" rtlCol="0">
            <a:spAutoFit/>
          </a:bodyPr>
          <a:lstStyle/>
          <a:p>
            <a:r>
              <a:rPr lang="en-US" dirty="0" smtClean="0"/>
              <a:t>Any Content Strategy fails without proper targeted keywords that Can be ranked.</a:t>
            </a:r>
          </a:p>
          <a:p>
            <a:endParaRPr lang="en-US" dirty="0"/>
          </a:p>
          <a:p>
            <a:r>
              <a:rPr lang="en-US" dirty="0" smtClean="0"/>
              <a:t>In this method we target, organic ranking keywords from major competitors that we are currently not ranking.</a:t>
            </a:r>
          </a:p>
          <a:p>
            <a:endParaRPr lang="en-US" dirty="0"/>
          </a:p>
          <a:p>
            <a:r>
              <a:rPr lang="en-US" dirty="0" smtClean="0"/>
              <a:t>Filtering that List and running a KOB Analysis can give us further low hanging fruit Keywords that can be targeted for quick traffic Gain.</a:t>
            </a:r>
          </a:p>
          <a:p>
            <a:endParaRPr lang="en-US" dirty="0"/>
          </a:p>
          <a:p>
            <a:r>
              <a:rPr lang="en-US" dirty="0" smtClean="0"/>
              <a:t>We use tools like </a:t>
            </a:r>
            <a:r>
              <a:rPr lang="en-US" dirty="0" err="1" smtClean="0"/>
              <a:t>SEMRush</a:t>
            </a:r>
            <a:r>
              <a:rPr lang="en-US" dirty="0" smtClean="0"/>
              <a:t> Keyword Gap and </a:t>
            </a:r>
            <a:r>
              <a:rPr lang="en-US" dirty="0" err="1" smtClean="0"/>
              <a:t>Ahrefs</a:t>
            </a:r>
            <a:r>
              <a:rPr lang="en-US" dirty="0" smtClean="0"/>
              <a:t> Content Gap tools to perform this. The workflow is given in the next slides.</a:t>
            </a:r>
          </a:p>
        </p:txBody>
      </p:sp>
      <p:pic>
        <p:nvPicPr>
          <p:cNvPr id="9" name="Picture 8"/>
          <p:cNvPicPr>
            <a:picLocks noChangeAspect="1"/>
          </p:cNvPicPr>
          <p:nvPr/>
        </p:nvPicPr>
        <p:blipFill>
          <a:blip r:embed="rId3"/>
          <a:stretch>
            <a:fillRect/>
          </a:stretch>
        </p:blipFill>
        <p:spPr>
          <a:xfrm>
            <a:off x="7693661" y="1115253"/>
            <a:ext cx="2974339" cy="3208875"/>
          </a:xfrm>
          <a:prstGeom prst="rect">
            <a:avLst/>
          </a:prstGeom>
          <a:ln>
            <a:solidFill>
              <a:schemeClr val="tx1"/>
            </a:solidFill>
          </a:ln>
        </p:spPr>
      </p:pic>
    </p:spTree>
    <p:extLst>
      <p:ext uri="{BB962C8B-B14F-4D97-AF65-F5344CB8AC3E}">
        <p14:creationId xmlns:p14="http://schemas.microsoft.com/office/powerpoint/2010/main" val="7734188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58957" y="627419"/>
            <a:ext cx="63520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Competitor Analysis</a:t>
            </a:r>
            <a:endParaRPr lang="en-US" sz="3200" dirty="0" smtClean="0">
              <a:latin typeface="Palatino Linotype" panose="02040502050505030304" pitchFamily="18" charset="0"/>
              <a:cs typeface="Calibri" pitchFamily="34" charset="0"/>
            </a:endParaRPr>
          </a:p>
        </p:txBody>
      </p:sp>
      <p:sp>
        <p:nvSpPr>
          <p:cNvPr id="5" name="TextBox 4"/>
          <p:cNvSpPr txBox="1"/>
          <p:nvPr/>
        </p:nvSpPr>
        <p:spPr>
          <a:xfrm>
            <a:off x="1258957" y="1389296"/>
            <a:ext cx="8083826" cy="707886"/>
          </a:xfrm>
          <a:prstGeom prst="rect">
            <a:avLst/>
          </a:prstGeom>
          <a:noFill/>
        </p:spPr>
        <p:txBody>
          <a:bodyPr wrap="square" rtlCol="0">
            <a:spAutoFit/>
          </a:bodyPr>
          <a:lstStyle/>
          <a:p>
            <a:r>
              <a:rPr lang="en-US" sz="2000" b="1" dirty="0" smtClean="0"/>
              <a:t>Competitor Keyword Gap Analysis Simple Workflow</a:t>
            </a:r>
            <a:endParaRPr lang="en-US" sz="2000" b="1" dirty="0"/>
          </a:p>
          <a:p>
            <a:endParaRPr lang="en-IN" sz="2000" dirty="0"/>
          </a:p>
        </p:txBody>
      </p:sp>
      <p:sp>
        <p:nvSpPr>
          <p:cNvPr id="8" name="TextBox 7"/>
          <p:cNvSpPr txBox="1"/>
          <p:nvPr/>
        </p:nvSpPr>
        <p:spPr>
          <a:xfrm>
            <a:off x="1046923" y="1988585"/>
            <a:ext cx="3684104" cy="2585323"/>
          </a:xfrm>
          <a:prstGeom prst="rect">
            <a:avLst/>
          </a:prstGeom>
          <a:noFill/>
        </p:spPr>
        <p:txBody>
          <a:bodyPr wrap="square" rtlCol="0">
            <a:spAutoFit/>
          </a:bodyPr>
          <a:lstStyle/>
          <a:p>
            <a:pPr marL="342900" indent="-342900">
              <a:buAutoNum type="arabicPeriod"/>
            </a:pPr>
            <a:r>
              <a:rPr lang="en-US" dirty="0" smtClean="0"/>
              <a:t>First Select the competitors.</a:t>
            </a:r>
          </a:p>
          <a:p>
            <a:pPr marL="342900" indent="-342900">
              <a:buAutoNum type="arabicPeriod"/>
            </a:pPr>
            <a:endParaRPr lang="en-US" dirty="0"/>
          </a:p>
          <a:p>
            <a:pPr marL="342900" indent="-342900">
              <a:buAutoNum type="arabicPeriod"/>
            </a:pPr>
            <a:r>
              <a:rPr lang="en-US" dirty="0" smtClean="0"/>
              <a:t>Then set up your domain along with the Competitors under observation in </a:t>
            </a:r>
            <a:r>
              <a:rPr lang="en-US" dirty="0" err="1" smtClean="0"/>
              <a:t>SEMRush</a:t>
            </a:r>
            <a:r>
              <a:rPr lang="en-US" dirty="0" smtClean="0"/>
              <a:t> Keyword Gap Tool.</a:t>
            </a:r>
          </a:p>
          <a:p>
            <a:pPr marL="342900" indent="-342900">
              <a:buAutoNum type="arabicPeriod"/>
            </a:pPr>
            <a:endParaRPr lang="en-US" dirty="0"/>
          </a:p>
          <a:p>
            <a:pPr marL="342900" indent="-342900">
              <a:buAutoNum type="arabicPeriod"/>
            </a:pPr>
            <a:r>
              <a:rPr lang="en-US" dirty="0" smtClean="0"/>
              <a:t>Head over to the Untapped Keywords Sections.</a:t>
            </a:r>
          </a:p>
        </p:txBody>
      </p:sp>
      <p:pic>
        <p:nvPicPr>
          <p:cNvPr id="6" name="Picture 5"/>
          <p:cNvPicPr>
            <a:picLocks noChangeAspect="1"/>
          </p:cNvPicPr>
          <p:nvPr/>
        </p:nvPicPr>
        <p:blipFill>
          <a:blip r:embed="rId3"/>
          <a:stretch>
            <a:fillRect/>
          </a:stretch>
        </p:blipFill>
        <p:spPr>
          <a:xfrm>
            <a:off x="5155321" y="1934817"/>
            <a:ext cx="5424407" cy="3048000"/>
          </a:xfrm>
          <a:prstGeom prst="rect">
            <a:avLst/>
          </a:prstGeom>
          <a:ln>
            <a:solidFill>
              <a:schemeClr val="tx1"/>
            </a:solidFill>
          </a:ln>
        </p:spPr>
      </p:pic>
      <p:sp>
        <p:nvSpPr>
          <p:cNvPr id="9" name="TextBox 8"/>
          <p:cNvSpPr txBox="1"/>
          <p:nvPr/>
        </p:nvSpPr>
        <p:spPr>
          <a:xfrm>
            <a:off x="6400801" y="5159006"/>
            <a:ext cx="2941982" cy="369332"/>
          </a:xfrm>
          <a:prstGeom prst="rect">
            <a:avLst/>
          </a:prstGeom>
          <a:noFill/>
        </p:spPr>
        <p:txBody>
          <a:bodyPr wrap="square" rtlCol="0">
            <a:spAutoFit/>
          </a:bodyPr>
          <a:lstStyle/>
          <a:p>
            <a:r>
              <a:rPr lang="en-US" b="1" dirty="0" smtClean="0">
                <a:solidFill>
                  <a:schemeClr val="tx1">
                    <a:lumMod val="85000"/>
                    <a:lumOff val="15000"/>
                  </a:schemeClr>
                </a:solidFill>
              </a:rPr>
              <a:t>All Data is given as sample</a:t>
            </a:r>
            <a:endParaRPr lang="en-IN" b="1" dirty="0">
              <a:solidFill>
                <a:schemeClr val="tx1">
                  <a:lumMod val="85000"/>
                  <a:lumOff val="15000"/>
                </a:schemeClr>
              </a:solidFill>
            </a:endParaRPr>
          </a:p>
        </p:txBody>
      </p:sp>
    </p:spTree>
    <p:extLst>
      <p:ext uri="{BB962C8B-B14F-4D97-AF65-F5344CB8AC3E}">
        <p14:creationId xmlns:p14="http://schemas.microsoft.com/office/powerpoint/2010/main" val="253861429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58957" y="627419"/>
            <a:ext cx="63520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Competitor Analysis</a:t>
            </a:r>
            <a:endParaRPr lang="en-US" sz="3200" dirty="0" smtClean="0">
              <a:latin typeface="Palatino Linotype" panose="02040502050505030304" pitchFamily="18" charset="0"/>
              <a:cs typeface="Calibri" pitchFamily="34" charset="0"/>
            </a:endParaRPr>
          </a:p>
        </p:txBody>
      </p:sp>
      <p:sp>
        <p:nvSpPr>
          <p:cNvPr id="5" name="TextBox 4"/>
          <p:cNvSpPr txBox="1"/>
          <p:nvPr/>
        </p:nvSpPr>
        <p:spPr>
          <a:xfrm>
            <a:off x="1166191" y="1341748"/>
            <a:ext cx="8083826" cy="707886"/>
          </a:xfrm>
          <a:prstGeom prst="rect">
            <a:avLst/>
          </a:prstGeom>
          <a:noFill/>
        </p:spPr>
        <p:txBody>
          <a:bodyPr wrap="square" rtlCol="0">
            <a:spAutoFit/>
          </a:bodyPr>
          <a:lstStyle/>
          <a:p>
            <a:r>
              <a:rPr lang="en-US" sz="2000" b="1" dirty="0" smtClean="0"/>
              <a:t>Competitor Keyword Gap Analysis Simple Workflow</a:t>
            </a:r>
            <a:endParaRPr lang="en-US" sz="2000" b="1" dirty="0"/>
          </a:p>
          <a:p>
            <a:endParaRPr lang="en-IN" sz="2000" dirty="0"/>
          </a:p>
        </p:txBody>
      </p:sp>
      <p:sp>
        <p:nvSpPr>
          <p:cNvPr id="8" name="TextBox 7"/>
          <p:cNvSpPr txBox="1"/>
          <p:nvPr/>
        </p:nvSpPr>
        <p:spPr>
          <a:xfrm>
            <a:off x="1123950" y="2012387"/>
            <a:ext cx="3684104" cy="2585323"/>
          </a:xfrm>
          <a:prstGeom prst="rect">
            <a:avLst/>
          </a:prstGeom>
          <a:noFill/>
        </p:spPr>
        <p:txBody>
          <a:bodyPr wrap="square" rtlCol="0">
            <a:spAutoFit/>
          </a:bodyPr>
          <a:lstStyle/>
          <a:p>
            <a:r>
              <a:rPr lang="en-US" dirty="0" smtClean="0"/>
              <a:t>4. Export the Keyword list and filter by Keyword difficulty below 30.</a:t>
            </a:r>
          </a:p>
          <a:p>
            <a:endParaRPr lang="en-US" dirty="0"/>
          </a:p>
          <a:p>
            <a:r>
              <a:rPr lang="en-US" dirty="0" smtClean="0"/>
              <a:t>5. By performing a KOB Analysis on the remaining terms we now have a strong set of relevant and </a:t>
            </a:r>
            <a:r>
              <a:rPr lang="en-US" dirty="0" err="1" smtClean="0"/>
              <a:t>rankable</a:t>
            </a:r>
            <a:r>
              <a:rPr lang="en-US" dirty="0" smtClean="0"/>
              <a:t> keyword terms that can be targeted by extended content marketing.</a:t>
            </a:r>
            <a:endParaRPr lang="en-US" dirty="0"/>
          </a:p>
          <a:p>
            <a:endParaRPr lang="en-US" dirty="0" smtClean="0"/>
          </a:p>
        </p:txBody>
      </p:sp>
    </p:spTree>
    <p:extLst>
      <p:ext uri="{BB962C8B-B14F-4D97-AF65-F5344CB8AC3E}">
        <p14:creationId xmlns:p14="http://schemas.microsoft.com/office/powerpoint/2010/main" val="11700076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58957" y="627419"/>
            <a:ext cx="63520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Conversion Rate Optimization</a:t>
            </a:r>
            <a:endParaRPr lang="en-US" sz="3200" dirty="0" smtClean="0">
              <a:latin typeface="Palatino Linotype" panose="02040502050505030304" pitchFamily="18" charset="0"/>
              <a:cs typeface="Calibri" pitchFamily="34" charset="0"/>
            </a:endParaRPr>
          </a:p>
        </p:txBody>
      </p:sp>
      <p:sp>
        <p:nvSpPr>
          <p:cNvPr id="8" name="TextBox 7"/>
          <p:cNvSpPr txBox="1"/>
          <p:nvPr/>
        </p:nvSpPr>
        <p:spPr>
          <a:xfrm>
            <a:off x="1245705" y="1548561"/>
            <a:ext cx="4667251" cy="2308324"/>
          </a:xfrm>
          <a:prstGeom prst="rect">
            <a:avLst/>
          </a:prstGeom>
          <a:noFill/>
        </p:spPr>
        <p:txBody>
          <a:bodyPr wrap="square" rtlCol="0">
            <a:spAutoFit/>
          </a:bodyPr>
          <a:lstStyle/>
          <a:p>
            <a:r>
              <a:rPr lang="en-US" dirty="0" smtClean="0"/>
              <a:t>Conversion Rate Optimization involves the application of various strategies and techniques to improve the overall engagement and session time of the users.</a:t>
            </a:r>
          </a:p>
          <a:p>
            <a:endParaRPr lang="en-US" dirty="0"/>
          </a:p>
          <a:p>
            <a:r>
              <a:rPr lang="en-US" dirty="0" smtClean="0"/>
              <a:t>It also aims at optimizing Goal Completions and hence boost Revenue Generation from the Website.</a:t>
            </a:r>
          </a:p>
        </p:txBody>
      </p:sp>
      <p:pic>
        <p:nvPicPr>
          <p:cNvPr id="6" name="Picture 5"/>
          <p:cNvPicPr>
            <a:picLocks noChangeAspect="1"/>
          </p:cNvPicPr>
          <p:nvPr/>
        </p:nvPicPr>
        <p:blipFill>
          <a:blip r:embed="rId3"/>
          <a:stretch>
            <a:fillRect/>
          </a:stretch>
        </p:blipFill>
        <p:spPr>
          <a:xfrm>
            <a:off x="7779027" y="977141"/>
            <a:ext cx="3056850" cy="2640468"/>
          </a:xfrm>
          <a:prstGeom prst="rect">
            <a:avLst/>
          </a:prstGeom>
          <a:ln>
            <a:solidFill>
              <a:schemeClr val="tx1"/>
            </a:solidFill>
          </a:ln>
        </p:spPr>
      </p:pic>
    </p:spTree>
    <p:extLst>
      <p:ext uri="{BB962C8B-B14F-4D97-AF65-F5344CB8AC3E}">
        <p14:creationId xmlns:p14="http://schemas.microsoft.com/office/powerpoint/2010/main" val="34656587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58957" y="627419"/>
            <a:ext cx="63520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a:solidFill>
                  <a:srgbClr val="C00000"/>
                </a:solidFill>
                <a:latin typeface="Palatino Linotype" panose="02040502050505030304" pitchFamily="18" charset="0"/>
                <a:cs typeface="Calibri" pitchFamily="34" charset="0"/>
              </a:rPr>
              <a:t>Conversion Rate Optimization</a:t>
            </a:r>
            <a:endParaRPr lang="en-US" sz="3200" dirty="0">
              <a:latin typeface="Palatino Linotype" panose="02040502050505030304" pitchFamily="18" charset="0"/>
              <a:cs typeface="Calibri" pitchFamily="34" charset="0"/>
            </a:endParaRPr>
          </a:p>
        </p:txBody>
      </p:sp>
      <p:sp>
        <p:nvSpPr>
          <p:cNvPr id="8" name="TextBox 7"/>
          <p:cNvSpPr txBox="1"/>
          <p:nvPr/>
        </p:nvSpPr>
        <p:spPr>
          <a:xfrm>
            <a:off x="1123950" y="2171413"/>
            <a:ext cx="4614242" cy="3416320"/>
          </a:xfrm>
          <a:prstGeom prst="rect">
            <a:avLst/>
          </a:prstGeom>
          <a:noFill/>
        </p:spPr>
        <p:txBody>
          <a:bodyPr wrap="square" rtlCol="0">
            <a:spAutoFit/>
          </a:bodyPr>
          <a:lstStyle/>
          <a:p>
            <a:r>
              <a:rPr lang="en-US" dirty="0" smtClean="0"/>
              <a:t>Optimize Page Load Speed (Since It is a Ranking Factor)</a:t>
            </a:r>
          </a:p>
          <a:p>
            <a:endParaRPr lang="en-US" dirty="0"/>
          </a:p>
          <a:p>
            <a:r>
              <a:rPr lang="en-US" dirty="0" smtClean="0"/>
              <a:t>Make sure your Core Web Vitals are optimized to maximize technical performance.</a:t>
            </a:r>
          </a:p>
          <a:p>
            <a:endParaRPr lang="en-US" dirty="0"/>
          </a:p>
          <a:p>
            <a:r>
              <a:rPr lang="en-US" dirty="0" smtClean="0"/>
              <a:t>Optimizing Forms and CTA Placements</a:t>
            </a:r>
          </a:p>
          <a:p>
            <a:endParaRPr lang="en-US" dirty="0"/>
          </a:p>
          <a:p>
            <a:r>
              <a:rPr lang="en-US" dirty="0" smtClean="0"/>
              <a:t>Ensuring Content Readability.</a:t>
            </a:r>
          </a:p>
          <a:p>
            <a:endParaRPr lang="en-US" dirty="0"/>
          </a:p>
          <a:p>
            <a:r>
              <a:rPr lang="en-US" dirty="0" smtClean="0"/>
              <a:t>Ensuring Mobile Compatibility of Each of the Pages</a:t>
            </a:r>
            <a:endParaRPr lang="en-US" dirty="0"/>
          </a:p>
        </p:txBody>
      </p:sp>
      <p:pic>
        <p:nvPicPr>
          <p:cNvPr id="9" name="Picture 8"/>
          <p:cNvPicPr>
            <a:picLocks noChangeAspect="1"/>
          </p:cNvPicPr>
          <p:nvPr/>
        </p:nvPicPr>
        <p:blipFill>
          <a:blip r:embed="rId3"/>
          <a:stretch>
            <a:fillRect/>
          </a:stretch>
        </p:blipFill>
        <p:spPr>
          <a:xfrm>
            <a:off x="7262192" y="1344267"/>
            <a:ext cx="2914650" cy="2419350"/>
          </a:xfrm>
          <a:prstGeom prst="rect">
            <a:avLst/>
          </a:prstGeom>
          <a:ln>
            <a:solidFill>
              <a:schemeClr val="tx1"/>
            </a:solidFill>
          </a:ln>
        </p:spPr>
      </p:pic>
      <p:sp>
        <p:nvSpPr>
          <p:cNvPr id="10" name="TextBox 9"/>
          <p:cNvSpPr txBox="1"/>
          <p:nvPr/>
        </p:nvSpPr>
        <p:spPr>
          <a:xfrm>
            <a:off x="1258957" y="1563757"/>
            <a:ext cx="3856382" cy="369332"/>
          </a:xfrm>
          <a:prstGeom prst="rect">
            <a:avLst/>
          </a:prstGeom>
          <a:noFill/>
        </p:spPr>
        <p:txBody>
          <a:bodyPr wrap="square" rtlCol="0">
            <a:spAutoFit/>
          </a:bodyPr>
          <a:lstStyle/>
          <a:p>
            <a:r>
              <a:rPr lang="en-US" b="1" dirty="0" smtClean="0"/>
              <a:t>Best Practices</a:t>
            </a:r>
            <a:endParaRPr lang="en-IN" b="1" dirty="0"/>
          </a:p>
        </p:txBody>
      </p:sp>
    </p:spTree>
    <p:extLst>
      <p:ext uri="{BB962C8B-B14F-4D97-AF65-F5344CB8AC3E}">
        <p14:creationId xmlns:p14="http://schemas.microsoft.com/office/powerpoint/2010/main" val="180978670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58957" y="627419"/>
            <a:ext cx="63520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a:solidFill>
                  <a:srgbClr val="C00000"/>
                </a:solidFill>
                <a:latin typeface="Palatino Linotype" panose="02040502050505030304" pitchFamily="18" charset="0"/>
                <a:cs typeface="Calibri" pitchFamily="34" charset="0"/>
              </a:rPr>
              <a:t>Conversion Rate Optimization</a:t>
            </a:r>
            <a:endParaRPr lang="en-US" sz="3200" dirty="0">
              <a:latin typeface="Palatino Linotype" panose="02040502050505030304" pitchFamily="18" charset="0"/>
              <a:cs typeface="Calibri" pitchFamily="34" charset="0"/>
            </a:endParaRPr>
          </a:p>
        </p:txBody>
      </p:sp>
      <p:sp>
        <p:nvSpPr>
          <p:cNvPr id="8" name="TextBox 7"/>
          <p:cNvSpPr txBox="1"/>
          <p:nvPr/>
        </p:nvSpPr>
        <p:spPr>
          <a:xfrm>
            <a:off x="991428" y="1344267"/>
            <a:ext cx="3448050" cy="2862322"/>
          </a:xfrm>
          <a:prstGeom prst="rect">
            <a:avLst/>
          </a:prstGeom>
          <a:noFill/>
        </p:spPr>
        <p:txBody>
          <a:bodyPr wrap="square" rtlCol="0">
            <a:spAutoFit/>
          </a:bodyPr>
          <a:lstStyle/>
          <a:p>
            <a:r>
              <a:rPr lang="en-US" b="1" dirty="0" smtClean="0"/>
              <a:t>Metrics affected by Conversion Rate Optimization</a:t>
            </a:r>
          </a:p>
          <a:p>
            <a:endParaRPr lang="en-US" dirty="0" smtClean="0"/>
          </a:p>
          <a:p>
            <a:endParaRPr lang="en-US" dirty="0"/>
          </a:p>
          <a:p>
            <a:pPr marL="285750" indent="-285750">
              <a:buFont typeface="Arial" panose="020B0604020202020204" pitchFamily="34" charset="0"/>
              <a:buChar char="•"/>
            </a:pPr>
            <a:r>
              <a:rPr lang="en-US" dirty="0" smtClean="0"/>
              <a:t>Bounce Rate</a:t>
            </a:r>
          </a:p>
          <a:p>
            <a:pPr marL="285750" indent="-285750">
              <a:buFont typeface="Arial" panose="020B0604020202020204" pitchFamily="34" charset="0"/>
              <a:buChar char="•"/>
            </a:pPr>
            <a:r>
              <a:rPr lang="en-US" dirty="0" smtClean="0"/>
              <a:t>Sessions Per User</a:t>
            </a:r>
          </a:p>
          <a:p>
            <a:pPr marL="285750" indent="-285750">
              <a:buFont typeface="Arial" panose="020B0604020202020204" pitchFamily="34" charset="0"/>
              <a:buChar char="•"/>
            </a:pPr>
            <a:r>
              <a:rPr lang="en-US" dirty="0" smtClean="0"/>
              <a:t>Session Time</a:t>
            </a:r>
          </a:p>
          <a:p>
            <a:pPr marL="285750" indent="-285750">
              <a:buFont typeface="Arial" panose="020B0604020202020204" pitchFamily="34" charset="0"/>
              <a:buChar char="•"/>
            </a:pPr>
            <a:r>
              <a:rPr lang="en-US" dirty="0" smtClean="0"/>
              <a:t>User Engagement</a:t>
            </a:r>
          </a:p>
          <a:p>
            <a:pPr marL="285750" indent="-285750">
              <a:buFont typeface="Arial" panose="020B0604020202020204" pitchFamily="34" charset="0"/>
              <a:buChar char="•"/>
            </a:pPr>
            <a:r>
              <a:rPr lang="en-US" dirty="0" smtClean="0"/>
              <a:t>Goal Completions</a:t>
            </a:r>
          </a:p>
          <a:p>
            <a:endParaRPr lang="en-US" dirty="0"/>
          </a:p>
        </p:txBody>
      </p:sp>
      <p:pic>
        <p:nvPicPr>
          <p:cNvPr id="10" name="Picture 9"/>
          <p:cNvPicPr>
            <a:picLocks noChangeAspect="1"/>
          </p:cNvPicPr>
          <p:nvPr/>
        </p:nvPicPr>
        <p:blipFill>
          <a:blip r:embed="rId3"/>
          <a:stretch>
            <a:fillRect/>
          </a:stretch>
        </p:blipFill>
        <p:spPr>
          <a:xfrm>
            <a:off x="5143499" y="1513352"/>
            <a:ext cx="2224709" cy="1979991"/>
          </a:xfrm>
          <a:prstGeom prst="rect">
            <a:avLst/>
          </a:prstGeom>
          <a:ln>
            <a:solidFill>
              <a:schemeClr val="tx1"/>
            </a:solidFill>
          </a:ln>
        </p:spPr>
      </p:pic>
      <p:pic>
        <p:nvPicPr>
          <p:cNvPr id="11" name="Picture 10"/>
          <p:cNvPicPr>
            <a:picLocks noChangeAspect="1"/>
          </p:cNvPicPr>
          <p:nvPr/>
        </p:nvPicPr>
        <p:blipFill>
          <a:blip r:embed="rId4"/>
          <a:stretch>
            <a:fillRect/>
          </a:stretch>
        </p:blipFill>
        <p:spPr>
          <a:xfrm>
            <a:off x="5143499" y="3765551"/>
            <a:ext cx="3390900" cy="1733550"/>
          </a:xfrm>
          <a:prstGeom prst="rect">
            <a:avLst/>
          </a:prstGeom>
          <a:ln>
            <a:solidFill>
              <a:schemeClr val="tx1"/>
            </a:solidFill>
          </a:ln>
        </p:spPr>
      </p:pic>
      <p:sp>
        <p:nvSpPr>
          <p:cNvPr id="12" name="TextBox 11"/>
          <p:cNvSpPr txBox="1"/>
          <p:nvPr/>
        </p:nvSpPr>
        <p:spPr>
          <a:xfrm>
            <a:off x="4280452" y="5804452"/>
            <a:ext cx="4253947" cy="646331"/>
          </a:xfrm>
          <a:prstGeom prst="rect">
            <a:avLst/>
          </a:prstGeom>
          <a:noFill/>
        </p:spPr>
        <p:txBody>
          <a:bodyPr wrap="square" rtlCol="0">
            <a:spAutoFit/>
          </a:bodyPr>
          <a:lstStyle/>
          <a:p>
            <a:r>
              <a:rPr lang="en-US" dirty="0" smtClean="0"/>
              <a:t>Some Gains from Conversion Rate Optimization for a Campaign.</a:t>
            </a:r>
            <a:endParaRPr lang="en-IN" dirty="0"/>
          </a:p>
        </p:txBody>
      </p:sp>
    </p:spTree>
    <p:extLst>
      <p:ext uri="{BB962C8B-B14F-4D97-AF65-F5344CB8AC3E}">
        <p14:creationId xmlns:p14="http://schemas.microsoft.com/office/powerpoint/2010/main" val="27738116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58957" y="627419"/>
            <a:ext cx="72754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Content Analysis and </a:t>
            </a:r>
            <a:r>
              <a:rPr lang="en-US" sz="3200" dirty="0" smtClean="0">
                <a:latin typeface="Palatino Linotype" panose="02040502050505030304" pitchFamily="18" charset="0"/>
                <a:cs typeface="Calibri" pitchFamily="34" charset="0"/>
              </a:rPr>
              <a:t>Optimization</a:t>
            </a:r>
            <a:endParaRPr lang="en-US" sz="3200" dirty="0">
              <a:latin typeface="Palatino Linotype" panose="02040502050505030304" pitchFamily="18" charset="0"/>
              <a:cs typeface="Calibri" pitchFamily="34" charset="0"/>
            </a:endParaRPr>
          </a:p>
        </p:txBody>
      </p:sp>
      <p:sp>
        <p:nvSpPr>
          <p:cNvPr id="5" name="TextBox 4"/>
          <p:cNvSpPr txBox="1"/>
          <p:nvPr/>
        </p:nvSpPr>
        <p:spPr>
          <a:xfrm>
            <a:off x="689114" y="1327251"/>
            <a:ext cx="6162262" cy="5016758"/>
          </a:xfrm>
          <a:prstGeom prst="rect">
            <a:avLst/>
          </a:prstGeom>
          <a:noFill/>
        </p:spPr>
        <p:txBody>
          <a:bodyPr wrap="square" rtlCol="0">
            <a:spAutoFit/>
          </a:bodyPr>
          <a:lstStyle/>
          <a:p>
            <a:r>
              <a:rPr lang="en-US" sz="1600" dirty="0" smtClean="0"/>
              <a:t>In this we optimize each and every page of the website containing valuable content based on the following types.</a:t>
            </a:r>
          </a:p>
          <a:p>
            <a:endParaRPr lang="en-US" sz="1600" dirty="0"/>
          </a:p>
          <a:p>
            <a:r>
              <a:rPr lang="en-US" sz="1600" dirty="0" smtClean="0"/>
              <a:t>Blogs</a:t>
            </a:r>
          </a:p>
          <a:p>
            <a:r>
              <a:rPr lang="en-US" sz="1600" dirty="0" smtClean="0"/>
              <a:t>Service Pages</a:t>
            </a:r>
          </a:p>
          <a:p>
            <a:r>
              <a:rPr lang="en-US" sz="1600" dirty="0" smtClean="0"/>
              <a:t>Products</a:t>
            </a:r>
          </a:p>
          <a:p>
            <a:r>
              <a:rPr lang="en-US" sz="1600" dirty="0" smtClean="0"/>
              <a:t>Landing Pages </a:t>
            </a:r>
          </a:p>
          <a:p>
            <a:r>
              <a:rPr lang="en-US" sz="1600" dirty="0" smtClean="0"/>
              <a:t>Category Pages</a:t>
            </a:r>
          </a:p>
          <a:p>
            <a:endParaRPr lang="en-US" sz="1600" dirty="0"/>
          </a:p>
          <a:p>
            <a:r>
              <a:rPr lang="en-US" sz="1600" dirty="0" smtClean="0"/>
              <a:t>Based on the Content Type we make the each page is properly optimized with the respective search intent of the target keyword. </a:t>
            </a:r>
          </a:p>
          <a:p>
            <a:endParaRPr lang="en-US" sz="1600" dirty="0"/>
          </a:p>
          <a:p>
            <a:r>
              <a:rPr lang="en-US" sz="1600" dirty="0" smtClean="0"/>
              <a:t>The various keyword intents are: </a:t>
            </a:r>
          </a:p>
          <a:p>
            <a:endParaRPr lang="en-US" sz="1600" dirty="0"/>
          </a:p>
          <a:p>
            <a:pPr marL="285750" indent="-285750">
              <a:buFont typeface="Arial" panose="020B0604020202020204" pitchFamily="34" charset="0"/>
              <a:buChar char="•"/>
            </a:pPr>
            <a:r>
              <a:rPr lang="en-US" sz="1600" dirty="0" smtClean="0"/>
              <a:t>Informational</a:t>
            </a:r>
          </a:p>
          <a:p>
            <a:pPr marL="285750" indent="-285750">
              <a:buFont typeface="Arial" panose="020B0604020202020204" pitchFamily="34" charset="0"/>
              <a:buChar char="•"/>
            </a:pPr>
            <a:r>
              <a:rPr lang="en-US" sz="1600" dirty="0" smtClean="0"/>
              <a:t>Commercial</a:t>
            </a:r>
          </a:p>
          <a:p>
            <a:pPr marL="285750" indent="-285750">
              <a:buFont typeface="Arial" panose="020B0604020202020204" pitchFamily="34" charset="0"/>
              <a:buChar char="•"/>
            </a:pPr>
            <a:r>
              <a:rPr lang="en-US" sz="1600" dirty="0" smtClean="0"/>
              <a:t>Navigational</a:t>
            </a:r>
          </a:p>
          <a:p>
            <a:pPr marL="285750" indent="-285750">
              <a:buFont typeface="Arial" panose="020B0604020202020204" pitchFamily="34" charset="0"/>
              <a:buChar char="•"/>
            </a:pPr>
            <a:r>
              <a:rPr lang="en-US" sz="1600" dirty="0" smtClean="0"/>
              <a:t>Transactional</a:t>
            </a:r>
          </a:p>
          <a:p>
            <a:pPr marL="285750" indent="-285750">
              <a:buFont typeface="Arial" panose="020B0604020202020204" pitchFamily="34" charset="0"/>
              <a:buChar char="•"/>
            </a:pPr>
            <a:endParaRPr lang="en-US" sz="1600" dirty="0" smtClean="0"/>
          </a:p>
          <a:p>
            <a:r>
              <a:rPr lang="en-US" sz="1600" dirty="0" smtClean="0"/>
              <a:t>Shared is an example of Search Intent Optimization.</a:t>
            </a:r>
            <a:endParaRPr lang="en-US" sz="1600" dirty="0"/>
          </a:p>
        </p:txBody>
      </p:sp>
      <p:pic>
        <p:nvPicPr>
          <p:cNvPr id="6" name="Picture 5"/>
          <p:cNvPicPr>
            <a:picLocks noChangeAspect="1"/>
          </p:cNvPicPr>
          <p:nvPr/>
        </p:nvPicPr>
        <p:blipFill>
          <a:blip r:embed="rId3"/>
          <a:stretch>
            <a:fillRect/>
          </a:stretch>
        </p:blipFill>
        <p:spPr>
          <a:xfrm>
            <a:off x="6368620" y="1389045"/>
            <a:ext cx="5571588" cy="3098736"/>
          </a:xfrm>
          <a:prstGeom prst="rect">
            <a:avLst/>
          </a:prstGeom>
          <a:ln>
            <a:solidFill>
              <a:schemeClr val="tx1"/>
            </a:solidFill>
          </a:ln>
        </p:spPr>
      </p:pic>
      <p:sp>
        <p:nvSpPr>
          <p:cNvPr id="8" name="TextBox 7"/>
          <p:cNvSpPr txBox="1"/>
          <p:nvPr/>
        </p:nvSpPr>
        <p:spPr>
          <a:xfrm>
            <a:off x="7288697" y="4664632"/>
            <a:ext cx="2941982" cy="369332"/>
          </a:xfrm>
          <a:prstGeom prst="rect">
            <a:avLst/>
          </a:prstGeom>
          <a:noFill/>
        </p:spPr>
        <p:txBody>
          <a:bodyPr wrap="square" rtlCol="0">
            <a:spAutoFit/>
          </a:bodyPr>
          <a:lstStyle/>
          <a:p>
            <a:r>
              <a:rPr lang="en-US" b="1" dirty="0" smtClean="0">
                <a:solidFill>
                  <a:schemeClr val="tx1">
                    <a:lumMod val="85000"/>
                    <a:lumOff val="15000"/>
                  </a:schemeClr>
                </a:solidFill>
              </a:rPr>
              <a:t>All Data is given as sample</a:t>
            </a:r>
            <a:endParaRPr lang="en-IN" b="1" dirty="0">
              <a:solidFill>
                <a:schemeClr val="tx1">
                  <a:lumMod val="85000"/>
                  <a:lumOff val="15000"/>
                </a:schemeClr>
              </a:solidFill>
            </a:endParaRPr>
          </a:p>
        </p:txBody>
      </p:sp>
    </p:spTree>
    <p:extLst>
      <p:ext uri="{BB962C8B-B14F-4D97-AF65-F5344CB8AC3E}">
        <p14:creationId xmlns:p14="http://schemas.microsoft.com/office/powerpoint/2010/main" val="29268126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1258957" y="627419"/>
            <a:ext cx="72754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Content Analysis and </a:t>
            </a:r>
            <a:r>
              <a:rPr lang="en-US" sz="3200" dirty="0" smtClean="0">
                <a:latin typeface="Palatino Linotype" panose="02040502050505030304" pitchFamily="18" charset="0"/>
                <a:cs typeface="Calibri" pitchFamily="34" charset="0"/>
              </a:rPr>
              <a:t>Optimization</a:t>
            </a:r>
            <a:endParaRPr lang="en-US" sz="3200" dirty="0">
              <a:latin typeface="Palatino Linotype" panose="02040502050505030304" pitchFamily="18" charset="0"/>
              <a:cs typeface="Calibri" pitchFamily="34" charset="0"/>
            </a:endParaRPr>
          </a:p>
        </p:txBody>
      </p:sp>
      <p:sp>
        <p:nvSpPr>
          <p:cNvPr id="5" name="TextBox 4"/>
          <p:cNvSpPr txBox="1"/>
          <p:nvPr/>
        </p:nvSpPr>
        <p:spPr>
          <a:xfrm>
            <a:off x="848140" y="1368584"/>
            <a:ext cx="6162262" cy="338554"/>
          </a:xfrm>
          <a:prstGeom prst="rect">
            <a:avLst/>
          </a:prstGeom>
          <a:noFill/>
        </p:spPr>
        <p:txBody>
          <a:bodyPr wrap="square" rtlCol="0">
            <a:spAutoFit/>
          </a:bodyPr>
          <a:lstStyle/>
          <a:p>
            <a:r>
              <a:rPr lang="en-US" sz="1600" b="1" dirty="0" smtClean="0"/>
              <a:t>Content Analysis Workflow</a:t>
            </a:r>
            <a:endParaRPr lang="en-US" sz="1600" b="1" dirty="0"/>
          </a:p>
        </p:txBody>
      </p:sp>
      <p:graphicFrame>
        <p:nvGraphicFramePr>
          <p:cNvPr id="8" name="object 3"/>
          <p:cNvGraphicFramePr>
            <a:graphicFrameLocks noGrp="1"/>
          </p:cNvGraphicFramePr>
          <p:nvPr>
            <p:extLst/>
          </p:nvPr>
        </p:nvGraphicFramePr>
        <p:xfrm>
          <a:off x="848140" y="2090531"/>
          <a:ext cx="8622665" cy="3632833"/>
        </p:xfrm>
        <a:graphic>
          <a:graphicData uri="http://schemas.openxmlformats.org/drawingml/2006/table">
            <a:tbl>
              <a:tblPr firstRow="1" bandRow="1">
                <a:tableStyleId>{2D5ABB26-0587-4C30-8999-92F81FD0307C}</a:tableStyleId>
              </a:tblPr>
              <a:tblGrid>
                <a:gridCol w="840740"/>
                <a:gridCol w="7781925"/>
              </a:tblGrid>
              <a:tr h="398145">
                <a:tc>
                  <a:txBody>
                    <a:bodyPr/>
                    <a:lstStyle/>
                    <a:p>
                      <a:pPr algn="ctr">
                        <a:lnSpc>
                          <a:spcPct val="100000"/>
                        </a:lnSpc>
                        <a:spcBef>
                          <a:spcPts val="390"/>
                        </a:spcBef>
                      </a:pPr>
                      <a:r>
                        <a:rPr sz="1800" b="1" spc="-5" dirty="0">
                          <a:solidFill>
                            <a:srgbClr val="1A232D"/>
                          </a:solidFill>
                          <a:latin typeface="Arial"/>
                          <a:cs typeface="Arial"/>
                        </a:rPr>
                        <a:t>SL</a:t>
                      </a:r>
                      <a:endParaRPr sz="1800" dirty="0">
                        <a:latin typeface="Arial"/>
                        <a:cs typeface="Arial"/>
                      </a:endParaRPr>
                    </a:p>
                  </a:txBody>
                  <a:tcPr marL="0" marR="0" marT="4953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1270" algn="ctr">
                        <a:lnSpc>
                          <a:spcPct val="100000"/>
                        </a:lnSpc>
                        <a:spcBef>
                          <a:spcPts val="390"/>
                        </a:spcBef>
                      </a:pPr>
                      <a:r>
                        <a:rPr lang="en-US" sz="1800" b="1" spc="-10" dirty="0" smtClean="0">
                          <a:solidFill>
                            <a:srgbClr val="1A232D"/>
                          </a:solidFill>
                          <a:latin typeface="Arial"/>
                          <a:cs typeface="Arial"/>
                        </a:rPr>
                        <a:t>Activities</a:t>
                      </a:r>
                      <a:endParaRPr sz="1800" dirty="0">
                        <a:latin typeface="Arial"/>
                        <a:cs typeface="Arial"/>
                      </a:endParaRPr>
                    </a:p>
                  </a:txBody>
                  <a:tcPr marL="0" marR="0" marT="4953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709167">
                <a:tc>
                  <a:txBody>
                    <a:bodyPr/>
                    <a:lstStyle/>
                    <a:p>
                      <a:pPr>
                        <a:lnSpc>
                          <a:spcPct val="100000"/>
                        </a:lnSpc>
                        <a:spcBef>
                          <a:spcPts val="40"/>
                        </a:spcBef>
                      </a:pPr>
                      <a:endParaRPr sz="1600">
                        <a:latin typeface="Times New Roman"/>
                        <a:cs typeface="Times New Roman"/>
                      </a:endParaRPr>
                    </a:p>
                    <a:p>
                      <a:pPr algn="ctr">
                        <a:lnSpc>
                          <a:spcPct val="100000"/>
                        </a:lnSpc>
                        <a:spcBef>
                          <a:spcPts val="5"/>
                        </a:spcBef>
                      </a:pPr>
                      <a:r>
                        <a:rPr sz="1400" b="1" dirty="0">
                          <a:solidFill>
                            <a:srgbClr val="1A232D"/>
                          </a:solidFill>
                          <a:latin typeface="Arial"/>
                          <a:cs typeface="Arial"/>
                        </a:rPr>
                        <a:t>1</a:t>
                      </a:r>
                      <a:endParaRPr sz="1400">
                        <a:latin typeface="Arial"/>
                        <a:cs typeface="Arial"/>
                      </a:endParaRPr>
                    </a:p>
                  </a:txBody>
                  <a:tcPr marL="0" marR="0" marT="508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8580" marR="59690">
                        <a:lnSpc>
                          <a:spcPct val="114999"/>
                        </a:lnSpc>
                        <a:spcBef>
                          <a:spcPts val="665"/>
                        </a:spcBef>
                      </a:pPr>
                      <a:r>
                        <a:rPr sz="1400" spc="-5" dirty="0">
                          <a:solidFill>
                            <a:srgbClr val="1A232D"/>
                          </a:solidFill>
                          <a:latin typeface="Arial"/>
                          <a:cs typeface="Arial"/>
                        </a:rPr>
                        <a:t>Analyze the Content of each and every page </a:t>
                      </a:r>
                      <a:r>
                        <a:rPr sz="1400" spc="-10" dirty="0">
                          <a:solidFill>
                            <a:srgbClr val="1A232D"/>
                          </a:solidFill>
                          <a:latin typeface="Arial"/>
                          <a:cs typeface="Arial"/>
                        </a:rPr>
                        <a:t>of </a:t>
                      </a:r>
                      <a:r>
                        <a:rPr sz="1400" dirty="0">
                          <a:solidFill>
                            <a:srgbClr val="1A232D"/>
                          </a:solidFill>
                          <a:latin typeface="Arial"/>
                          <a:cs typeface="Arial"/>
                        </a:rPr>
                        <a:t>the </a:t>
                      </a:r>
                      <a:r>
                        <a:rPr sz="1400" spc="-5" dirty="0">
                          <a:solidFill>
                            <a:srgbClr val="1A232D"/>
                          </a:solidFill>
                          <a:latin typeface="Arial"/>
                          <a:cs typeface="Arial"/>
                        </a:rPr>
                        <a:t>website. </a:t>
                      </a:r>
                      <a:r>
                        <a:rPr sz="1400" spc="-10" dirty="0">
                          <a:solidFill>
                            <a:srgbClr val="1A232D"/>
                          </a:solidFill>
                          <a:latin typeface="Arial"/>
                          <a:cs typeface="Arial"/>
                        </a:rPr>
                        <a:t>Check </a:t>
                      </a:r>
                      <a:r>
                        <a:rPr sz="1400" spc="-5" dirty="0">
                          <a:solidFill>
                            <a:srgbClr val="1A232D"/>
                          </a:solidFill>
                          <a:latin typeface="Arial"/>
                          <a:cs typeface="Arial"/>
                        </a:rPr>
                        <a:t>duplicate content, </a:t>
                      </a:r>
                      <a:r>
                        <a:rPr sz="1400" spc="-10" dirty="0">
                          <a:solidFill>
                            <a:srgbClr val="1A232D"/>
                          </a:solidFill>
                          <a:latin typeface="Arial"/>
                          <a:cs typeface="Arial"/>
                        </a:rPr>
                        <a:t>Content  </a:t>
                      </a:r>
                      <a:r>
                        <a:rPr sz="1400" dirty="0">
                          <a:solidFill>
                            <a:srgbClr val="1A232D"/>
                          </a:solidFill>
                          <a:latin typeface="Arial"/>
                          <a:cs typeface="Arial"/>
                        </a:rPr>
                        <a:t>error </a:t>
                      </a:r>
                      <a:r>
                        <a:rPr sz="1400" spc="-5" dirty="0">
                          <a:solidFill>
                            <a:srgbClr val="1A232D"/>
                          </a:solidFill>
                          <a:latin typeface="Arial"/>
                          <a:cs typeface="Arial"/>
                        </a:rPr>
                        <a:t>or </a:t>
                      </a:r>
                      <a:r>
                        <a:rPr sz="1400" dirty="0">
                          <a:solidFill>
                            <a:srgbClr val="1A232D"/>
                          </a:solidFill>
                          <a:latin typeface="Arial"/>
                          <a:cs typeface="Arial"/>
                        </a:rPr>
                        <a:t>spell check, Content </a:t>
                      </a:r>
                      <a:r>
                        <a:rPr sz="1400" spc="-15" dirty="0">
                          <a:solidFill>
                            <a:srgbClr val="1A232D"/>
                          </a:solidFill>
                          <a:latin typeface="Arial"/>
                          <a:cs typeface="Arial"/>
                        </a:rPr>
                        <a:t>relevancy, </a:t>
                      </a:r>
                      <a:r>
                        <a:rPr sz="1400" dirty="0">
                          <a:solidFill>
                            <a:srgbClr val="1A232D"/>
                          </a:solidFill>
                          <a:latin typeface="Arial"/>
                          <a:cs typeface="Arial"/>
                        </a:rPr>
                        <a:t>anchor </a:t>
                      </a:r>
                      <a:r>
                        <a:rPr sz="1400" spc="-5" dirty="0">
                          <a:solidFill>
                            <a:srgbClr val="1A232D"/>
                          </a:solidFill>
                          <a:latin typeface="Arial"/>
                          <a:cs typeface="Arial"/>
                        </a:rPr>
                        <a:t>text and</a:t>
                      </a:r>
                      <a:r>
                        <a:rPr sz="1400" spc="-155" dirty="0">
                          <a:solidFill>
                            <a:srgbClr val="1A232D"/>
                          </a:solidFill>
                          <a:latin typeface="Arial"/>
                          <a:cs typeface="Arial"/>
                        </a:rPr>
                        <a:t> </a:t>
                      </a:r>
                      <a:r>
                        <a:rPr sz="1400" spc="-5" dirty="0">
                          <a:solidFill>
                            <a:srgbClr val="1A232D"/>
                          </a:solidFill>
                          <a:latin typeface="Arial"/>
                          <a:cs typeface="Arial"/>
                        </a:rPr>
                        <a:t>keywords.</a:t>
                      </a:r>
                      <a:endParaRPr sz="1400">
                        <a:latin typeface="Arial"/>
                        <a:cs typeface="Arial"/>
                      </a:endParaRPr>
                    </a:p>
                  </a:txBody>
                  <a:tcPr marL="0" marR="0" marT="8445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r h="709168">
                <a:tc>
                  <a:txBody>
                    <a:bodyPr/>
                    <a:lstStyle/>
                    <a:p>
                      <a:pPr>
                        <a:lnSpc>
                          <a:spcPct val="100000"/>
                        </a:lnSpc>
                        <a:spcBef>
                          <a:spcPts val="45"/>
                        </a:spcBef>
                      </a:pPr>
                      <a:endParaRPr sz="1600" dirty="0">
                        <a:latin typeface="Times New Roman"/>
                        <a:cs typeface="Times New Roman"/>
                      </a:endParaRPr>
                    </a:p>
                    <a:p>
                      <a:pPr algn="ctr">
                        <a:lnSpc>
                          <a:spcPct val="100000"/>
                        </a:lnSpc>
                      </a:pPr>
                      <a:r>
                        <a:rPr sz="1400" b="1" dirty="0">
                          <a:solidFill>
                            <a:srgbClr val="1A232D"/>
                          </a:solidFill>
                          <a:latin typeface="Arial"/>
                          <a:cs typeface="Arial"/>
                        </a:rPr>
                        <a:t>2</a:t>
                      </a:r>
                      <a:endParaRPr sz="1400" dirty="0">
                        <a:latin typeface="Arial"/>
                        <a:cs typeface="Arial"/>
                      </a:endParaRPr>
                    </a:p>
                  </a:txBody>
                  <a:tcPr marL="0" marR="0" marT="571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marR="60325">
                        <a:lnSpc>
                          <a:spcPct val="114999"/>
                        </a:lnSpc>
                        <a:spcBef>
                          <a:spcPts val="665"/>
                        </a:spcBef>
                      </a:pPr>
                      <a:r>
                        <a:rPr sz="1400" spc="-5" dirty="0">
                          <a:solidFill>
                            <a:srgbClr val="1A232D"/>
                          </a:solidFill>
                          <a:latin typeface="Arial"/>
                          <a:cs typeface="Arial"/>
                        </a:rPr>
                        <a:t>The focus/criteria of the </a:t>
                      </a:r>
                      <a:r>
                        <a:rPr sz="1400" spc="-10" dirty="0">
                          <a:solidFill>
                            <a:srgbClr val="1A232D"/>
                          </a:solidFill>
                          <a:latin typeface="Arial"/>
                          <a:cs typeface="Arial"/>
                        </a:rPr>
                        <a:t>Content </a:t>
                      </a:r>
                      <a:r>
                        <a:rPr sz="1400" spc="-5" dirty="0">
                          <a:solidFill>
                            <a:srgbClr val="1A232D"/>
                          </a:solidFill>
                          <a:latin typeface="Arial"/>
                          <a:cs typeface="Arial"/>
                        </a:rPr>
                        <a:t>analysis should be </a:t>
                      </a:r>
                      <a:r>
                        <a:rPr sz="1400" spc="-10" dirty="0">
                          <a:solidFill>
                            <a:srgbClr val="1A232D"/>
                          </a:solidFill>
                          <a:latin typeface="Arial"/>
                          <a:cs typeface="Arial"/>
                        </a:rPr>
                        <a:t>on </a:t>
                      </a:r>
                      <a:r>
                        <a:rPr sz="1400" spc="-15" dirty="0">
                          <a:solidFill>
                            <a:srgbClr val="1A232D"/>
                          </a:solidFill>
                          <a:latin typeface="Arial"/>
                          <a:cs typeface="Arial"/>
                        </a:rPr>
                        <a:t>relevancy, </a:t>
                      </a:r>
                      <a:r>
                        <a:rPr sz="1400" spc="-5" dirty="0">
                          <a:solidFill>
                            <a:srgbClr val="1A232D"/>
                          </a:solidFill>
                          <a:latin typeface="Arial"/>
                          <a:cs typeface="Arial"/>
                        </a:rPr>
                        <a:t>freshness, </a:t>
                      </a:r>
                      <a:r>
                        <a:rPr sz="1400" spc="-20" dirty="0">
                          <a:solidFill>
                            <a:srgbClr val="1A232D"/>
                          </a:solidFill>
                          <a:latin typeface="Arial"/>
                          <a:cs typeface="Arial"/>
                        </a:rPr>
                        <a:t>quality, </a:t>
                      </a:r>
                      <a:r>
                        <a:rPr sz="1400" spc="-5" dirty="0">
                          <a:solidFill>
                            <a:srgbClr val="1A232D"/>
                          </a:solidFill>
                          <a:latin typeface="Arial"/>
                          <a:cs typeface="Arial"/>
                        </a:rPr>
                        <a:t>keyword  </a:t>
                      </a:r>
                      <a:r>
                        <a:rPr sz="1400" spc="-15" dirty="0">
                          <a:solidFill>
                            <a:srgbClr val="1A232D"/>
                          </a:solidFill>
                          <a:latin typeface="Arial"/>
                          <a:cs typeface="Arial"/>
                        </a:rPr>
                        <a:t>density, </a:t>
                      </a:r>
                      <a:r>
                        <a:rPr sz="1400" dirty="0">
                          <a:solidFill>
                            <a:srgbClr val="1A232D"/>
                          </a:solidFill>
                          <a:latin typeface="Arial"/>
                          <a:cs typeface="Arial"/>
                        </a:rPr>
                        <a:t>anchor </a:t>
                      </a:r>
                      <a:r>
                        <a:rPr sz="1400" spc="-5" dirty="0">
                          <a:solidFill>
                            <a:srgbClr val="1A232D"/>
                          </a:solidFill>
                          <a:latin typeface="Arial"/>
                          <a:cs typeface="Arial"/>
                        </a:rPr>
                        <a:t>text, </a:t>
                      </a:r>
                      <a:r>
                        <a:rPr sz="1400" dirty="0">
                          <a:solidFill>
                            <a:srgbClr val="1A232D"/>
                          </a:solidFill>
                          <a:latin typeface="Arial"/>
                          <a:cs typeface="Arial"/>
                        </a:rPr>
                        <a:t>content </a:t>
                      </a:r>
                      <a:r>
                        <a:rPr sz="1400" spc="-15" dirty="0">
                          <a:solidFill>
                            <a:srgbClr val="1A232D"/>
                          </a:solidFill>
                          <a:latin typeface="Arial"/>
                          <a:cs typeface="Arial"/>
                        </a:rPr>
                        <a:t>duplicity, </a:t>
                      </a:r>
                      <a:r>
                        <a:rPr sz="1400" spc="-5" dirty="0">
                          <a:solidFill>
                            <a:srgbClr val="1A232D"/>
                          </a:solidFill>
                          <a:latin typeface="Arial"/>
                          <a:cs typeface="Arial"/>
                        </a:rPr>
                        <a:t>new </a:t>
                      </a:r>
                      <a:r>
                        <a:rPr sz="1400" dirty="0">
                          <a:solidFill>
                            <a:srgbClr val="1A232D"/>
                          </a:solidFill>
                          <a:latin typeface="Arial"/>
                          <a:cs typeface="Arial"/>
                        </a:rPr>
                        <a:t>content update, </a:t>
                      </a:r>
                      <a:r>
                        <a:rPr sz="1400" spc="-5" dirty="0">
                          <a:solidFill>
                            <a:srgbClr val="1A232D"/>
                          </a:solidFill>
                          <a:latin typeface="Arial"/>
                          <a:cs typeface="Arial"/>
                        </a:rPr>
                        <a:t>H1 </a:t>
                      </a:r>
                      <a:r>
                        <a:rPr sz="1400" dirty="0">
                          <a:solidFill>
                            <a:srgbClr val="1A232D"/>
                          </a:solidFill>
                          <a:latin typeface="Arial"/>
                          <a:cs typeface="Arial"/>
                        </a:rPr>
                        <a:t>tag</a:t>
                      </a:r>
                      <a:r>
                        <a:rPr sz="1400" spc="-185" dirty="0">
                          <a:solidFill>
                            <a:srgbClr val="1A232D"/>
                          </a:solidFill>
                          <a:latin typeface="Arial"/>
                          <a:cs typeface="Arial"/>
                        </a:rPr>
                        <a:t> </a:t>
                      </a:r>
                      <a:r>
                        <a:rPr sz="1400" dirty="0">
                          <a:solidFill>
                            <a:srgbClr val="1A232D"/>
                          </a:solidFill>
                          <a:latin typeface="Arial"/>
                          <a:cs typeface="Arial"/>
                        </a:rPr>
                        <a:t>etc</a:t>
                      </a:r>
                      <a:r>
                        <a:rPr sz="1400" dirty="0" smtClean="0">
                          <a:solidFill>
                            <a:srgbClr val="1A232D"/>
                          </a:solidFill>
                          <a:latin typeface="Arial"/>
                          <a:cs typeface="Arial"/>
                        </a:rPr>
                        <a:t>.</a:t>
                      </a:r>
                      <a:endParaRPr lang="en-US" sz="1400" dirty="0" smtClean="0">
                        <a:solidFill>
                          <a:srgbClr val="1A232D"/>
                        </a:solidFill>
                        <a:latin typeface="Arial"/>
                        <a:cs typeface="Arial"/>
                      </a:endParaRPr>
                    </a:p>
                  </a:txBody>
                  <a:tcPr marL="0" marR="0" marT="8445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709040">
                <a:tc>
                  <a:txBody>
                    <a:bodyPr/>
                    <a:lstStyle/>
                    <a:p>
                      <a:pPr>
                        <a:lnSpc>
                          <a:spcPct val="100000"/>
                        </a:lnSpc>
                        <a:spcBef>
                          <a:spcPts val="45"/>
                        </a:spcBef>
                      </a:pPr>
                      <a:endParaRPr sz="1600" dirty="0">
                        <a:latin typeface="Times New Roman"/>
                        <a:cs typeface="Times New Roman"/>
                      </a:endParaRPr>
                    </a:p>
                    <a:p>
                      <a:pPr algn="ctr">
                        <a:lnSpc>
                          <a:spcPct val="100000"/>
                        </a:lnSpc>
                      </a:pPr>
                      <a:r>
                        <a:rPr lang="en-US" sz="1400" b="1" dirty="0" smtClean="0">
                          <a:solidFill>
                            <a:srgbClr val="1A232D"/>
                          </a:solidFill>
                          <a:latin typeface="Arial"/>
                          <a:cs typeface="Arial"/>
                        </a:rPr>
                        <a:t>3</a:t>
                      </a:r>
                      <a:endParaRPr sz="1400" dirty="0">
                        <a:latin typeface="Arial"/>
                        <a:cs typeface="Arial"/>
                      </a:endParaRPr>
                    </a:p>
                  </a:txBody>
                  <a:tcPr marL="0" marR="0" marT="5715" marB="0">
                    <a:lnL w="12700">
                      <a:solidFill>
                        <a:srgbClr val="CF4817"/>
                      </a:solidFill>
                      <a:prstDash val="solid"/>
                    </a:lnL>
                    <a:lnR w="12700" cap="flat" cmpd="sng" algn="ctr">
                      <a:solidFill>
                        <a:srgbClr val="CF4817"/>
                      </a:solidFill>
                      <a:prstDash val="solid"/>
                      <a:round/>
                      <a:headEnd type="none" w="med" len="med"/>
                      <a:tailEnd type="none" w="med" len="med"/>
                    </a:lnR>
                    <a:lnT w="12700" cap="flat" cmpd="sng" algn="ctr">
                      <a:solidFill>
                        <a:srgbClr val="CF4817"/>
                      </a:solidFill>
                      <a:prstDash val="solid"/>
                      <a:round/>
                      <a:headEnd type="none" w="med" len="med"/>
                      <a:tailEnd type="none" w="med" len="med"/>
                    </a:lnT>
                    <a:lnB w="12700">
                      <a:solidFill>
                        <a:srgbClr val="CF4817"/>
                      </a:solidFill>
                      <a:prstDash val="solid"/>
                    </a:lnB>
                    <a:solidFill>
                      <a:srgbClr val="ECCFCC"/>
                    </a:solidFill>
                  </a:tcPr>
                </a:tc>
                <a:tc>
                  <a:txBody>
                    <a:bodyPr/>
                    <a:lstStyle/>
                    <a:p>
                      <a:pPr marL="68580">
                        <a:lnSpc>
                          <a:spcPct val="100000"/>
                        </a:lnSpc>
                        <a:spcBef>
                          <a:spcPts val="915"/>
                        </a:spcBef>
                      </a:pPr>
                      <a:r>
                        <a:rPr sz="1400" spc="-5" dirty="0">
                          <a:solidFill>
                            <a:srgbClr val="1A232D"/>
                          </a:solidFill>
                          <a:latin typeface="Arial"/>
                          <a:cs typeface="Arial"/>
                        </a:rPr>
                        <a:t>The suggestions will be made </a:t>
                      </a:r>
                      <a:r>
                        <a:rPr sz="1400" dirty="0" smtClean="0">
                          <a:solidFill>
                            <a:srgbClr val="1A232D"/>
                          </a:solidFill>
                          <a:latin typeface="Arial"/>
                          <a:cs typeface="Arial"/>
                        </a:rPr>
                        <a:t>to </a:t>
                      </a:r>
                      <a:r>
                        <a:rPr sz="1400" spc="-5" dirty="0">
                          <a:solidFill>
                            <a:srgbClr val="1A232D"/>
                          </a:solidFill>
                          <a:latin typeface="Arial"/>
                          <a:cs typeface="Arial"/>
                        </a:rPr>
                        <a:t>add or modify some content present into the site</a:t>
                      </a:r>
                      <a:r>
                        <a:rPr sz="1400" spc="254" dirty="0">
                          <a:solidFill>
                            <a:srgbClr val="1A232D"/>
                          </a:solidFill>
                          <a:latin typeface="Arial"/>
                          <a:cs typeface="Arial"/>
                        </a:rPr>
                        <a:t> </a:t>
                      </a:r>
                      <a:r>
                        <a:rPr sz="1400" spc="-10" dirty="0">
                          <a:solidFill>
                            <a:srgbClr val="1A232D"/>
                          </a:solidFill>
                          <a:latin typeface="Arial"/>
                          <a:cs typeface="Arial"/>
                        </a:rPr>
                        <a:t>in-terms</a:t>
                      </a:r>
                      <a:endParaRPr sz="1400" dirty="0">
                        <a:latin typeface="Arial"/>
                        <a:cs typeface="Arial"/>
                      </a:endParaRPr>
                    </a:p>
                    <a:p>
                      <a:pPr marL="68580">
                        <a:lnSpc>
                          <a:spcPct val="100000"/>
                        </a:lnSpc>
                        <a:spcBef>
                          <a:spcPts val="254"/>
                        </a:spcBef>
                      </a:pPr>
                      <a:r>
                        <a:rPr sz="1400" dirty="0">
                          <a:solidFill>
                            <a:srgbClr val="1A232D"/>
                          </a:solidFill>
                          <a:latin typeface="Arial"/>
                          <a:cs typeface="Arial"/>
                        </a:rPr>
                        <a:t>of adding </a:t>
                      </a:r>
                      <a:r>
                        <a:rPr sz="1400" spc="-5" dirty="0">
                          <a:solidFill>
                            <a:srgbClr val="1A232D"/>
                          </a:solidFill>
                          <a:latin typeface="Arial"/>
                          <a:cs typeface="Arial"/>
                        </a:rPr>
                        <a:t>keywords, </a:t>
                      </a:r>
                      <a:r>
                        <a:rPr sz="1400" dirty="0">
                          <a:solidFill>
                            <a:srgbClr val="1A232D"/>
                          </a:solidFill>
                          <a:latin typeface="Arial"/>
                          <a:cs typeface="Arial"/>
                        </a:rPr>
                        <a:t>making changes into the </a:t>
                      </a:r>
                      <a:r>
                        <a:rPr sz="1400" spc="-5" dirty="0">
                          <a:solidFill>
                            <a:srgbClr val="1A232D"/>
                          </a:solidFill>
                          <a:latin typeface="Arial"/>
                          <a:cs typeface="Arial"/>
                        </a:rPr>
                        <a:t>H1 </a:t>
                      </a:r>
                      <a:r>
                        <a:rPr sz="1400" dirty="0">
                          <a:solidFill>
                            <a:srgbClr val="1A232D"/>
                          </a:solidFill>
                          <a:latin typeface="Arial"/>
                          <a:cs typeface="Arial"/>
                        </a:rPr>
                        <a:t>and </a:t>
                      </a:r>
                      <a:r>
                        <a:rPr sz="1400" spc="-5" dirty="0">
                          <a:solidFill>
                            <a:srgbClr val="1A232D"/>
                          </a:solidFill>
                          <a:latin typeface="Arial"/>
                          <a:cs typeface="Arial"/>
                        </a:rPr>
                        <a:t>H2 </a:t>
                      </a:r>
                      <a:r>
                        <a:rPr sz="1400" dirty="0">
                          <a:solidFill>
                            <a:srgbClr val="1A232D"/>
                          </a:solidFill>
                          <a:latin typeface="Arial"/>
                          <a:cs typeface="Arial"/>
                        </a:rPr>
                        <a:t>tags</a:t>
                      </a:r>
                      <a:r>
                        <a:rPr sz="1400" spc="-225" dirty="0">
                          <a:solidFill>
                            <a:srgbClr val="1A232D"/>
                          </a:solidFill>
                          <a:latin typeface="Arial"/>
                          <a:cs typeface="Arial"/>
                        </a:rPr>
                        <a:t> </a:t>
                      </a:r>
                      <a:r>
                        <a:rPr sz="1400" dirty="0">
                          <a:solidFill>
                            <a:srgbClr val="1A232D"/>
                          </a:solidFill>
                          <a:latin typeface="Arial"/>
                          <a:cs typeface="Arial"/>
                        </a:rPr>
                        <a:t>etc.</a:t>
                      </a:r>
                      <a:endParaRPr sz="1400" dirty="0">
                        <a:latin typeface="Arial"/>
                        <a:cs typeface="Arial"/>
                      </a:endParaRPr>
                    </a:p>
                  </a:txBody>
                  <a:tcPr marL="0" marR="0" marT="116205" marB="0">
                    <a:lnL w="12700" cap="flat" cmpd="sng" algn="ctr">
                      <a:solidFill>
                        <a:srgbClr val="CF4817"/>
                      </a:solidFill>
                      <a:prstDash val="solid"/>
                      <a:round/>
                      <a:headEnd type="none" w="med" len="med"/>
                      <a:tailEnd type="none" w="med" len="med"/>
                    </a:lnL>
                    <a:lnR w="12700">
                      <a:solidFill>
                        <a:srgbClr val="CF4817"/>
                      </a:solidFill>
                      <a:prstDash val="solid"/>
                    </a:lnR>
                    <a:lnT w="12700" cap="flat" cmpd="sng" algn="ctr">
                      <a:solidFill>
                        <a:srgbClr val="CF4817"/>
                      </a:solidFill>
                      <a:prstDash val="solid"/>
                      <a:round/>
                      <a:headEnd type="none" w="med" len="med"/>
                      <a:tailEnd type="none" w="med" len="med"/>
                    </a:lnT>
                    <a:lnB w="12700">
                      <a:solidFill>
                        <a:srgbClr val="CF4817"/>
                      </a:solidFill>
                      <a:prstDash val="solid"/>
                    </a:lnB>
                    <a:solidFill>
                      <a:srgbClr val="ECCFCC"/>
                    </a:solidFill>
                  </a:tcPr>
                </a:tc>
              </a:tr>
              <a:tr h="709168">
                <a:tc>
                  <a:txBody>
                    <a:bodyPr/>
                    <a:lstStyle/>
                    <a:p>
                      <a:pPr>
                        <a:lnSpc>
                          <a:spcPct val="100000"/>
                        </a:lnSpc>
                        <a:spcBef>
                          <a:spcPts val="45"/>
                        </a:spcBef>
                      </a:pPr>
                      <a:endParaRPr sz="1600" dirty="0">
                        <a:latin typeface="Times New Roman"/>
                        <a:cs typeface="Times New Roman"/>
                      </a:endParaRPr>
                    </a:p>
                    <a:p>
                      <a:pPr algn="ctr">
                        <a:lnSpc>
                          <a:spcPct val="100000"/>
                        </a:lnSpc>
                      </a:pPr>
                      <a:r>
                        <a:rPr lang="en-US" sz="1400" b="1" dirty="0" smtClean="0">
                          <a:solidFill>
                            <a:srgbClr val="1A232D"/>
                          </a:solidFill>
                          <a:latin typeface="Arial"/>
                          <a:cs typeface="Arial"/>
                        </a:rPr>
                        <a:t>4</a:t>
                      </a:r>
                      <a:endParaRPr sz="1400" dirty="0">
                        <a:latin typeface="Arial"/>
                        <a:cs typeface="Arial"/>
                      </a:endParaRPr>
                    </a:p>
                  </a:txBody>
                  <a:tcPr marL="0" marR="0" marT="571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c>
                  <a:txBody>
                    <a:bodyPr/>
                    <a:lstStyle/>
                    <a:p>
                      <a:pPr marL="68580">
                        <a:lnSpc>
                          <a:spcPct val="100000"/>
                        </a:lnSpc>
                        <a:spcBef>
                          <a:spcPts val="920"/>
                        </a:spcBef>
                      </a:pPr>
                      <a:r>
                        <a:rPr sz="1400" spc="-5" dirty="0">
                          <a:solidFill>
                            <a:srgbClr val="1A232D"/>
                          </a:solidFill>
                          <a:latin typeface="Arial"/>
                          <a:cs typeface="Arial"/>
                        </a:rPr>
                        <a:t>Google</a:t>
                      </a:r>
                      <a:r>
                        <a:rPr sz="1400" spc="105" dirty="0">
                          <a:solidFill>
                            <a:srgbClr val="1A232D"/>
                          </a:solidFill>
                          <a:latin typeface="Arial"/>
                          <a:cs typeface="Arial"/>
                        </a:rPr>
                        <a:t> </a:t>
                      </a:r>
                      <a:r>
                        <a:rPr sz="1400" spc="-5" dirty="0">
                          <a:solidFill>
                            <a:srgbClr val="1A232D"/>
                          </a:solidFill>
                          <a:latin typeface="Arial"/>
                          <a:cs typeface="Arial"/>
                        </a:rPr>
                        <a:t>want</a:t>
                      </a:r>
                      <a:r>
                        <a:rPr sz="1400" spc="125" dirty="0">
                          <a:solidFill>
                            <a:srgbClr val="1A232D"/>
                          </a:solidFill>
                          <a:latin typeface="Arial"/>
                          <a:cs typeface="Arial"/>
                        </a:rPr>
                        <a:t> </a:t>
                      </a:r>
                      <a:r>
                        <a:rPr sz="1400" spc="-10" dirty="0">
                          <a:solidFill>
                            <a:srgbClr val="1A232D"/>
                          </a:solidFill>
                          <a:latin typeface="Arial"/>
                          <a:cs typeface="Arial"/>
                        </a:rPr>
                        <a:t>Content</a:t>
                      </a:r>
                      <a:r>
                        <a:rPr sz="1400" spc="114" dirty="0">
                          <a:solidFill>
                            <a:srgbClr val="1A232D"/>
                          </a:solidFill>
                          <a:latin typeface="Arial"/>
                          <a:cs typeface="Arial"/>
                        </a:rPr>
                        <a:t> </a:t>
                      </a:r>
                      <a:r>
                        <a:rPr sz="1400" spc="-15" dirty="0">
                          <a:solidFill>
                            <a:srgbClr val="1A232D"/>
                          </a:solidFill>
                          <a:latin typeface="Arial"/>
                          <a:cs typeface="Arial"/>
                        </a:rPr>
                        <a:t>relevancy,</a:t>
                      </a:r>
                      <a:r>
                        <a:rPr sz="1400" spc="125" dirty="0">
                          <a:solidFill>
                            <a:srgbClr val="1A232D"/>
                          </a:solidFill>
                          <a:latin typeface="Arial"/>
                          <a:cs typeface="Arial"/>
                        </a:rPr>
                        <a:t> </a:t>
                      </a:r>
                      <a:r>
                        <a:rPr sz="1400" spc="-5" dirty="0">
                          <a:solidFill>
                            <a:srgbClr val="1A232D"/>
                          </a:solidFill>
                          <a:latin typeface="Arial"/>
                          <a:cs typeface="Arial"/>
                        </a:rPr>
                        <a:t>original,</a:t>
                      </a:r>
                      <a:r>
                        <a:rPr sz="1400" spc="114" dirty="0">
                          <a:solidFill>
                            <a:srgbClr val="1A232D"/>
                          </a:solidFill>
                          <a:latin typeface="Arial"/>
                          <a:cs typeface="Arial"/>
                        </a:rPr>
                        <a:t> </a:t>
                      </a:r>
                      <a:r>
                        <a:rPr sz="1400" spc="-5" dirty="0">
                          <a:solidFill>
                            <a:srgbClr val="1A232D"/>
                          </a:solidFill>
                          <a:latin typeface="Arial"/>
                          <a:cs typeface="Arial"/>
                        </a:rPr>
                        <a:t>fresh</a:t>
                      </a:r>
                      <a:r>
                        <a:rPr sz="1400" spc="105" dirty="0">
                          <a:solidFill>
                            <a:srgbClr val="1A232D"/>
                          </a:solidFill>
                          <a:latin typeface="Arial"/>
                          <a:cs typeface="Arial"/>
                        </a:rPr>
                        <a:t> </a:t>
                      </a:r>
                      <a:r>
                        <a:rPr sz="1400" spc="-5" dirty="0">
                          <a:solidFill>
                            <a:srgbClr val="1A232D"/>
                          </a:solidFill>
                          <a:latin typeface="Arial"/>
                          <a:cs typeface="Arial"/>
                        </a:rPr>
                        <a:t>and</a:t>
                      </a:r>
                      <a:r>
                        <a:rPr sz="1400" spc="110" dirty="0">
                          <a:solidFill>
                            <a:srgbClr val="1A232D"/>
                          </a:solidFill>
                          <a:latin typeface="Arial"/>
                          <a:cs typeface="Arial"/>
                        </a:rPr>
                        <a:t> </a:t>
                      </a:r>
                      <a:r>
                        <a:rPr sz="1400" spc="-5" dirty="0">
                          <a:solidFill>
                            <a:srgbClr val="1A232D"/>
                          </a:solidFill>
                          <a:latin typeface="Arial"/>
                          <a:cs typeface="Arial"/>
                        </a:rPr>
                        <a:t>quality</a:t>
                      </a:r>
                      <a:r>
                        <a:rPr sz="1400" spc="100" dirty="0">
                          <a:solidFill>
                            <a:srgbClr val="1A232D"/>
                          </a:solidFill>
                          <a:latin typeface="Arial"/>
                          <a:cs typeface="Arial"/>
                        </a:rPr>
                        <a:t> </a:t>
                      </a:r>
                      <a:r>
                        <a:rPr sz="1400" spc="-5" dirty="0">
                          <a:solidFill>
                            <a:srgbClr val="1A232D"/>
                          </a:solidFill>
                          <a:latin typeface="Arial"/>
                          <a:cs typeface="Arial"/>
                        </a:rPr>
                        <a:t>content</a:t>
                      </a:r>
                      <a:r>
                        <a:rPr sz="1400" spc="114" dirty="0">
                          <a:solidFill>
                            <a:srgbClr val="1A232D"/>
                          </a:solidFill>
                          <a:latin typeface="Arial"/>
                          <a:cs typeface="Arial"/>
                        </a:rPr>
                        <a:t> </a:t>
                      </a:r>
                      <a:r>
                        <a:rPr sz="1400" spc="-5" dirty="0">
                          <a:solidFill>
                            <a:srgbClr val="1A232D"/>
                          </a:solidFill>
                          <a:latin typeface="Arial"/>
                          <a:cs typeface="Arial"/>
                        </a:rPr>
                        <a:t>that</a:t>
                      </a:r>
                      <a:r>
                        <a:rPr sz="1400" spc="110" dirty="0">
                          <a:solidFill>
                            <a:srgbClr val="1A232D"/>
                          </a:solidFill>
                          <a:latin typeface="Arial"/>
                          <a:cs typeface="Arial"/>
                        </a:rPr>
                        <a:t> </a:t>
                      </a:r>
                      <a:r>
                        <a:rPr sz="1400" spc="-5" dirty="0">
                          <a:solidFill>
                            <a:srgbClr val="1A232D"/>
                          </a:solidFill>
                          <a:latin typeface="Arial"/>
                          <a:cs typeface="Arial"/>
                        </a:rPr>
                        <a:t>need</a:t>
                      </a:r>
                      <a:r>
                        <a:rPr sz="1400" spc="110" dirty="0">
                          <a:solidFill>
                            <a:srgbClr val="1A232D"/>
                          </a:solidFill>
                          <a:latin typeface="Arial"/>
                          <a:cs typeface="Arial"/>
                        </a:rPr>
                        <a:t> </a:t>
                      </a:r>
                      <a:r>
                        <a:rPr sz="1400" spc="-5" dirty="0">
                          <a:solidFill>
                            <a:srgbClr val="1A232D"/>
                          </a:solidFill>
                          <a:latin typeface="Arial"/>
                          <a:cs typeface="Arial"/>
                        </a:rPr>
                        <a:t>to</a:t>
                      </a:r>
                      <a:r>
                        <a:rPr sz="1400" spc="105" dirty="0">
                          <a:solidFill>
                            <a:srgbClr val="1A232D"/>
                          </a:solidFill>
                          <a:latin typeface="Arial"/>
                          <a:cs typeface="Arial"/>
                        </a:rPr>
                        <a:t> </a:t>
                      </a:r>
                      <a:r>
                        <a:rPr sz="1400" spc="-5" dirty="0">
                          <a:solidFill>
                            <a:srgbClr val="1A232D"/>
                          </a:solidFill>
                          <a:latin typeface="Arial"/>
                          <a:cs typeface="Arial"/>
                        </a:rPr>
                        <a:t>update</a:t>
                      </a:r>
                      <a:r>
                        <a:rPr sz="1400" spc="110" dirty="0">
                          <a:solidFill>
                            <a:srgbClr val="1A232D"/>
                          </a:solidFill>
                          <a:latin typeface="Arial"/>
                          <a:cs typeface="Arial"/>
                        </a:rPr>
                        <a:t> </a:t>
                      </a:r>
                      <a:r>
                        <a:rPr sz="1400" spc="-5" dirty="0">
                          <a:solidFill>
                            <a:srgbClr val="1A232D"/>
                          </a:solidFill>
                          <a:latin typeface="Arial"/>
                          <a:cs typeface="Arial"/>
                        </a:rPr>
                        <a:t>regularly</a:t>
                      </a:r>
                      <a:endParaRPr sz="1400" dirty="0">
                        <a:latin typeface="Arial"/>
                        <a:cs typeface="Arial"/>
                      </a:endParaRPr>
                    </a:p>
                    <a:p>
                      <a:pPr marL="68580">
                        <a:lnSpc>
                          <a:spcPct val="100000"/>
                        </a:lnSpc>
                        <a:spcBef>
                          <a:spcPts val="250"/>
                        </a:spcBef>
                      </a:pPr>
                      <a:r>
                        <a:rPr sz="1400" dirty="0">
                          <a:solidFill>
                            <a:srgbClr val="1A232D"/>
                          </a:solidFill>
                          <a:latin typeface="Arial"/>
                          <a:cs typeface="Arial"/>
                        </a:rPr>
                        <a:t>at least </a:t>
                      </a:r>
                      <a:r>
                        <a:rPr sz="1400" spc="-5" dirty="0">
                          <a:solidFill>
                            <a:srgbClr val="1A232D"/>
                          </a:solidFill>
                          <a:latin typeface="Arial"/>
                          <a:cs typeface="Arial"/>
                        </a:rPr>
                        <a:t>twice in </a:t>
                      </a:r>
                      <a:r>
                        <a:rPr sz="1400" dirty="0">
                          <a:solidFill>
                            <a:srgbClr val="1A232D"/>
                          </a:solidFill>
                          <a:latin typeface="Arial"/>
                          <a:cs typeface="Arial"/>
                        </a:rPr>
                        <a:t>a </a:t>
                      </a:r>
                      <a:r>
                        <a:rPr sz="1400" spc="-5" dirty="0">
                          <a:solidFill>
                            <a:srgbClr val="1A232D"/>
                          </a:solidFill>
                          <a:latin typeface="Arial"/>
                          <a:cs typeface="Arial"/>
                        </a:rPr>
                        <a:t>week. So, </a:t>
                      </a:r>
                      <a:r>
                        <a:rPr sz="1400" dirty="0">
                          <a:solidFill>
                            <a:srgbClr val="1A232D"/>
                          </a:solidFill>
                          <a:latin typeface="Arial"/>
                          <a:cs typeface="Arial"/>
                        </a:rPr>
                        <a:t>the necessary action </a:t>
                      </a:r>
                      <a:r>
                        <a:rPr sz="1400" spc="-5" dirty="0">
                          <a:solidFill>
                            <a:srgbClr val="1A232D"/>
                          </a:solidFill>
                          <a:latin typeface="Arial"/>
                          <a:cs typeface="Arial"/>
                        </a:rPr>
                        <a:t>will </a:t>
                      </a:r>
                      <a:r>
                        <a:rPr sz="1400" dirty="0">
                          <a:solidFill>
                            <a:srgbClr val="1A232D"/>
                          </a:solidFill>
                          <a:latin typeface="Arial"/>
                          <a:cs typeface="Arial"/>
                        </a:rPr>
                        <a:t>be taken </a:t>
                      </a:r>
                      <a:r>
                        <a:rPr sz="1400" spc="-5" dirty="0">
                          <a:solidFill>
                            <a:srgbClr val="1A232D"/>
                          </a:solidFill>
                          <a:latin typeface="Arial"/>
                          <a:cs typeface="Arial"/>
                        </a:rPr>
                        <a:t>in </a:t>
                      </a:r>
                      <a:r>
                        <a:rPr sz="1400" dirty="0">
                          <a:solidFill>
                            <a:srgbClr val="1A232D"/>
                          </a:solidFill>
                          <a:latin typeface="Arial"/>
                          <a:cs typeface="Arial"/>
                        </a:rPr>
                        <a:t>this</a:t>
                      </a:r>
                      <a:r>
                        <a:rPr sz="1400" spc="-200" dirty="0">
                          <a:solidFill>
                            <a:srgbClr val="1A232D"/>
                          </a:solidFill>
                          <a:latin typeface="Arial"/>
                          <a:cs typeface="Arial"/>
                        </a:rPr>
                        <a:t> </a:t>
                      </a:r>
                      <a:r>
                        <a:rPr sz="1400" dirty="0">
                          <a:solidFill>
                            <a:srgbClr val="1A232D"/>
                          </a:solidFill>
                          <a:latin typeface="Arial"/>
                          <a:cs typeface="Arial"/>
                        </a:rPr>
                        <a:t>regard.</a:t>
                      </a:r>
                      <a:endParaRPr sz="1400" dirty="0">
                        <a:latin typeface="Arial"/>
                        <a:cs typeface="Arial"/>
                      </a:endParaRPr>
                    </a:p>
                  </a:txBody>
                  <a:tcPr marL="0" marR="0" marT="116840"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F6E9E7"/>
                    </a:solidFill>
                  </a:tcPr>
                </a:tc>
              </a:tr>
              <a:tr h="398145">
                <a:tc>
                  <a:txBody>
                    <a:bodyPr/>
                    <a:lstStyle/>
                    <a:p>
                      <a:pPr algn="ctr">
                        <a:lnSpc>
                          <a:spcPct val="100000"/>
                        </a:lnSpc>
                        <a:spcBef>
                          <a:spcPts val="665"/>
                        </a:spcBef>
                      </a:pPr>
                      <a:r>
                        <a:rPr lang="en-US" sz="1400" b="1" dirty="0" smtClean="0">
                          <a:solidFill>
                            <a:srgbClr val="1A232D"/>
                          </a:solidFill>
                          <a:latin typeface="Arial"/>
                          <a:cs typeface="Arial"/>
                        </a:rPr>
                        <a:t>5</a:t>
                      </a:r>
                      <a:endParaRPr sz="1400" dirty="0">
                        <a:latin typeface="Arial"/>
                        <a:cs typeface="Arial"/>
                      </a:endParaRPr>
                    </a:p>
                  </a:txBody>
                  <a:tcPr marL="0" marR="0" marT="8445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c>
                  <a:txBody>
                    <a:bodyPr/>
                    <a:lstStyle/>
                    <a:p>
                      <a:pPr marL="68580">
                        <a:lnSpc>
                          <a:spcPct val="100000"/>
                        </a:lnSpc>
                        <a:spcBef>
                          <a:spcPts val="665"/>
                        </a:spcBef>
                      </a:pPr>
                      <a:r>
                        <a:rPr sz="1400" dirty="0">
                          <a:solidFill>
                            <a:srgbClr val="1A232D"/>
                          </a:solidFill>
                          <a:latin typeface="Arial"/>
                          <a:cs typeface="Arial"/>
                        </a:rPr>
                        <a:t>Special </a:t>
                      </a:r>
                      <a:r>
                        <a:rPr sz="1400" spc="-5" dirty="0">
                          <a:solidFill>
                            <a:srgbClr val="1A232D"/>
                          </a:solidFill>
                          <a:latin typeface="Arial"/>
                          <a:cs typeface="Arial"/>
                        </a:rPr>
                        <a:t>importance will be given </a:t>
                      </a:r>
                      <a:r>
                        <a:rPr sz="1400" dirty="0">
                          <a:solidFill>
                            <a:srgbClr val="1A232D"/>
                          </a:solidFill>
                          <a:latin typeface="Arial"/>
                          <a:cs typeface="Arial"/>
                        </a:rPr>
                        <a:t>to the </a:t>
                      </a:r>
                      <a:r>
                        <a:rPr sz="1400" spc="-5" dirty="0">
                          <a:solidFill>
                            <a:srgbClr val="1A232D"/>
                          </a:solidFill>
                          <a:latin typeface="Arial"/>
                          <a:cs typeface="Arial"/>
                        </a:rPr>
                        <a:t>external Blog</a:t>
                      </a:r>
                      <a:r>
                        <a:rPr sz="1400" spc="-95" dirty="0">
                          <a:solidFill>
                            <a:srgbClr val="1A232D"/>
                          </a:solidFill>
                          <a:latin typeface="Arial"/>
                          <a:cs typeface="Arial"/>
                        </a:rPr>
                        <a:t> </a:t>
                      </a:r>
                      <a:r>
                        <a:rPr sz="1400" dirty="0">
                          <a:solidFill>
                            <a:srgbClr val="1A232D"/>
                          </a:solidFill>
                          <a:latin typeface="Arial"/>
                          <a:cs typeface="Arial"/>
                        </a:rPr>
                        <a:t>content.</a:t>
                      </a:r>
                      <a:endParaRPr sz="1400" dirty="0">
                        <a:latin typeface="Arial"/>
                        <a:cs typeface="Arial"/>
                      </a:endParaRPr>
                    </a:p>
                  </a:txBody>
                  <a:tcPr marL="0" marR="0" marT="84455" marB="0">
                    <a:lnL w="12700">
                      <a:solidFill>
                        <a:srgbClr val="CF4817"/>
                      </a:solidFill>
                      <a:prstDash val="solid"/>
                    </a:lnL>
                    <a:lnR w="12700">
                      <a:solidFill>
                        <a:srgbClr val="CF4817"/>
                      </a:solidFill>
                      <a:prstDash val="solid"/>
                    </a:lnR>
                    <a:lnT w="12700">
                      <a:solidFill>
                        <a:srgbClr val="CF4817"/>
                      </a:solidFill>
                      <a:prstDash val="solid"/>
                    </a:lnT>
                    <a:lnB w="12700">
                      <a:solidFill>
                        <a:srgbClr val="CF4817"/>
                      </a:solidFill>
                      <a:prstDash val="solid"/>
                    </a:lnB>
                    <a:solidFill>
                      <a:srgbClr val="ECCFCC"/>
                    </a:solidFill>
                  </a:tcPr>
                </a:tc>
              </a:tr>
            </a:tbl>
          </a:graphicData>
        </a:graphic>
      </p:graphicFrame>
    </p:spTree>
    <p:extLst>
      <p:ext uri="{BB962C8B-B14F-4D97-AF65-F5344CB8AC3E}">
        <p14:creationId xmlns:p14="http://schemas.microsoft.com/office/powerpoint/2010/main" val="30899987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9"/>
          <p:cNvSpPr txBox="1">
            <a:spLocks noChangeArrowheads="1"/>
          </p:cNvSpPr>
          <p:nvPr/>
        </p:nvSpPr>
        <p:spPr bwMode="auto">
          <a:xfrm>
            <a:off x="2074339" y="2278599"/>
            <a:ext cx="737679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4000" dirty="0" smtClean="0">
                <a:solidFill>
                  <a:srgbClr val="C00000"/>
                </a:solidFill>
                <a:latin typeface="Palatino Linotype" panose="02040502050505030304" pitchFamily="18" charset="0"/>
                <a:cs typeface="Calibri" pitchFamily="34" charset="0"/>
              </a:rPr>
              <a:t>Part 5: </a:t>
            </a:r>
          </a:p>
          <a:p>
            <a:pPr algn="ctr" eaLnBrk="1" hangingPunct="1"/>
            <a:r>
              <a:rPr lang="en-US" sz="4000" dirty="0" smtClean="0">
                <a:latin typeface="Palatino Linotype" panose="02040502050505030304" pitchFamily="18" charset="0"/>
                <a:cs typeface="Calibri" pitchFamily="34" charset="0"/>
              </a:rPr>
              <a:t>Month On Month Activities (6 Months)</a:t>
            </a:r>
          </a:p>
        </p:txBody>
      </p:sp>
    </p:spTree>
    <p:extLst>
      <p:ext uri="{BB962C8B-B14F-4D97-AF65-F5344CB8AC3E}">
        <p14:creationId xmlns:p14="http://schemas.microsoft.com/office/powerpoint/2010/main" val="2883760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
        <p:nvSpPr>
          <p:cNvPr id="7" name="TextBox 9"/>
          <p:cNvSpPr txBox="1">
            <a:spLocks noChangeArrowheads="1"/>
          </p:cNvSpPr>
          <p:nvPr/>
        </p:nvSpPr>
        <p:spPr bwMode="auto">
          <a:xfrm>
            <a:off x="0" y="0"/>
            <a:ext cx="73767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Month 1 </a:t>
            </a:r>
            <a:r>
              <a:rPr lang="en-US" sz="3200" dirty="0" smtClean="0">
                <a:latin typeface="Palatino Linotype" panose="02040502050505030304" pitchFamily="18" charset="0"/>
                <a:cs typeface="Calibri" pitchFamily="34" charset="0"/>
              </a:rPr>
              <a:t>Activities</a:t>
            </a:r>
          </a:p>
        </p:txBody>
      </p:sp>
      <p:graphicFrame>
        <p:nvGraphicFramePr>
          <p:cNvPr id="5" name="Table 4"/>
          <p:cNvGraphicFramePr>
            <a:graphicFrameLocks noGrp="1"/>
          </p:cNvGraphicFramePr>
          <p:nvPr>
            <p:extLst>
              <p:ext uri="{D42A27DB-BD31-4B8C-83A1-F6EECF244321}">
                <p14:modId xmlns:p14="http://schemas.microsoft.com/office/powerpoint/2010/main" val="1209220629"/>
              </p:ext>
            </p:extLst>
          </p:nvPr>
        </p:nvGraphicFramePr>
        <p:xfrm>
          <a:off x="0" y="584774"/>
          <a:ext cx="12192000" cy="6273225"/>
        </p:xfrm>
        <a:graphic>
          <a:graphicData uri="http://schemas.openxmlformats.org/drawingml/2006/table">
            <a:tbl>
              <a:tblPr firstRow="1" bandRow="1">
                <a:tableStyleId>{8A107856-5554-42FB-B03E-39F5DBC370BA}</a:tableStyleId>
              </a:tblPr>
              <a:tblGrid>
                <a:gridCol w="2438400"/>
                <a:gridCol w="2438400"/>
                <a:gridCol w="2438400"/>
                <a:gridCol w="2438400"/>
                <a:gridCol w="2438400"/>
              </a:tblGrid>
              <a:tr h="96717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t>Keywords and Content Planning</a:t>
                      </a:r>
                    </a:p>
                  </a:txBody>
                  <a:tcPr/>
                </a:tc>
                <a:tc>
                  <a:txBody>
                    <a:bodyPr/>
                    <a:lstStyle/>
                    <a:p>
                      <a:r>
                        <a:rPr lang="en-US" sz="1600" dirty="0" smtClean="0"/>
                        <a:t>Basic SEO Checks and Advanced Technical SEO</a:t>
                      </a:r>
                      <a:endParaRPr lang="en-IN" sz="1600" dirty="0"/>
                    </a:p>
                  </a:txBody>
                  <a:tcPr/>
                </a:tc>
                <a:tc>
                  <a:txBody>
                    <a:bodyPr/>
                    <a:lstStyle/>
                    <a:p>
                      <a:r>
                        <a:rPr lang="en-US" sz="1600" dirty="0" smtClean="0"/>
                        <a:t>Backlinks Drive </a:t>
                      </a:r>
                      <a:endParaRPr lang="en-IN" sz="1600" dirty="0"/>
                    </a:p>
                  </a:txBody>
                  <a:tcPr/>
                </a:tc>
                <a:tc>
                  <a:txBody>
                    <a:bodyPr/>
                    <a:lstStyle/>
                    <a:p>
                      <a:r>
                        <a:rPr lang="en-US" sz="1600" dirty="0" smtClean="0"/>
                        <a:t>Unique</a:t>
                      </a:r>
                      <a:r>
                        <a:rPr lang="en-US" sz="1600" baseline="0" dirty="0" smtClean="0"/>
                        <a:t> SEO Implementations</a:t>
                      </a:r>
                      <a:endParaRPr lang="en-IN" sz="1600" dirty="0"/>
                    </a:p>
                  </a:txBody>
                  <a:tcPr/>
                </a:tc>
                <a:tc>
                  <a:txBody>
                    <a:bodyPr/>
                    <a:lstStyle/>
                    <a:p>
                      <a:r>
                        <a:rPr lang="en-US" sz="1600" dirty="0" smtClean="0"/>
                        <a:t>Content</a:t>
                      </a:r>
                      <a:r>
                        <a:rPr lang="en-US" sz="1600" baseline="0" dirty="0" smtClean="0"/>
                        <a:t> Optimization and Data Driven Analysis</a:t>
                      </a:r>
                      <a:endParaRPr lang="en-IN" sz="1600" dirty="0"/>
                    </a:p>
                  </a:txBody>
                  <a:tcPr/>
                </a:tc>
              </a:tr>
              <a:tr h="613476">
                <a:tc>
                  <a:txBody>
                    <a:bodyPr/>
                    <a:lstStyle/>
                    <a:p>
                      <a:r>
                        <a:rPr lang="en-US" sz="1600" dirty="0" smtClean="0"/>
                        <a:t>Keyword KOB</a:t>
                      </a:r>
                      <a:r>
                        <a:rPr lang="en-US" sz="1600" baseline="0" dirty="0" smtClean="0"/>
                        <a:t> Analysis</a:t>
                      </a:r>
                      <a:endParaRPr lang="en-IN" sz="1600" dirty="0"/>
                    </a:p>
                  </a:txBody>
                  <a:tcPr/>
                </a:tc>
                <a:tc>
                  <a:txBody>
                    <a:bodyPr/>
                    <a:lstStyle/>
                    <a:p>
                      <a:r>
                        <a:rPr lang="en-US" sz="1600" dirty="0" smtClean="0"/>
                        <a:t>Technical</a:t>
                      </a:r>
                      <a:r>
                        <a:rPr lang="en-US" sz="1600" baseline="0" dirty="0" smtClean="0"/>
                        <a:t> SEO</a:t>
                      </a:r>
                      <a:endParaRPr lang="en-IN" sz="1600" dirty="0"/>
                    </a:p>
                  </a:txBody>
                  <a:tcPr/>
                </a:tc>
                <a:tc>
                  <a:txBody>
                    <a:bodyPr/>
                    <a:lstStyle/>
                    <a:p>
                      <a:r>
                        <a:rPr lang="en-US" sz="1600" dirty="0" smtClean="0"/>
                        <a:t>Build / Audit</a:t>
                      </a:r>
                      <a:r>
                        <a:rPr lang="en-US" sz="1600" baseline="0" dirty="0" smtClean="0"/>
                        <a:t> Site Blog</a:t>
                      </a:r>
                      <a:endParaRPr lang="en-IN" sz="1600" dirty="0"/>
                    </a:p>
                  </a:txBody>
                  <a:tcPr/>
                </a:tc>
                <a:tc>
                  <a:txBody>
                    <a:bodyPr/>
                    <a:lstStyle/>
                    <a:p>
                      <a:endParaRPr lang="en-IN" sz="1600" dirty="0"/>
                    </a:p>
                  </a:txBody>
                  <a:tcPr/>
                </a:tc>
                <a:tc>
                  <a:txBody>
                    <a:bodyPr/>
                    <a:lstStyle/>
                    <a:p>
                      <a:endParaRPr lang="en-IN" sz="1600" dirty="0"/>
                    </a:p>
                  </a:txBody>
                  <a:tcPr/>
                </a:tc>
              </a:tr>
              <a:tr h="680603">
                <a:tc>
                  <a:txBody>
                    <a:bodyPr/>
                    <a:lstStyle/>
                    <a:p>
                      <a:r>
                        <a:rPr lang="en-US" sz="1600" dirty="0" smtClean="0"/>
                        <a:t>Content Planning</a:t>
                      </a:r>
                    </a:p>
                  </a:txBody>
                  <a:tcPr/>
                </a:tc>
                <a:tc>
                  <a:txBody>
                    <a:bodyPr/>
                    <a:lstStyle/>
                    <a:p>
                      <a:r>
                        <a:rPr lang="en-US" sz="1600" dirty="0" smtClean="0"/>
                        <a:t>Page</a:t>
                      </a:r>
                      <a:r>
                        <a:rPr lang="en-US" sz="1600" baseline="0" dirty="0" smtClean="0"/>
                        <a:t> Wise SEO Optimization</a:t>
                      </a:r>
                      <a:endParaRPr lang="en-IN" sz="1600" dirty="0"/>
                    </a:p>
                  </a:txBody>
                  <a:tcPr/>
                </a:tc>
                <a:tc>
                  <a:txBody>
                    <a:bodyPr/>
                    <a:lstStyle/>
                    <a:p>
                      <a:r>
                        <a:rPr lang="en-US" sz="1600" dirty="0" smtClean="0"/>
                        <a:t>High</a:t>
                      </a:r>
                      <a:r>
                        <a:rPr lang="en-US" sz="1600" baseline="0" dirty="0" smtClean="0"/>
                        <a:t> DA Backlinks</a:t>
                      </a:r>
                      <a:endParaRPr lang="en-IN" sz="1600" dirty="0"/>
                    </a:p>
                  </a:txBody>
                  <a:tcPr/>
                </a:tc>
                <a:tc>
                  <a:txBody>
                    <a:bodyPr/>
                    <a:lstStyle/>
                    <a:p>
                      <a:endParaRPr lang="en-IN" sz="1600" dirty="0"/>
                    </a:p>
                  </a:txBody>
                  <a:tcPr/>
                </a:tc>
                <a:tc>
                  <a:txBody>
                    <a:bodyPr/>
                    <a:lstStyle/>
                    <a:p>
                      <a:endParaRPr lang="en-IN" sz="1600" dirty="0"/>
                    </a:p>
                  </a:txBody>
                  <a:tcPr/>
                </a:tc>
              </a:tr>
              <a:tr h="680603">
                <a:tc>
                  <a:txBody>
                    <a:bodyPr/>
                    <a:lstStyle/>
                    <a:p>
                      <a:r>
                        <a:rPr lang="en-US" sz="1600" dirty="0" smtClean="0"/>
                        <a:t>Search</a:t>
                      </a:r>
                      <a:r>
                        <a:rPr lang="en-US" sz="1600" baseline="0" dirty="0" smtClean="0"/>
                        <a:t> Intent Mapping</a:t>
                      </a:r>
                      <a:endParaRPr lang="en-IN" sz="1600" dirty="0"/>
                    </a:p>
                  </a:txBody>
                  <a:tcPr/>
                </a:tc>
                <a:tc>
                  <a:txBody>
                    <a:bodyPr/>
                    <a:lstStyle/>
                    <a:p>
                      <a:r>
                        <a:rPr lang="en-US" sz="1600" dirty="0" smtClean="0"/>
                        <a:t>Meta Tag</a:t>
                      </a:r>
                      <a:r>
                        <a:rPr lang="en-US" sz="1600" baseline="0" dirty="0" smtClean="0"/>
                        <a:t> Checkup</a:t>
                      </a:r>
                    </a:p>
                  </a:txBody>
                  <a:tcPr/>
                </a:tc>
                <a:tc>
                  <a:txBody>
                    <a:bodyPr/>
                    <a:lstStyle/>
                    <a:p>
                      <a:r>
                        <a:rPr lang="en-US" sz="1600" dirty="0" smtClean="0"/>
                        <a:t>Web</a:t>
                      </a:r>
                      <a:r>
                        <a:rPr lang="en-US" sz="1600" baseline="0" dirty="0" smtClean="0"/>
                        <a:t> 2.0</a:t>
                      </a:r>
                    </a:p>
                  </a:txBody>
                  <a:tcPr/>
                </a:tc>
                <a:tc>
                  <a:txBody>
                    <a:bodyPr/>
                    <a:lstStyle/>
                    <a:p>
                      <a:endParaRPr lang="en-IN" sz="1600" dirty="0"/>
                    </a:p>
                  </a:txBody>
                  <a:tcPr/>
                </a:tc>
                <a:tc>
                  <a:txBody>
                    <a:bodyPr/>
                    <a:lstStyle/>
                    <a:p>
                      <a:endParaRPr lang="en-IN" sz="1600" dirty="0"/>
                    </a:p>
                  </a:txBody>
                  <a:tcPr/>
                </a:tc>
              </a:tr>
              <a:tr h="680603">
                <a:tc>
                  <a:txBody>
                    <a:bodyPr/>
                    <a:lstStyle/>
                    <a:p>
                      <a:r>
                        <a:rPr lang="en-US" sz="1600" dirty="0" smtClean="0"/>
                        <a:t>Customer</a:t>
                      </a:r>
                      <a:r>
                        <a:rPr lang="en-US" sz="1600" baseline="0" dirty="0" smtClean="0"/>
                        <a:t> Journey Mapping</a:t>
                      </a:r>
                      <a:endParaRPr lang="en-IN" sz="1600" dirty="0"/>
                    </a:p>
                  </a:txBody>
                  <a:tcPr/>
                </a:tc>
                <a:tc>
                  <a:txBody>
                    <a:bodyPr/>
                    <a:lstStyle/>
                    <a:p>
                      <a:r>
                        <a:rPr lang="en-US" sz="1600" dirty="0" smtClean="0"/>
                        <a:t>H1</a:t>
                      </a:r>
                      <a:r>
                        <a:rPr lang="en-US" sz="1600" baseline="0" dirty="0" smtClean="0"/>
                        <a:t>, H2 Checkup and Fixes</a:t>
                      </a:r>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r h="680603">
                <a:tc>
                  <a:txBody>
                    <a:bodyPr/>
                    <a:lstStyle/>
                    <a:p>
                      <a:endParaRPr lang="en-IN" sz="1600" dirty="0"/>
                    </a:p>
                  </a:txBody>
                  <a:tcPr/>
                </a:tc>
                <a:tc>
                  <a:txBody>
                    <a:bodyPr/>
                    <a:lstStyle/>
                    <a:p>
                      <a:r>
                        <a:rPr lang="en-US" sz="1600" dirty="0" smtClean="0"/>
                        <a:t>Alt Image Optimization</a:t>
                      </a:r>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r h="394033">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r h="394033">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r h="394033">
                <a:tc>
                  <a:txBody>
                    <a:bodyPr/>
                    <a:lstStyle/>
                    <a:p>
                      <a:endParaRPr lang="en-IN" sz="1600" dirty="0"/>
                    </a:p>
                  </a:txBody>
                  <a:tcPr/>
                </a:tc>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dirty="0"/>
                    </a:p>
                  </a:txBody>
                  <a:tcPr/>
                </a:tc>
              </a:tr>
              <a:tr h="394033">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r h="394033">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bl>
          </a:graphicData>
        </a:graphic>
      </p:graphicFrame>
    </p:spTree>
    <p:extLst>
      <p:ext uri="{BB962C8B-B14F-4D97-AF65-F5344CB8AC3E}">
        <p14:creationId xmlns:p14="http://schemas.microsoft.com/office/powerpoint/2010/main" val="89906273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
        <p:nvSpPr>
          <p:cNvPr id="7" name="TextBox 9"/>
          <p:cNvSpPr txBox="1">
            <a:spLocks noChangeArrowheads="1"/>
          </p:cNvSpPr>
          <p:nvPr/>
        </p:nvSpPr>
        <p:spPr bwMode="auto">
          <a:xfrm>
            <a:off x="166026" y="0"/>
            <a:ext cx="73767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Month 2 </a:t>
            </a:r>
            <a:r>
              <a:rPr lang="en-US" sz="3200" dirty="0" smtClean="0">
                <a:latin typeface="Palatino Linotype" panose="02040502050505030304" pitchFamily="18" charset="0"/>
                <a:cs typeface="Calibri" pitchFamily="34" charset="0"/>
              </a:rPr>
              <a:t>Activities</a:t>
            </a:r>
          </a:p>
        </p:txBody>
      </p:sp>
      <p:graphicFrame>
        <p:nvGraphicFramePr>
          <p:cNvPr id="5" name="Table 4"/>
          <p:cNvGraphicFramePr>
            <a:graphicFrameLocks noGrp="1"/>
          </p:cNvGraphicFramePr>
          <p:nvPr>
            <p:extLst>
              <p:ext uri="{D42A27DB-BD31-4B8C-83A1-F6EECF244321}">
                <p14:modId xmlns:p14="http://schemas.microsoft.com/office/powerpoint/2010/main" val="474278724"/>
              </p:ext>
            </p:extLst>
          </p:nvPr>
        </p:nvGraphicFramePr>
        <p:xfrm>
          <a:off x="-6253" y="755378"/>
          <a:ext cx="12192001" cy="6102622"/>
        </p:xfrm>
        <a:graphic>
          <a:graphicData uri="http://schemas.openxmlformats.org/drawingml/2006/table">
            <a:tbl>
              <a:tblPr firstRow="1" bandRow="1">
                <a:tableStyleId>{8A107856-5554-42FB-B03E-39F5DBC370BA}</a:tableStyleId>
              </a:tblPr>
              <a:tblGrid>
                <a:gridCol w="2032000"/>
                <a:gridCol w="2032000"/>
                <a:gridCol w="2279916"/>
                <a:gridCol w="1784085"/>
                <a:gridCol w="2032000"/>
                <a:gridCol w="2032000"/>
              </a:tblGrid>
              <a:tr h="78462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Keywords and Content Planning</a:t>
                      </a:r>
                    </a:p>
                  </a:txBody>
                  <a:tcPr/>
                </a:tc>
                <a:tc>
                  <a:txBody>
                    <a:bodyPr/>
                    <a:lstStyle/>
                    <a:p>
                      <a:r>
                        <a:rPr lang="en-US" sz="1400" dirty="0" smtClean="0"/>
                        <a:t>Basic On page SEO Checks and Advanced Technical SEO</a:t>
                      </a:r>
                      <a:endParaRPr lang="en-IN" sz="1400" dirty="0"/>
                    </a:p>
                  </a:txBody>
                  <a:tcPr/>
                </a:tc>
                <a:tc>
                  <a:txBody>
                    <a:bodyPr/>
                    <a:lstStyle/>
                    <a:p>
                      <a:r>
                        <a:rPr lang="en-US" sz="1400" dirty="0" smtClean="0"/>
                        <a:t>Local</a:t>
                      </a:r>
                      <a:r>
                        <a:rPr lang="en-US" sz="1400" baseline="0" dirty="0" smtClean="0"/>
                        <a:t> SEO Implementations</a:t>
                      </a:r>
                      <a:endParaRPr lang="en-IN" sz="1400" dirty="0"/>
                    </a:p>
                  </a:txBody>
                  <a:tcPr/>
                </a:tc>
                <a:tc>
                  <a:txBody>
                    <a:bodyPr/>
                    <a:lstStyle/>
                    <a:p>
                      <a:r>
                        <a:rPr lang="en-US" sz="1400" dirty="0" smtClean="0"/>
                        <a:t>Backlinks Drive </a:t>
                      </a:r>
                      <a:endParaRPr lang="en-IN" sz="1400" dirty="0"/>
                    </a:p>
                  </a:txBody>
                  <a:tcPr/>
                </a:tc>
                <a:tc>
                  <a:txBody>
                    <a:bodyPr/>
                    <a:lstStyle/>
                    <a:p>
                      <a:r>
                        <a:rPr lang="en-US" sz="1400" dirty="0" smtClean="0"/>
                        <a:t>Unique</a:t>
                      </a:r>
                      <a:r>
                        <a:rPr lang="en-US" sz="1400" baseline="0" dirty="0" smtClean="0"/>
                        <a:t> SEO Implementations</a:t>
                      </a:r>
                      <a:endParaRPr lang="en-IN" sz="1400" dirty="0"/>
                    </a:p>
                  </a:txBody>
                  <a:tcPr/>
                </a:tc>
                <a:tc>
                  <a:txBody>
                    <a:bodyPr/>
                    <a:lstStyle/>
                    <a:p>
                      <a:r>
                        <a:rPr lang="en-US" sz="1400" dirty="0" smtClean="0"/>
                        <a:t>Content</a:t>
                      </a:r>
                      <a:r>
                        <a:rPr lang="en-US" sz="1400" baseline="0" dirty="0" smtClean="0"/>
                        <a:t> Optimization and Data Driven Analysis</a:t>
                      </a:r>
                      <a:endParaRPr lang="en-IN" sz="1400" dirty="0"/>
                    </a:p>
                  </a:txBody>
                  <a:tcPr/>
                </a:tc>
              </a:tr>
              <a:tr h="552142">
                <a:tc>
                  <a:txBody>
                    <a:bodyPr/>
                    <a:lstStyle/>
                    <a:p>
                      <a:r>
                        <a:rPr lang="en-US" sz="1400" dirty="0" smtClean="0"/>
                        <a:t>Keyword Density Checkup</a:t>
                      </a:r>
                      <a:endParaRPr lang="en-IN" sz="1400" dirty="0"/>
                    </a:p>
                  </a:txBody>
                  <a:tcPr/>
                </a:tc>
                <a:tc>
                  <a:txBody>
                    <a:bodyPr/>
                    <a:lstStyle/>
                    <a:p>
                      <a:r>
                        <a:rPr lang="en-US" sz="1400" dirty="0" smtClean="0"/>
                        <a:t>Technical</a:t>
                      </a:r>
                      <a:r>
                        <a:rPr lang="en-US" sz="1400" baseline="0" dirty="0" smtClean="0"/>
                        <a:t> SEO</a:t>
                      </a:r>
                      <a:endParaRPr lang="en-IN" sz="1400" dirty="0"/>
                    </a:p>
                  </a:txBody>
                  <a:tcPr/>
                </a:tc>
                <a:tc>
                  <a:txBody>
                    <a:bodyPr/>
                    <a:lstStyle/>
                    <a:p>
                      <a:r>
                        <a:rPr lang="en-US" sz="1400" dirty="0" smtClean="0"/>
                        <a:t>Local</a:t>
                      </a:r>
                      <a:r>
                        <a:rPr lang="en-US" sz="1400" baseline="0" dirty="0" smtClean="0"/>
                        <a:t> Map Citations</a:t>
                      </a:r>
                      <a:endParaRPr lang="en-IN" sz="1400" dirty="0"/>
                    </a:p>
                  </a:txBody>
                  <a:tcPr/>
                </a:tc>
                <a:tc>
                  <a:txBody>
                    <a:bodyPr/>
                    <a:lstStyle/>
                    <a:p>
                      <a:r>
                        <a:rPr lang="en-US" sz="1400" dirty="0" smtClean="0"/>
                        <a:t>Content</a:t>
                      </a:r>
                      <a:r>
                        <a:rPr lang="en-US" sz="1400" baseline="0" dirty="0" smtClean="0"/>
                        <a:t> Drafts for Off Page</a:t>
                      </a:r>
                      <a:endParaRPr lang="en-IN" sz="1400" dirty="0"/>
                    </a:p>
                  </a:txBody>
                  <a:tcPr/>
                </a:tc>
                <a:tc>
                  <a:txBody>
                    <a:bodyPr/>
                    <a:lstStyle/>
                    <a:p>
                      <a:r>
                        <a:rPr lang="en-US" sz="1400" dirty="0" smtClean="0"/>
                        <a:t>Click Gap Analysis</a:t>
                      </a:r>
                      <a:r>
                        <a:rPr lang="en-US" sz="1400" baseline="0" dirty="0" smtClean="0"/>
                        <a:t> Using Regex</a:t>
                      </a:r>
                      <a:endParaRPr lang="en-IN" sz="1400" dirty="0"/>
                    </a:p>
                  </a:txBody>
                  <a:tcPr/>
                </a:tc>
                <a:tc>
                  <a:txBody>
                    <a:bodyPr/>
                    <a:lstStyle/>
                    <a:p>
                      <a:r>
                        <a:rPr lang="en-US" sz="1400" smtClean="0"/>
                        <a:t>Blog Content Optimization</a:t>
                      </a:r>
                    </a:p>
                  </a:txBody>
                  <a:tcPr/>
                </a:tc>
              </a:tr>
              <a:tr h="552142">
                <a:tc>
                  <a:txBody>
                    <a:bodyPr/>
                    <a:lstStyle/>
                    <a:p>
                      <a:endParaRPr lang="en-US" sz="1400" dirty="0" smtClean="0"/>
                    </a:p>
                  </a:txBody>
                  <a:tcPr/>
                </a:tc>
                <a:tc>
                  <a:txBody>
                    <a:bodyPr/>
                    <a:lstStyle/>
                    <a:p>
                      <a:r>
                        <a:rPr lang="en-US" sz="1400" dirty="0" smtClean="0"/>
                        <a:t>Keyword</a:t>
                      </a:r>
                      <a:r>
                        <a:rPr lang="en-US" sz="1400" baseline="0" dirty="0" smtClean="0"/>
                        <a:t> Density Checks</a:t>
                      </a:r>
                      <a:endParaRPr lang="en-IN" sz="1400" dirty="0"/>
                    </a:p>
                  </a:txBody>
                  <a:tcPr/>
                </a:tc>
                <a:tc>
                  <a:txBody>
                    <a:bodyPr/>
                    <a:lstStyle/>
                    <a:p>
                      <a:r>
                        <a:rPr lang="en-US" sz="1400" dirty="0" smtClean="0"/>
                        <a:t>Business Listing</a:t>
                      </a:r>
                    </a:p>
                  </a:txBody>
                  <a:tcPr/>
                </a:tc>
                <a:tc>
                  <a:txBody>
                    <a:bodyPr/>
                    <a:lstStyle/>
                    <a:p>
                      <a:r>
                        <a:rPr lang="en-US" sz="1400" dirty="0" smtClean="0"/>
                        <a:t>High</a:t>
                      </a:r>
                      <a:r>
                        <a:rPr lang="en-US" sz="1400" baseline="0" dirty="0" smtClean="0"/>
                        <a:t> DA Backlinks</a:t>
                      </a:r>
                      <a:endParaRPr lang="en-IN" sz="1400" dirty="0"/>
                    </a:p>
                  </a:txBody>
                  <a:tcPr/>
                </a:tc>
                <a:tc>
                  <a:txBody>
                    <a:bodyPr/>
                    <a:lstStyle/>
                    <a:p>
                      <a:endParaRPr lang="en-IN" sz="1400" dirty="0"/>
                    </a:p>
                  </a:txBody>
                  <a:tcPr/>
                </a:tc>
                <a:tc>
                  <a:txBody>
                    <a:bodyPr/>
                    <a:lstStyle/>
                    <a:p>
                      <a:r>
                        <a:rPr lang="en-US" sz="1400" dirty="0" smtClean="0"/>
                        <a:t>FAQ Page Implementation</a:t>
                      </a:r>
                      <a:endParaRPr lang="en-IN" sz="1400" dirty="0"/>
                    </a:p>
                  </a:txBody>
                  <a:tcPr/>
                </a:tc>
              </a:tr>
              <a:tr h="552142">
                <a:tc>
                  <a:txBody>
                    <a:bodyPr/>
                    <a:lstStyle/>
                    <a:p>
                      <a:endParaRPr lang="en-IN" sz="1400" dirty="0"/>
                    </a:p>
                  </a:txBody>
                  <a:tcPr/>
                </a:tc>
                <a:tc>
                  <a:txBody>
                    <a:bodyPr/>
                    <a:lstStyle/>
                    <a:p>
                      <a:r>
                        <a:rPr lang="en-US" sz="1400" dirty="0" smtClean="0"/>
                        <a:t>Meta Tag</a:t>
                      </a:r>
                      <a:r>
                        <a:rPr lang="en-US" sz="1400" baseline="0" dirty="0" smtClean="0"/>
                        <a:t> Checkup</a:t>
                      </a:r>
                    </a:p>
                  </a:txBody>
                  <a:tcPr/>
                </a:tc>
                <a:tc>
                  <a:txBody>
                    <a:bodyPr/>
                    <a:lstStyle/>
                    <a:p>
                      <a:r>
                        <a:rPr lang="en-US" sz="1400" dirty="0" smtClean="0"/>
                        <a:t>Geo Tag Implementation</a:t>
                      </a:r>
                      <a:endParaRPr lang="en-IN" sz="1400" dirty="0"/>
                    </a:p>
                  </a:txBody>
                  <a:tcPr/>
                </a:tc>
                <a:tc>
                  <a:txBody>
                    <a:bodyPr/>
                    <a:lstStyle/>
                    <a:p>
                      <a:r>
                        <a:rPr lang="en-US" sz="1400" dirty="0" smtClean="0"/>
                        <a:t>Web</a:t>
                      </a:r>
                      <a:r>
                        <a:rPr lang="en-US" sz="1400" baseline="0" dirty="0" smtClean="0"/>
                        <a:t> 2.0</a:t>
                      </a:r>
                    </a:p>
                  </a:txBody>
                  <a:tcPr/>
                </a:tc>
                <a:tc>
                  <a:txBody>
                    <a:bodyPr/>
                    <a:lstStyle/>
                    <a:p>
                      <a:endParaRPr lang="en-IN" sz="1400" dirty="0"/>
                    </a:p>
                  </a:txBody>
                  <a:tcPr/>
                </a:tc>
                <a:tc>
                  <a:txBody>
                    <a:bodyPr/>
                    <a:lstStyle/>
                    <a:p>
                      <a:r>
                        <a:rPr lang="en-US" sz="1400" dirty="0" smtClean="0"/>
                        <a:t>Competitor</a:t>
                      </a:r>
                      <a:r>
                        <a:rPr lang="en-US" sz="1400" baseline="0" dirty="0" smtClean="0"/>
                        <a:t> GAP Analysis</a:t>
                      </a:r>
                      <a:endParaRPr lang="en-IN" sz="1400" dirty="0"/>
                    </a:p>
                  </a:txBody>
                  <a:tcPr/>
                </a:tc>
              </a:tr>
              <a:tr h="552142">
                <a:tc>
                  <a:txBody>
                    <a:bodyPr/>
                    <a:lstStyle/>
                    <a:p>
                      <a:endParaRPr lang="en-IN" sz="1400" dirty="0"/>
                    </a:p>
                  </a:txBody>
                  <a:tcPr/>
                </a:tc>
                <a:tc>
                  <a:txBody>
                    <a:bodyPr/>
                    <a:lstStyle/>
                    <a:p>
                      <a:r>
                        <a:rPr lang="en-US" sz="1400" dirty="0" smtClean="0"/>
                        <a:t>H1</a:t>
                      </a:r>
                      <a:r>
                        <a:rPr lang="en-US" sz="1400" baseline="0" dirty="0" smtClean="0"/>
                        <a:t>, H2 Checkup and Fixes</a:t>
                      </a:r>
                    </a:p>
                  </a:txBody>
                  <a:tcPr/>
                </a:tc>
                <a:tc>
                  <a:txBody>
                    <a:bodyPr/>
                    <a:lstStyle/>
                    <a:p>
                      <a:r>
                        <a:rPr lang="en-US" sz="1400" dirty="0" smtClean="0"/>
                        <a:t>GMB Setup (If relevant)</a:t>
                      </a:r>
                      <a:endParaRPr lang="en-IN" sz="1400" dirty="0"/>
                    </a:p>
                  </a:txBody>
                  <a:tcPr/>
                </a:tc>
                <a:tc>
                  <a:txBody>
                    <a:bodyPr/>
                    <a:lstStyle/>
                    <a:p>
                      <a:r>
                        <a:rPr lang="en-US" sz="1400" dirty="0" smtClean="0"/>
                        <a:t>Document</a:t>
                      </a:r>
                      <a:r>
                        <a:rPr lang="en-US" sz="1400" baseline="0" dirty="0" smtClean="0"/>
                        <a:t> Submission</a:t>
                      </a:r>
                      <a:endParaRPr lang="en-IN" sz="1400" dirty="0"/>
                    </a:p>
                  </a:txBody>
                  <a:tcPr/>
                </a:tc>
                <a:tc>
                  <a:txBody>
                    <a:bodyPr/>
                    <a:lstStyle/>
                    <a:p>
                      <a:endParaRPr lang="en-IN" sz="1400" dirty="0"/>
                    </a:p>
                  </a:txBody>
                  <a:tcPr/>
                </a:tc>
                <a:tc>
                  <a:txBody>
                    <a:bodyPr/>
                    <a:lstStyle/>
                    <a:p>
                      <a:r>
                        <a:rPr lang="en-US" sz="1400" dirty="0" smtClean="0"/>
                        <a:t>Blog</a:t>
                      </a:r>
                      <a:r>
                        <a:rPr lang="en-US" sz="1400" baseline="0" dirty="0" smtClean="0"/>
                        <a:t> Content Writing (4-5 Drafts)</a:t>
                      </a:r>
                      <a:endParaRPr lang="en-IN" sz="1400" dirty="0"/>
                    </a:p>
                  </a:txBody>
                  <a:tcPr/>
                </a:tc>
              </a:tr>
              <a:tr h="552142">
                <a:tc>
                  <a:txBody>
                    <a:bodyPr/>
                    <a:lstStyle/>
                    <a:p>
                      <a:endParaRPr lang="en-IN" sz="1400" dirty="0"/>
                    </a:p>
                  </a:txBody>
                  <a:tcPr/>
                </a:tc>
                <a:tc>
                  <a:txBody>
                    <a:bodyPr/>
                    <a:lstStyle/>
                    <a:p>
                      <a:r>
                        <a:rPr lang="en-US" sz="1400" dirty="0" smtClean="0"/>
                        <a:t>Alt Image Optimization</a:t>
                      </a:r>
                      <a:endParaRPr lang="en-IN" sz="1400" dirty="0"/>
                    </a:p>
                  </a:txBody>
                  <a:tcPr/>
                </a:tc>
                <a:tc>
                  <a:txBody>
                    <a:bodyPr/>
                    <a:lstStyle/>
                    <a:p>
                      <a:endParaRPr lang="en-IN" sz="1600"/>
                    </a:p>
                  </a:txBody>
                  <a:tcPr/>
                </a:tc>
                <a:tc>
                  <a:txBody>
                    <a:bodyPr/>
                    <a:lstStyle/>
                    <a:p>
                      <a:r>
                        <a:rPr lang="en-US" sz="1400" dirty="0" smtClean="0"/>
                        <a:t>Forum/</a:t>
                      </a:r>
                      <a:r>
                        <a:rPr lang="en-US" sz="1400" dirty="0" err="1" smtClean="0"/>
                        <a:t>Quora</a:t>
                      </a:r>
                      <a:r>
                        <a:rPr lang="en-US" sz="1400" dirty="0" smtClean="0"/>
                        <a:t> Posting</a:t>
                      </a:r>
                      <a:endParaRPr lang="en-IN" sz="1400" dirty="0"/>
                    </a:p>
                  </a:txBody>
                  <a:tcPr/>
                </a:tc>
                <a:tc>
                  <a:txBody>
                    <a:bodyPr/>
                    <a:lstStyle/>
                    <a:p>
                      <a:endParaRPr lang="en-IN" sz="1400" dirty="0"/>
                    </a:p>
                  </a:txBody>
                  <a:tcPr/>
                </a:tc>
                <a:tc>
                  <a:txBody>
                    <a:bodyPr/>
                    <a:lstStyle/>
                    <a:p>
                      <a:endParaRPr lang="en-IN" sz="1400" dirty="0"/>
                    </a:p>
                  </a:txBody>
                  <a:tcPr/>
                </a:tc>
              </a:tr>
              <a:tr h="552142">
                <a:tc>
                  <a:txBody>
                    <a:bodyPr/>
                    <a:lstStyle/>
                    <a:p>
                      <a:endParaRPr lang="en-IN" sz="1400" dirty="0"/>
                    </a:p>
                  </a:txBody>
                  <a:tcPr/>
                </a:tc>
                <a:tc>
                  <a:txBody>
                    <a:bodyPr/>
                    <a:lstStyle/>
                    <a:p>
                      <a:r>
                        <a:rPr lang="en-IN" sz="1400" dirty="0" smtClean="0"/>
                        <a:t>Anchor Text Optimization</a:t>
                      </a:r>
                      <a:endParaRPr lang="en-IN" sz="1400" dirty="0"/>
                    </a:p>
                  </a:txBody>
                  <a:tcPr/>
                </a:tc>
                <a:tc>
                  <a:txBody>
                    <a:bodyPr/>
                    <a:lstStyle/>
                    <a:p>
                      <a:endParaRPr lang="en-IN" sz="1600"/>
                    </a:p>
                  </a:txBody>
                  <a:tcPr/>
                </a:tc>
                <a:tc>
                  <a:txBody>
                    <a:bodyPr/>
                    <a:lstStyle/>
                    <a:p>
                      <a:r>
                        <a:rPr lang="en-US" sz="1400" dirty="0" smtClean="0"/>
                        <a:t>Classified</a:t>
                      </a:r>
                      <a:r>
                        <a:rPr lang="en-US" sz="1400" baseline="0" dirty="0" smtClean="0"/>
                        <a:t> Ads</a:t>
                      </a:r>
                      <a:endParaRPr lang="en-IN" sz="1400" dirty="0"/>
                    </a:p>
                  </a:txBody>
                  <a:tcPr/>
                </a:tc>
                <a:tc>
                  <a:txBody>
                    <a:bodyPr/>
                    <a:lstStyle/>
                    <a:p>
                      <a:endParaRPr lang="en-IN" sz="1400" dirty="0"/>
                    </a:p>
                  </a:txBody>
                  <a:tcPr/>
                </a:tc>
                <a:tc>
                  <a:txBody>
                    <a:bodyPr/>
                    <a:lstStyle/>
                    <a:p>
                      <a:endParaRPr lang="en-IN" sz="1400" dirty="0"/>
                    </a:p>
                  </a:txBody>
                  <a:tcPr/>
                </a:tc>
              </a:tr>
              <a:tr h="348721">
                <a:tc>
                  <a:txBody>
                    <a:bodyPr/>
                    <a:lstStyle/>
                    <a:p>
                      <a:endParaRPr lang="en-IN" sz="1400" dirty="0"/>
                    </a:p>
                  </a:txBody>
                  <a:tcPr/>
                </a:tc>
                <a:tc>
                  <a:txBody>
                    <a:bodyPr/>
                    <a:lstStyle/>
                    <a:p>
                      <a:r>
                        <a:rPr lang="en-IN" sz="1400" dirty="0" smtClean="0"/>
                        <a:t>Dead Links </a:t>
                      </a:r>
                      <a:r>
                        <a:rPr lang="en-IN" sz="1400" dirty="0" err="1" smtClean="0"/>
                        <a:t>Checkup</a:t>
                      </a:r>
                      <a:endParaRPr lang="en-IN" sz="1400" dirty="0"/>
                    </a:p>
                  </a:txBody>
                  <a:tcPr/>
                </a:tc>
                <a:tc>
                  <a:txBody>
                    <a:bodyPr/>
                    <a:lstStyle/>
                    <a:p>
                      <a:endParaRPr lang="en-IN" sz="1600"/>
                    </a:p>
                  </a:txBody>
                  <a:tcPr/>
                </a:tc>
                <a:tc>
                  <a:txBody>
                    <a:bodyPr/>
                    <a:lstStyle/>
                    <a:p>
                      <a:endParaRPr lang="en-IN" sz="1400" dirty="0"/>
                    </a:p>
                  </a:txBody>
                  <a:tcPr/>
                </a:tc>
                <a:tc>
                  <a:txBody>
                    <a:bodyPr/>
                    <a:lstStyle/>
                    <a:p>
                      <a:endParaRPr lang="en-IN" sz="1400" dirty="0"/>
                    </a:p>
                  </a:txBody>
                  <a:tcPr/>
                </a:tc>
                <a:tc>
                  <a:txBody>
                    <a:bodyPr/>
                    <a:lstStyle/>
                    <a:p>
                      <a:endParaRPr lang="en-IN" sz="1400" dirty="0"/>
                    </a:p>
                  </a:txBody>
                  <a:tcPr/>
                </a:tc>
              </a:tr>
              <a:tr h="552142">
                <a:tc>
                  <a:txBody>
                    <a:bodyPr/>
                    <a:lstStyle/>
                    <a:p>
                      <a:endParaRPr lang="en-IN" sz="1400" dirty="0"/>
                    </a:p>
                  </a:txBody>
                  <a:tcPr/>
                </a:tc>
                <a:tc>
                  <a:txBody>
                    <a:bodyPr/>
                    <a:lstStyle/>
                    <a:p>
                      <a:r>
                        <a:rPr lang="en-IN" sz="1400" dirty="0" smtClean="0"/>
                        <a:t>Internal Link Structure Improvement</a:t>
                      </a:r>
                      <a:endParaRPr lang="en-IN" sz="1400" dirty="0"/>
                    </a:p>
                  </a:txBody>
                  <a:tcPr/>
                </a:tc>
                <a:tc>
                  <a:txBody>
                    <a:bodyPr/>
                    <a:lstStyle/>
                    <a:p>
                      <a:endParaRPr lang="en-IN" sz="1600"/>
                    </a:p>
                  </a:txBody>
                  <a:tcPr/>
                </a:tc>
                <a:tc>
                  <a:txBody>
                    <a:bodyPr/>
                    <a:lstStyle/>
                    <a:p>
                      <a:endParaRPr lang="en-IN" sz="1400" dirty="0"/>
                    </a:p>
                  </a:txBody>
                  <a:tcPr/>
                </a:tc>
                <a:tc>
                  <a:txBody>
                    <a:bodyPr/>
                    <a:lstStyle/>
                    <a:p>
                      <a:endParaRPr lang="en-IN" sz="1400" dirty="0"/>
                    </a:p>
                  </a:txBody>
                  <a:tcPr/>
                </a:tc>
                <a:tc>
                  <a:txBody>
                    <a:bodyPr/>
                    <a:lstStyle/>
                    <a:p>
                      <a:endParaRPr lang="en-IN" sz="1400" dirty="0"/>
                    </a:p>
                  </a:txBody>
                  <a:tcPr/>
                </a:tc>
              </a:tr>
              <a:tr h="784623">
                <a:tc>
                  <a:txBody>
                    <a:bodyPr/>
                    <a:lstStyle/>
                    <a:p>
                      <a:endParaRPr lang="en-IN" sz="1400" dirty="0"/>
                    </a:p>
                  </a:txBody>
                  <a:tcPr/>
                </a:tc>
                <a:tc>
                  <a:txBody>
                    <a:bodyPr/>
                    <a:lstStyle/>
                    <a:p>
                      <a:r>
                        <a:rPr lang="en-US" sz="1400" dirty="0" smtClean="0"/>
                        <a:t>Page Speed Performance Checkup and Fix</a:t>
                      </a:r>
                      <a:endParaRPr lang="en-IN" sz="1400" dirty="0"/>
                    </a:p>
                  </a:txBody>
                  <a:tcPr/>
                </a:tc>
                <a:tc>
                  <a:txBody>
                    <a:bodyPr/>
                    <a:lstStyle/>
                    <a:p>
                      <a:endParaRPr lang="en-IN" sz="1600" dirty="0"/>
                    </a:p>
                  </a:txBody>
                  <a:tcPr/>
                </a:tc>
                <a:tc>
                  <a:txBody>
                    <a:bodyPr/>
                    <a:lstStyle/>
                    <a:p>
                      <a:endParaRPr lang="en-IN" sz="1400" dirty="0"/>
                    </a:p>
                  </a:txBody>
                  <a:tcPr/>
                </a:tc>
                <a:tc>
                  <a:txBody>
                    <a:bodyPr/>
                    <a:lstStyle/>
                    <a:p>
                      <a:endParaRPr lang="en-IN" sz="1400" dirty="0"/>
                    </a:p>
                  </a:txBody>
                  <a:tcPr/>
                </a:tc>
                <a:tc>
                  <a:txBody>
                    <a:bodyPr/>
                    <a:lstStyle/>
                    <a:p>
                      <a:endParaRPr lang="en-IN" sz="1400" dirty="0"/>
                    </a:p>
                  </a:txBody>
                  <a:tcPr/>
                </a:tc>
              </a:tr>
              <a:tr h="319661">
                <a:tc>
                  <a:txBody>
                    <a:bodyPr/>
                    <a:lstStyle/>
                    <a:p>
                      <a:endParaRPr lang="en-IN" sz="1400" dirty="0"/>
                    </a:p>
                  </a:txBody>
                  <a:tcPr/>
                </a:tc>
                <a:tc>
                  <a:txBody>
                    <a:bodyPr/>
                    <a:lstStyle/>
                    <a:p>
                      <a:endParaRPr lang="en-IN" sz="1400" dirty="0"/>
                    </a:p>
                  </a:txBody>
                  <a:tcPr/>
                </a:tc>
                <a:tc>
                  <a:txBody>
                    <a:bodyPr/>
                    <a:lstStyle/>
                    <a:p>
                      <a:endParaRPr lang="en-IN" sz="1400" dirty="0"/>
                    </a:p>
                  </a:txBody>
                  <a:tcPr/>
                </a:tc>
                <a:tc>
                  <a:txBody>
                    <a:bodyPr/>
                    <a:lstStyle/>
                    <a:p>
                      <a:endParaRPr lang="en-IN" sz="1400" dirty="0"/>
                    </a:p>
                  </a:txBody>
                  <a:tcPr/>
                </a:tc>
                <a:tc>
                  <a:txBody>
                    <a:bodyPr/>
                    <a:lstStyle/>
                    <a:p>
                      <a:endParaRPr lang="en-IN" sz="1400" dirty="0"/>
                    </a:p>
                  </a:txBody>
                  <a:tcPr/>
                </a:tc>
                <a:tc>
                  <a:txBody>
                    <a:bodyPr/>
                    <a:lstStyle/>
                    <a:p>
                      <a:endParaRPr lang="en-IN" sz="1400" dirty="0"/>
                    </a:p>
                  </a:txBody>
                  <a:tcPr/>
                </a:tc>
              </a:tr>
            </a:tbl>
          </a:graphicData>
        </a:graphic>
      </p:graphicFrame>
    </p:spTree>
    <p:extLst>
      <p:ext uri="{BB962C8B-B14F-4D97-AF65-F5344CB8AC3E}">
        <p14:creationId xmlns:p14="http://schemas.microsoft.com/office/powerpoint/2010/main" val="24528448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
        <p:nvSpPr>
          <p:cNvPr id="7" name="TextBox 9"/>
          <p:cNvSpPr txBox="1">
            <a:spLocks noChangeArrowheads="1"/>
          </p:cNvSpPr>
          <p:nvPr/>
        </p:nvSpPr>
        <p:spPr bwMode="auto">
          <a:xfrm>
            <a:off x="166026" y="0"/>
            <a:ext cx="73767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Month 3 </a:t>
            </a:r>
            <a:r>
              <a:rPr lang="en-US" sz="3200" dirty="0" smtClean="0">
                <a:latin typeface="Palatino Linotype" panose="02040502050505030304" pitchFamily="18" charset="0"/>
                <a:cs typeface="Calibri" pitchFamily="34" charset="0"/>
              </a:rPr>
              <a:t>Activities</a:t>
            </a:r>
          </a:p>
        </p:txBody>
      </p:sp>
      <p:graphicFrame>
        <p:nvGraphicFramePr>
          <p:cNvPr id="5" name="Table 4"/>
          <p:cNvGraphicFramePr>
            <a:graphicFrameLocks noGrp="1"/>
          </p:cNvGraphicFramePr>
          <p:nvPr>
            <p:extLst>
              <p:ext uri="{D42A27DB-BD31-4B8C-83A1-F6EECF244321}">
                <p14:modId xmlns:p14="http://schemas.microsoft.com/office/powerpoint/2010/main" val="450148138"/>
              </p:ext>
            </p:extLst>
          </p:nvPr>
        </p:nvGraphicFramePr>
        <p:xfrm>
          <a:off x="-1" y="584776"/>
          <a:ext cx="12192001" cy="6273223"/>
        </p:xfrm>
        <a:graphic>
          <a:graphicData uri="http://schemas.openxmlformats.org/drawingml/2006/table">
            <a:tbl>
              <a:tblPr firstRow="1" bandRow="1">
                <a:tableStyleId>{8A107856-5554-42FB-B03E-39F5DBC370BA}</a:tableStyleId>
              </a:tblPr>
              <a:tblGrid>
                <a:gridCol w="2438400"/>
                <a:gridCol w="2735899"/>
                <a:gridCol w="2140902"/>
                <a:gridCol w="2438400"/>
                <a:gridCol w="2438400"/>
              </a:tblGrid>
              <a:tr h="7857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t>Keywords and Content Planning</a:t>
                      </a:r>
                    </a:p>
                  </a:txBody>
                  <a:tcPr/>
                </a:tc>
                <a:tc>
                  <a:txBody>
                    <a:bodyPr/>
                    <a:lstStyle/>
                    <a:p>
                      <a:r>
                        <a:rPr lang="en-US" sz="1600" dirty="0" smtClean="0"/>
                        <a:t>Basic On page SEO Checks and Advanced Technical SEO</a:t>
                      </a:r>
                      <a:endParaRPr lang="en-IN" sz="1600" dirty="0"/>
                    </a:p>
                  </a:txBody>
                  <a:tcPr/>
                </a:tc>
                <a:tc>
                  <a:txBody>
                    <a:bodyPr/>
                    <a:lstStyle/>
                    <a:p>
                      <a:r>
                        <a:rPr lang="en-US" sz="1600" dirty="0" smtClean="0"/>
                        <a:t>Backlinks Drive </a:t>
                      </a:r>
                      <a:endParaRPr lang="en-IN" sz="1600" dirty="0"/>
                    </a:p>
                  </a:txBody>
                  <a:tcPr/>
                </a:tc>
                <a:tc>
                  <a:txBody>
                    <a:bodyPr/>
                    <a:lstStyle/>
                    <a:p>
                      <a:r>
                        <a:rPr lang="en-US" sz="1600" dirty="0" smtClean="0"/>
                        <a:t>Unique</a:t>
                      </a:r>
                      <a:r>
                        <a:rPr lang="en-US" sz="1600" baseline="0" dirty="0" smtClean="0"/>
                        <a:t> SEO Implementations</a:t>
                      </a:r>
                      <a:endParaRPr lang="en-IN" sz="1600" dirty="0"/>
                    </a:p>
                  </a:txBody>
                  <a:tcPr/>
                </a:tc>
                <a:tc>
                  <a:txBody>
                    <a:bodyPr/>
                    <a:lstStyle/>
                    <a:p>
                      <a:r>
                        <a:rPr lang="en-US" sz="1600" dirty="0" smtClean="0"/>
                        <a:t>Content</a:t>
                      </a:r>
                      <a:r>
                        <a:rPr lang="en-US" sz="1600" baseline="0" dirty="0" smtClean="0"/>
                        <a:t> Optimization and Data Driven Analysis</a:t>
                      </a:r>
                      <a:endParaRPr lang="en-IN" sz="1600" dirty="0"/>
                    </a:p>
                  </a:txBody>
                  <a:tcPr/>
                </a:tc>
              </a:tr>
              <a:tr h="650222">
                <a:tc>
                  <a:txBody>
                    <a:bodyPr/>
                    <a:lstStyle/>
                    <a:p>
                      <a:r>
                        <a:rPr lang="en-US" sz="1600" dirty="0" smtClean="0"/>
                        <a:t>Keyword Density Checkup</a:t>
                      </a:r>
                      <a:endParaRPr lang="en-IN" sz="1600" dirty="0"/>
                    </a:p>
                  </a:txBody>
                  <a:tcPr/>
                </a:tc>
                <a:tc>
                  <a:txBody>
                    <a:bodyPr/>
                    <a:lstStyle/>
                    <a:p>
                      <a:r>
                        <a:rPr lang="en-US" sz="1600" dirty="0" smtClean="0"/>
                        <a:t>Technical</a:t>
                      </a:r>
                      <a:r>
                        <a:rPr lang="en-US" sz="1600" baseline="0" dirty="0" smtClean="0"/>
                        <a:t> SEO</a:t>
                      </a:r>
                      <a:endParaRPr lang="en-IN" sz="1600" dirty="0"/>
                    </a:p>
                  </a:txBody>
                  <a:tcPr/>
                </a:tc>
                <a:tc>
                  <a:txBody>
                    <a:bodyPr/>
                    <a:lstStyle/>
                    <a:p>
                      <a:r>
                        <a:rPr lang="en-US" sz="1600" dirty="0" smtClean="0"/>
                        <a:t>New Content</a:t>
                      </a:r>
                      <a:r>
                        <a:rPr lang="en-US" sz="1600" baseline="0" dirty="0" smtClean="0"/>
                        <a:t> Drafts for Off Page</a:t>
                      </a:r>
                      <a:endParaRPr lang="en-IN" sz="1600" dirty="0"/>
                    </a:p>
                  </a:txBody>
                  <a:tcPr/>
                </a:tc>
                <a:tc>
                  <a:txBody>
                    <a:bodyPr/>
                    <a:lstStyle/>
                    <a:p>
                      <a:r>
                        <a:rPr lang="en-US" sz="1600" dirty="0" smtClean="0"/>
                        <a:t>Dynamic Structured Data</a:t>
                      </a:r>
                      <a:r>
                        <a:rPr lang="en-US" sz="1600" baseline="0" dirty="0" smtClean="0"/>
                        <a:t> Generation</a:t>
                      </a:r>
                      <a:endParaRPr lang="en-IN" sz="1600" dirty="0"/>
                    </a:p>
                  </a:txBody>
                  <a:tcPr/>
                </a:tc>
                <a:tc>
                  <a:txBody>
                    <a:bodyPr/>
                    <a:lstStyle/>
                    <a:p>
                      <a:r>
                        <a:rPr lang="en-US" sz="1600" dirty="0" smtClean="0"/>
                        <a:t>Blog</a:t>
                      </a:r>
                      <a:r>
                        <a:rPr lang="en-US" sz="1600" baseline="0" dirty="0" smtClean="0"/>
                        <a:t> Content Writing (7-8 Drafts)</a:t>
                      </a:r>
                      <a:endParaRPr lang="en-IN" sz="1600" dirty="0"/>
                    </a:p>
                  </a:txBody>
                  <a:tcPr/>
                </a:tc>
              </a:tr>
              <a:tr h="650222">
                <a:tc>
                  <a:txBody>
                    <a:bodyPr/>
                    <a:lstStyle/>
                    <a:p>
                      <a:endParaRPr lang="en-US" sz="1600" dirty="0" smtClean="0"/>
                    </a:p>
                  </a:txBody>
                  <a:tcPr/>
                </a:tc>
                <a:tc>
                  <a:txBody>
                    <a:bodyPr/>
                    <a:lstStyle/>
                    <a:p>
                      <a:r>
                        <a:rPr lang="en-US" sz="1600" dirty="0" smtClean="0"/>
                        <a:t>Robots.txt file update</a:t>
                      </a:r>
                      <a:endParaRPr lang="en-IN" sz="1600" dirty="0"/>
                    </a:p>
                  </a:txBody>
                  <a:tcPr/>
                </a:tc>
                <a:tc>
                  <a:txBody>
                    <a:bodyPr/>
                    <a:lstStyle/>
                    <a:p>
                      <a:r>
                        <a:rPr lang="en-US" sz="1600" dirty="0" smtClean="0"/>
                        <a:t>High</a:t>
                      </a:r>
                      <a:r>
                        <a:rPr lang="en-US" sz="1600" baseline="0" dirty="0" smtClean="0"/>
                        <a:t> DA Backlinks</a:t>
                      </a:r>
                      <a:endParaRPr lang="en-IN" sz="1600" dirty="0"/>
                    </a:p>
                  </a:txBody>
                  <a:tcPr/>
                </a:tc>
                <a:tc>
                  <a:txBody>
                    <a:bodyPr/>
                    <a:lstStyle/>
                    <a:p>
                      <a:r>
                        <a:rPr lang="en-US" sz="1600" dirty="0" smtClean="0"/>
                        <a:t>Unusual URL</a:t>
                      </a:r>
                      <a:r>
                        <a:rPr lang="en-US" sz="1600" baseline="0" dirty="0" smtClean="0"/>
                        <a:t> Detection and Removal</a:t>
                      </a:r>
                      <a:endParaRPr lang="en-IN" sz="1600" dirty="0"/>
                    </a:p>
                  </a:txBody>
                  <a:tcPr/>
                </a:tc>
                <a:tc>
                  <a:txBody>
                    <a:bodyPr/>
                    <a:lstStyle/>
                    <a:p>
                      <a:r>
                        <a:rPr lang="en-US" sz="1600" dirty="0" smtClean="0"/>
                        <a:t>FAQ Page Implementation</a:t>
                      </a:r>
                      <a:endParaRPr lang="en-IN" sz="1600" dirty="0"/>
                    </a:p>
                  </a:txBody>
                  <a:tcPr/>
                </a:tc>
              </a:tr>
              <a:tr h="615846">
                <a:tc>
                  <a:txBody>
                    <a:bodyPr/>
                    <a:lstStyle/>
                    <a:p>
                      <a:endParaRPr lang="en-IN" sz="1600" dirty="0"/>
                    </a:p>
                  </a:txBody>
                  <a:tcPr/>
                </a:tc>
                <a:tc>
                  <a:txBody>
                    <a:bodyPr/>
                    <a:lstStyle/>
                    <a:p>
                      <a:r>
                        <a:rPr lang="en-US" sz="1600" dirty="0" smtClean="0"/>
                        <a:t>Robots.txt file update</a:t>
                      </a:r>
                      <a:endParaRPr lang="en-US" sz="1600" baseline="0" dirty="0" smtClean="0"/>
                    </a:p>
                  </a:txBody>
                  <a:tcPr/>
                </a:tc>
                <a:tc>
                  <a:txBody>
                    <a:bodyPr/>
                    <a:lstStyle/>
                    <a:p>
                      <a:r>
                        <a:rPr lang="en-US" sz="1600" dirty="0" smtClean="0"/>
                        <a:t>Web</a:t>
                      </a:r>
                      <a:r>
                        <a:rPr lang="en-US" sz="1600" baseline="0" dirty="0" smtClean="0"/>
                        <a:t> 2.0</a:t>
                      </a:r>
                    </a:p>
                  </a:txBody>
                  <a:tcPr/>
                </a:tc>
                <a:tc>
                  <a:txBody>
                    <a:bodyPr/>
                    <a:lstStyle/>
                    <a:p>
                      <a:r>
                        <a:rPr lang="en-US" sz="1600" dirty="0" smtClean="0"/>
                        <a:t>HTML Sitemap Integration</a:t>
                      </a:r>
                      <a:endParaRPr lang="en-IN" sz="1600" dirty="0"/>
                    </a:p>
                  </a:txBody>
                  <a:tcPr/>
                </a:tc>
                <a:tc>
                  <a:txBody>
                    <a:bodyPr/>
                    <a:lstStyle/>
                    <a:p>
                      <a:r>
                        <a:rPr lang="en-US" sz="1600" dirty="0" smtClean="0"/>
                        <a:t>Competitor GAP</a:t>
                      </a:r>
                      <a:r>
                        <a:rPr lang="en-US" sz="1600" baseline="0" dirty="0" smtClean="0"/>
                        <a:t> keyword additions</a:t>
                      </a:r>
                      <a:endParaRPr lang="en-IN" sz="1600" dirty="0"/>
                    </a:p>
                  </a:txBody>
                  <a:tcPr/>
                </a:tc>
              </a:tr>
              <a:tr h="650222">
                <a:tc>
                  <a:txBody>
                    <a:bodyPr/>
                    <a:lstStyle/>
                    <a:p>
                      <a:endParaRPr lang="en-IN" sz="1600" dirty="0"/>
                    </a:p>
                  </a:txBody>
                  <a:tcPr/>
                </a:tc>
                <a:tc>
                  <a:txBody>
                    <a:bodyPr/>
                    <a:lstStyle/>
                    <a:p>
                      <a:r>
                        <a:rPr lang="en-US" sz="1600" dirty="0" smtClean="0"/>
                        <a:t>xml file re-update and submission</a:t>
                      </a:r>
                      <a:endParaRPr lang="en-US" sz="1600" baseline="0" dirty="0" smtClean="0"/>
                    </a:p>
                  </a:txBody>
                  <a:tcPr/>
                </a:tc>
                <a:tc>
                  <a:txBody>
                    <a:bodyPr/>
                    <a:lstStyle/>
                    <a:p>
                      <a:r>
                        <a:rPr lang="en-US" sz="1600" dirty="0" smtClean="0"/>
                        <a:t>Image Submission</a:t>
                      </a:r>
                      <a:endParaRPr lang="en-IN" sz="1600" dirty="0"/>
                    </a:p>
                  </a:txBody>
                  <a:tcPr/>
                </a:tc>
                <a:tc>
                  <a:txBody>
                    <a:bodyPr/>
                    <a:lstStyle/>
                    <a:p>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Blog Content Optimization</a:t>
                      </a:r>
                    </a:p>
                    <a:p>
                      <a:endParaRPr lang="en-IN" sz="1600" dirty="0"/>
                    </a:p>
                  </a:txBody>
                  <a:tcPr/>
                </a:tc>
              </a:tr>
              <a:tr h="650222">
                <a:tc>
                  <a:txBody>
                    <a:bodyPr/>
                    <a:lstStyle/>
                    <a:p>
                      <a:endParaRPr lang="en-IN" sz="1600" dirty="0"/>
                    </a:p>
                  </a:txBody>
                  <a:tcPr/>
                </a:tc>
                <a:tc>
                  <a:txBody>
                    <a:bodyPr/>
                    <a:lstStyle/>
                    <a:p>
                      <a:r>
                        <a:rPr lang="en-US" sz="1600" dirty="0" smtClean="0"/>
                        <a:t>re-indexation and crawl budget update</a:t>
                      </a:r>
                      <a:endParaRPr lang="en-IN" sz="1600" dirty="0"/>
                    </a:p>
                  </a:txBody>
                  <a:tcPr/>
                </a:tc>
                <a:tc>
                  <a:txBody>
                    <a:bodyPr/>
                    <a:lstStyle/>
                    <a:p>
                      <a:r>
                        <a:rPr lang="en-US" sz="1600" dirty="0" smtClean="0"/>
                        <a:t>Forum/</a:t>
                      </a:r>
                      <a:r>
                        <a:rPr lang="en-US" sz="1600" dirty="0" err="1" smtClean="0"/>
                        <a:t>Quora</a:t>
                      </a:r>
                      <a:r>
                        <a:rPr lang="en-US" sz="1600" dirty="0" smtClean="0"/>
                        <a:t> Posting</a:t>
                      </a:r>
                      <a:endParaRPr lang="en-IN" sz="1600" dirty="0"/>
                    </a:p>
                  </a:txBody>
                  <a:tcPr/>
                </a:tc>
                <a:tc>
                  <a:txBody>
                    <a:bodyPr/>
                    <a:lstStyle/>
                    <a:p>
                      <a:endParaRPr lang="en-IN" sz="1600" dirty="0"/>
                    </a:p>
                  </a:txBody>
                  <a:tcPr/>
                </a:tc>
                <a:tc>
                  <a:txBody>
                    <a:bodyPr/>
                    <a:lstStyle/>
                    <a:p>
                      <a:r>
                        <a:rPr lang="en-US" sz="1600" dirty="0" smtClean="0"/>
                        <a:t>Readability</a:t>
                      </a:r>
                      <a:r>
                        <a:rPr lang="en-US" sz="1600" baseline="0" dirty="0" smtClean="0"/>
                        <a:t> Analysis</a:t>
                      </a:r>
                      <a:endParaRPr lang="en-IN" sz="1600" dirty="0"/>
                    </a:p>
                  </a:txBody>
                  <a:tcPr/>
                </a:tc>
              </a:tr>
              <a:tr h="376444">
                <a:tc>
                  <a:txBody>
                    <a:bodyPr/>
                    <a:lstStyle/>
                    <a:p>
                      <a:endParaRPr lang="en-IN" sz="1600" dirty="0"/>
                    </a:p>
                  </a:txBody>
                  <a:tcPr/>
                </a:tc>
                <a:tc>
                  <a:txBody>
                    <a:bodyPr/>
                    <a:lstStyle/>
                    <a:p>
                      <a:endParaRPr lang="en-IN" sz="1600" dirty="0"/>
                    </a:p>
                  </a:txBody>
                  <a:tcPr/>
                </a:tc>
                <a:tc>
                  <a:txBody>
                    <a:bodyPr/>
                    <a:lstStyle/>
                    <a:p>
                      <a:r>
                        <a:rPr lang="en-US" sz="1600" dirty="0" smtClean="0"/>
                        <a:t>Competito</a:t>
                      </a:r>
                      <a:r>
                        <a:rPr lang="en-US" sz="1600" baseline="0" dirty="0" smtClean="0"/>
                        <a:t>r Backlinks</a:t>
                      </a:r>
                      <a:endParaRPr lang="en-IN" sz="1600" dirty="0"/>
                    </a:p>
                  </a:txBody>
                  <a:tcPr/>
                </a:tc>
                <a:tc>
                  <a:txBody>
                    <a:bodyPr/>
                    <a:lstStyle/>
                    <a:p>
                      <a:endParaRPr lang="en-IN" sz="1600" dirty="0"/>
                    </a:p>
                  </a:txBody>
                  <a:tcPr/>
                </a:tc>
                <a:tc>
                  <a:txBody>
                    <a:bodyPr/>
                    <a:lstStyle/>
                    <a:p>
                      <a:endParaRPr lang="en-IN" sz="1600" dirty="0"/>
                    </a:p>
                  </a:txBody>
                  <a:tcPr/>
                </a:tc>
              </a:tr>
              <a:tr h="376444">
                <a:tc>
                  <a:txBody>
                    <a:bodyPr/>
                    <a:lstStyle/>
                    <a:p>
                      <a:endParaRPr lang="en-IN" sz="1600" dirty="0"/>
                    </a:p>
                  </a:txBody>
                  <a:tcPr/>
                </a:tc>
                <a:tc>
                  <a:txBody>
                    <a:bodyPr/>
                    <a:lstStyle/>
                    <a:p>
                      <a:endParaRPr lang="en-IN" sz="1600" dirty="0"/>
                    </a:p>
                  </a:txBody>
                  <a:tcPr/>
                </a:tc>
                <a:tc>
                  <a:txBody>
                    <a:bodyPr/>
                    <a:lstStyle/>
                    <a:p>
                      <a:r>
                        <a:rPr lang="en-US" sz="1600" dirty="0" smtClean="0"/>
                        <a:t>High TLD</a:t>
                      </a:r>
                      <a:r>
                        <a:rPr lang="en-US" sz="1600" baseline="0" dirty="0" smtClean="0"/>
                        <a:t> Backlinks</a:t>
                      </a:r>
                      <a:endParaRPr lang="en-IN" sz="1600" dirty="0"/>
                    </a:p>
                  </a:txBody>
                  <a:tcPr/>
                </a:tc>
                <a:tc>
                  <a:txBody>
                    <a:bodyPr/>
                    <a:lstStyle/>
                    <a:p>
                      <a:endParaRPr lang="en-IN" sz="1600" dirty="0"/>
                    </a:p>
                  </a:txBody>
                  <a:tcPr/>
                </a:tc>
                <a:tc>
                  <a:txBody>
                    <a:bodyPr/>
                    <a:lstStyle/>
                    <a:p>
                      <a:endParaRPr lang="en-IN" sz="1600" dirty="0"/>
                    </a:p>
                  </a:txBody>
                  <a:tcPr/>
                </a:tc>
              </a:tr>
              <a:tr h="570696">
                <a:tc>
                  <a:txBody>
                    <a:bodyPr/>
                    <a:lstStyle/>
                    <a:p>
                      <a:endParaRPr lang="en-IN" sz="1600" dirty="0"/>
                    </a:p>
                  </a:txBody>
                  <a:tcPr/>
                </a:tc>
                <a:tc>
                  <a:txBody>
                    <a:bodyPr/>
                    <a:lstStyle/>
                    <a:p>
                      <a:endParaRPr lang="en-IN" sz="1600" dirty="0"/>
                    </a:p>
                  </a:txBody>
                  <a:tcPr/>
                </a:tc>
                <a:tc>
                  <a:txBody>
                    <a:bodyPr/>
                    <a:lstStyle/>
                    <a:p>
                      <a:r>
                        <a:rPr lang="en-US" sz="1600" dirty="0" smtClean="0"/>
                        <a:t>Tiered Backlinks</a:t>
                      </a:r>
                      <a:endParaRPr lang="en-IN" sz="1600" dirty="0"/>
                    </a:p>
                  </a:txBody>
                  <a:tcPr/>
                </a:tc>
                <a:tc>
                  <a:txBody>
                    <a:bodyPr/>
                    <a:lstStyle/>
                    <a:p>
                      <a:endParaRPr lang="en-IN" sz="1600" dirty="0"/>
                    </a:p>
                  </a:txBody>
                  <a:tcPr/>
                </a:tc>
                <a:tc>
                  <a:txBody>
                    <a:bodyPr/>
                    <a:lstStyle/>
                    <a:p>
                      <a:endParaRPr lang="en-IN" sz="1600" dirty="0"/>
                    </a:p>
                  </a:txBody>
                  <a:tcPr/>
                </a:tc>
              </a:tr>
              <a:tr h="570696">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r h="376444">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bl>
          </a:graphicData>
        </a:graphic>
      </p:graphicFrame>
    </p:spTree>
    <p:extLst>
      <p:ext uri="{BB962C8B-B14F-4D97-AF65-F5344CB8AC3E}">
        <p14:creationId xmlns:p14="http://schemas.microsoft.com/office/powerpoint/2010/main" val="145087518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
        <p:nvSpPr>
          <p:cNvPr id="7" name="TextBox 9"/>
          <p:cNvSpPr txBox="1">
            <a:spLocks noChangeArrowheads="1"/>
          </p:cNvSpPr>
          <p:nvPr/>
        </p:nvSpPr>
        <p:spPr bwMode="auto">
          <a:xfrm>
            <a:off x="166026" y="0"/>
            <a:ext cx="73767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Month 4 </a:t>
            </a:r>
            <a:r>
              <a:rPr lang="en-US" sz="3200" dirty="0" smtClean="0">
                <a:latin typeface="Palatino Linotype" panose="02040502050505030304" pitchFamily="18" charset="0"/>
                <a:cs typeface="Calibri" pitchFamily="34" charset="0"/>
              </a:rPr>
              <a:t>Activities</a:t>
            </a:r>
          </a:p>
        </p:txBody>
      </p:sp>
      <p:graphicFrame>
        <p:nvGraphicFramePr>
          <p:cNvPr id="5" name="Table 4"/>
          <p:cNvGraphicFramePr>
            <a:graphicFrameLocks noGrp="1"/>
          </p:cNvGraphicFramePr>
          <p:nvPr>
            <p:extLst>
              <p:ext uri="{D42A27DB-BD31-4B8C-83A1-F6EECF244321}">
                <p14:modId xmlns:p14="http://schemas.microsoft.com/office/powerpoint/2010/main" val="1093981477"/>
              </p:ext>
            </p:extLst>
          </p:nvPr>
        </p:nvGraphicFramePr>
        <p:xfrm>
          <a:off x="-1" y="584776"/>
          <a:ext cx="12192001" cy="6273225"/>
        </p:xfrm>
        <a:graphic>
          <a:graphicData uri="http://schemas.openxmlformats.org/drawingml/2006/table">
            <a:tbl>
              <a:tblPr firstRow="1" bandRow="1">
                <a:tableStyleId>{8A107856-5554-42FB-B03E-39F5DBC370BA}</a:tableStyleId>
              </a:tblPr>
              <a:tblGrid>
                <a:gridCol w="2438400"/>
                <a:gridCol w="2735899"/>
                <a:gridCol w="2140902"/>
                <a:gridCol w="2438400"/>
                <a:gridCol w="2438400"/>
              </a:tblGrid>
              <a:tr h="80800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t>Keywords and Content Planning</a:t>
                      </a:r>
                    </a:p>
                  </a:txBody>
                  <a:tcPr/>
                </a:tc>
                <a:tc>
                  <a:txBody>
                    <a:bodyPr/>
                    <a:lstStyle/>
                    <a:p>
                      <a:r>
                        <a:rPr lang="en-US" sz="1600" dirty="0" smtClean="0"/>
                        <a:t>Basic On page SEO Checks and Advanced Technical SEO</a:t>
                      </a:r>
                      <a:endParaRPr lang="en-IN" sz="1600" dirty="0"/>
                    </a:p>
                  </a:txBody>
                  <a:tcPr/>
                </a:tc>
                <a:tc>
                  <a:txBody>
                    <a:bodyPr/>
                    <a:lstStyle/>
                    <a:p>
                      <a:r>
                        <a:rPr lang="en-US" sz="1600" dirty="0" smtClean="0"/>
                        <a:t>Backlinks Drive </a:t>
                      </a:r>
                      <a:endParaRPr lang="en-IN" sz="1600" dirty="0"/>
                    </a:p>
                  </a:txBody>
                  <a:tcPr/>
                </a:tc>
                <a:tc>
                  <a:txBody>
                    <a:bodyPr/>
                    <a:lstStyle/>
                    <a:p>
                      <a:r>
                        <a:rPr lang="en-US" sz="1600" dirty="0" smtClean="0"/>
                        <a:t>Unique</a:t>
                      </a:r>
                      <a:r>
                        <a:rPr lang="en-US" sz="1600" baseline="0" dirty="0" smtClean="0"/>
                        <a:t> SEO Implementations</a:t>
                      </a:r>
                      <a:endParaRPr lang="en-IN" sz="1600" dirty="0"/>
                    </a:p>
                  </a:txBody>
                  <a:tcPr/>
                </a:tc>
                <a:tc>
                  <a:txBody>
                    <a:bodyPr/>
                    <a:lstStyle/>
                    <a:p>
                      <a:r>
                        <a:rPr lang="en-US" sz="1600" dirty="0" smtClean="0"/>
                        <a:t>Content</a:t>
                      </a:r>
                      <a:r>
                        <a:rPr lang="en-US" sz="1600" baseline="0" dirty="0" smtClean="0"/>
                        <a:t> Optimization and Data Driven Analysis</a:t>
                      </a:r>
                      <a:endParaRPr lang="en-IN" sz="1600" dirty="0"/>
                    </a:p>
                  </a:txBody>
                  <a:tcPr/>
                </a:tc>
              </a:tr>
              <a:tr h="668627">
                <a:tc>
                  <a:txBody>
                    <a:bodyPr/>
                    <a:lstStyle/>
                    <a:p>
                      <a:r>
                        <a:rPr lang="en-US" sz="1600" dirty="0" smtClean="0"/>
                        <a:t>Long Tail Keyword</a:t>
                      </a:r>
                      <a:r>
                        <a:rPr lang="en-US" sz="1600" baseline="0" dirty="0" smtClean="0"/>
                        <a:t> Research</a:t>
                      </a:r>
                      <a:endParaRPr lang="en-IN" sz="1600" dirty="0"/>
                    </a:p>
                  </a:txBody>
                  <a:tcPr/>
                </a:tc>
                <a:tc>
                  <a:txBody>
                    <a:bodyPr/>
                    <a:lstStyle/>
                    <a:p>
                      <a:r>
                        <a:rPr lang="en-US" sz="1600" dirty="0" smtClean="0"/>
                        <a:t>Technical</a:t>
                      </a:r>
                      <a:r>
                        <a:rPr lang="en-US" sz="1600" baseline="0" dirty="0" smtClean="0"/>
                        <a:t> SEO Monitoring</a:t>
                      </a:r>
                      <a:endParaRPr lang="en-IN" sz="1600" dirty="0"/>
                    </a:p>
                  </a:txBody>
                  <a:tcPr/>
                </a:tc>
                <a:tc>
                  <a:txBody>
                    <a:bodyPr/>
                    <a:lstStyle/>
                    <a:p>
                      <a:r>
                        <a:rPr lang="en-US" sz="1600" dirty="0" smtClean="0"/>
                        <a:t>New Content</a:t>
                      </a:r>
                      <a:r>
                        <a:rPr lang="en-US" sz="1600" baseline="0" dirty="0" smtClean="0"/>
                        <a:t> Drafts for Off Page</a:t>
                      </a:r>
                      <a:endParaRPr lang="en-IN" sz="1600" dirty="0"/>
                    </a:p>
                  </a:txBody>
                  <a:tcPr/>
                </a:tc>
                <a:tc>
                  <a:txBody>
                    <a:bodyPr/>
                    <a:lstStyle/>
                    <a:p>
                      <a:r>
                        <a:rPr lang="en-US" sz="1600" dirty="0" smtClean="0"/>
                        <a:t>Passage</a:t>
                      </a:r>
                      <a:r>
                        <a:rPr lang="en-US" sz="1600" baseline="0" dirty="0" smtClean="0"/>
                        <a:t> Indexing Optimization</a:t>
                      </a:r>
                      <a:endParaRPr lang="en-IN" sz="1600" dirty="0"/>
                    </a:p>
                  </a:txBody>
                  <a:tcPr/>
                </a:tc>
                <a:tc>
                  <a:txBody>
                    <a:bodyPr/>
                    <a:lstStyle/>
                    <a:p>
                      <a:r>
                        <a:rPr lang="en-US" sz="1600" dirty="0" smtClean="0"/>
                        <a:t>Blog</a:t>
                      </a:r>
                      <a:r>
                        <a:rPr lang="en-US" sz="1600" baseline="0" dirty="0" smtClean="0"/>
                        <a:t> Content Writing (7-8 Drafts)</a:t>
                      </a:r>
                      <a:endParaRPr lang="en-IN" sz="1600" dirty="0"/>
                    </a:p>
                  </a:txBody>
                  <a:tcPr/>
                </a:tc>
              </a:tr>
              <a:tr h="668627">
                <a:tc>
                  <a:txBody>
                    <a:bodyPr/>
                    <a:lstStyle/>
                    <a:p>
                      <a:endParaRPr lang="en-US" sz="1600" dirty="0" smtClean="0"/>
                    </a:p>
                  </a:txBody>
                  <a:tcPr/>
                </a:tc>
                <a:tc>
                  <a:txBody>
                    <a:bodyPr/>
                    <a:lstStyle/>
                    <a:p>
                      <a:r>
                        <a:rPr lang="en-US" sz="1600" dirty="0" smtClean="0"/>
                        <a:t>URL Canonicals</a:t>
                      </a:r>
                      <a:endParaRPr lang="en-IN" sz="1600" dirty="0"/>
                    </a:p>
                  </a:txBody>
                  <a:tcPr/>
                </a:tc>
                <a:tc>
                  <a:txBody>
                    <a:bodyPr/>
                    <a:lstStyle/>
                    <a:p>
                      <a:r>
                        <a:rPr lang="en-US" sz="1600" dirty="0" smtClean="0"/>
                        <a:t>High</a:t>
                      </a:r>
                      <a:r>
                        <a:rPr lang="en-US" sz="1600" baseline="0" dirty="0" smtClean="0"/>
                        <a:t> DA Backlinks</a:t>
                      </a:r>
                      <a:endParaRPr lang="en-IN" sz="1600" dirty="0"/>
                    </a:p>
                  </a:txBody>
                  <a:tcPr/>
                </a:tc>
                <a:tc>
                  <a:txBody>
                    <a:bodyPr/>
                    <a:lstStyle/>
                    <a:p>
                      <a:r>
                        <a:rPr lang="en-US" sz="1600" dirty="0" err="1" smtClean="0"/>
                        <a:t>Javascript</a:t>
                      </a:r>
                      <a:r>
                        <a:rPr lang="en-US" sz="1600" baseline="0" dirty="0" smtClean="0"/>
                        <a:t> Rendering Check</a:t>
                      </a:r>
                      <a:endParaRPr lang="en-IN" sz="1600" dirty="0"/>
                    </a:p>
                  </a:txBody>
                  <a:tcPr/>
                </a:tc>
                <a:tc>
                  <a:txBody>
                    <a:bodyPr/>
                    <a:lstStyle/>
                    <a:p>
                      <a:r>
                        <a:rPr lang="en-US" sz="1600" dirty="0" smtClean="0"/>
                        <a:t>Long</a:t>
                      </a:r>
                      <a:r>
                        <a:rPr lang="en-US" sz="1600" baseline="0" dirty="0" smtClean="0"/>
                        <a:t> Tail Keyword Additions</a:t>
                      </a:r>
                      <a:endParaRPr lang="en-IN" sz="1600" dirty="0"/>
                    </a:p>
                  </a:txBody>
                  <a:tcPr/>
                </a:tc>
              </a:tr>
              <a:tr h="528972">
                <a:tc>
                  <a:txBody>
                    <a:bodyPr/>
                    <a:lstStyle/>
                    <a:p>
                      <a:endParaRPr lang="en-IN" sz="1600" dirty="0"/>
                    </a:p>
                  </a:txBody>
                  <a:tcPr/>
                </a:tc>
                <a:tc>
                  <a:txBody>
                    <a:bodyPr/>
                    <a:lstStyle/>
                    <a:p>
                      <a:r>
                        <a:rPr lang="en-US" sz="1600" dirty="0" smtClean="0"/>
                        <a:t>Crawl Budget Optimization</a:t>
                      </a:r>
                      <a:endParaRPr lang="en-US" sz="1600" baseline="0" dirty="0" smtClean="0"/>
                    </a:p>
                  </a:txBody>
                  <a:tcPr/>
                </a:tc>
                <a:tc>
                  <a:txBody>
                    <a:bodyPr/>
                    <a:lstStyle/>
                    <a:p>
                      <a:r>
                        <a:rPr lang="en-US" sz="1600" dirty="0" smtClean="0"/>
                        <a:t>Web</a:t>
                      </a:r>
                      <a:r>
                        <a:rPr lang="en-US" sz="1600" baseline="0" dirty="0" smtClean="0"/>
                        <a:t> 2.0</a:t>
                      </a:r>
                    </a:p>
                  </a:txBody>
                  <a:tcPr/>
                </a:tc>
                <a:tc>
                  <a:txBody>
                    <a:bodyPr/>
                    <a:lstStyle/>
                    <a:p>
                      <a:r>
                        <a:rPr lang="en-US" sz="1600" dirty="0" smtClean="0"/>
                        <a:t>Voice Search Optimization</a:t>
                      </a:r>
                      <a:endParaRPr lang="en-IN" sz="1600" dirty="0"/>
                    </a:p>
                  </a:txBody>
                  <a:tcPr/>
                </a:tc>
                <a:tc>
                  <a:txBody>
                    <a:bodyPr/>
                    <a:lstStyle/>
                    <a:p>
                      <a:r>
                        <a:rPr lang="en-US" sz="1600" dirty="0" smtClean="0"/>
                        <a:t>Blog</a:t>
                      </a:r>
                      <a:r>
                        <a:rPr lang="en-US" sz="1600" baseline="0" dirty="0" smtClean="0"/>
                        <a:t> Schema Additions</a:t>
                      </a:r>
                      <a:endParaRPr lang="en-IN" sz="1600" dirty="0"/>
                    </a:p>
                  </a:txBody>
                  <a:tcPr/>
                </a:tc>
              </a:tr>
              <a:tr h="595363">
                <a:tc>
                  <a:txBody>
                    <a:bodyPr/>
                    <a:lstStyle/>
                    <a:p>
                      <a:endParaRPr lang="en-IN" sz="1600" dirty="0"/>
                    </a:p>
                  </a:txBody>
                  <a:tcPr/>
                </a:tc>
                <a:tc>
                  <a:txBody>
                    <a:bodyPr/>
                    <a:lstStyle/>
                    <a:p>
                      <a:r>
                        <a:rPr lang="en-US" sz="1600" dirty="0" smtClean="0"/>
                        <a:t>Schema Markup Additions</a:t>
                      </a:r>
                      <a:endParaRPr lang="en-US" sz="1600" baseline="0" dirty="0" smtClean="0"/>
                    </a:p>
                  </a:txBody>
                  <a:tcPr/>
                </a:tc>
                <a:tc>
                  <a:txBody>
                    <a:bodyPr/>
                    <a:lstStyle/>
                    <a:p>
                      <a:r>
                        <a:rPr lang="en-US" sz="1600" dirty="0" smtClean="0"/>
                        <a:t>Citation Links</a:t>
                      </a:r>
                      <a:endParaRPr lang="en-IN" sz="1600" dirty="0"/>
                    </a:p>
                  </a:txBody>
                  <a:tcPr/>
                </a:tc>
                <a:tc>
                  <a:txBody>
                    <a:bodyPr/>
                    <a:lstStyle/>
                    <a:p>
                      <a:r>
                        <a:rPr lang="en-US" sz="1600" dirty="0" smtClean="0"/>
                        <a:t>Striking Distance Keywords Analysis</a:t>
                      </a:r>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Blog Content Optimization</a:t>
                      </a:r>
                    </a:p>
                    <a:p>
                      <a:endParaRPr lang="en-IN" sz="1600" dirty="0"/>
                    </a:p>
                  </a:txBody>
                  <a:tcPr/>
                </a:tc>
              </a:tr>
              <a:tr h="668627">
                <a:tc>
                  <a:txBody>
                    <a:bodyPr/>
                    <a:lstStyle/>
                    <a:p>
                      <a:endParaRPr lang="en-IN" sz="1600" dirty="0"/>
                    </a:p>
                  </a:txBody>
                  <a:tcPr/>
                </a:tc>
                <a:tc>
                  <a:txBody>
                    <a:bodyPr/>
                    <a:lstStyle/>
                    <a:p>
                      <a:endParaRPr lang="en-IN" sz="1600" dirty="0"/>
                    </a:p>
                  </a:txBody>
                  <a:tcPr/>
                </a:tc>
                <a:tc>
                  <a:txBody>
                    <a:bodyPr/>
                    <a:lstStyle/>
                    <a:p>
                      <a:r>
                        <a:rPr lang="en-US" sz="1600" dirty="0" smtClean="0"/>
                        <a:t>Competitor</a:t>
                      </a:r>
                      <a:r>
                        <a:rPr lang="en-US" sz="1600" baseline="0" dirty="0" smtClean="0"/>
                        <a:t> GAP Based Links</a:t>
                      </a:r>
                      <a:endParaRPr lang="en-IN" sz="1600" dirty="0"/>
                    </a:p>
                  </a:txBody>
                  <a:tcPr/>
                </a:tc>
                <a:tc>
                  <a:txBody>
                    <a:bodyPr/>
                    <a:lstStyle/>
                    <a:p>
                      <a:endParaRPr lang="en-IN" sz="1600" dirty="0"/>
                    </a:p>
                  </a:txBody>
                  <a:tcPr/>
                </a:tc>
                <a:tc>
                  <a:txBody>
                    <a:bodyPr/>
                    <a:lstStyle/>
                    <a:p>
                      <a:r>
                        <a:rPr lang="en-US" sz="1600" dirty="0" smtClean="0"/>
                        <a:t>Short Content Additions to Top Performing</a:t>
                      </a:r>
                      <a:r>
                        <a:rPr lang="en-US" sz="1600" baseline="0" dirty="0" smtClean="0"/>
                        <a:t> Pages</a:t>
                      </a:r>
                      <a:endParaRPr lang="en-IN" sz="1600" dirty="0"/>
                    </a:p>
                  </a:txBody>
                  <a:tcPr/>
                </a:tc>
              </a:tr>
              <a:tr h="387100">
                <a:tc>
                  <a:txBody>
                    <a:bodyPr/>
                    <a:lstStyle/>
                    <a:p>
                      <a:endParaRPr lang="en-IN" sz="1600" dirty="0"/>
                    </a:p>
                  </a:txBody>
                  <a:tcPr/>
                </a:tc>
                <a:tc>
                  <a:txBody>
                    <a:bodyPr/>
                    <a:lstStyle/>
                    <a:p>
                      <a:endParaRPr lang="en-IN" sz="1600" dirty="0"/>
                    </a:p>
                  </a:txBody>
                  <a:tcPr/>
                </a:tc>
                <a:tc>
                  <a:txBody>
                    <a:bodyPr/>
                    <a:lstStyle/>
                    <a:p>
                      <a:r>
                        <a:rPr lang="en-US" sz="1600" dirty="0" smtClean="0"/>
                        <a:t>Map Links</a:t>
                      </a:r>
                      <a:endParaRPr lang="en-IN" sz="1600" dirty="0"/>
                    </a:p>
                  </a:txBody>
                  <a:tcPr/>
                </a:tc>
                <a:tc>
                  <a:txBody>
                    <a:bodyPr/>
                    <a:lstStyle/>
                    <a:p>
                      <a:endParaRPr lang="en-IN" sz="1600" dirty="0"/>
                    </a:p>
                  </a:txBody>
                  <a:tcPr/>
                </a:tc>
                <a:tc>
                  <a:txBody>
                    <a:bodyPr/>
                    <a:lstStyle/>
                    <a:p>
                      <a:r>
                        <a:rPr lang="en-US" sz="1600" dirty="0" smtClean="0"/>
                        <a:t>Content</a:t>
                      </a:r>
                      <a:r>
                        <a:rPr lang="en-US" sz="1600" baseline="0" dirty="0" smtClean="0"/>
                        <a:t> Syndication</a:t>
                      </a:r>
                      <a:endParaRPr lang="en-IN" sz="1600" dirty="0"/>
                    </a:p>
                  </a:txBody>
                  <a:tcPr/>
                </a:tc>
              </a:tr>
              <a:tr h="387100">
                <a:tc>
                  <a:txBody>
                    <a:bodyPr/>
                    <a:lstStyle/>
                    <a:p>
                      <a:endParaRPr lang="en-IN" sz="1600" dirty="0"/>
                    </a:p>
                  </a:txBody>
                  <a:tcPr/>
                </a:tc>
                <a:tc>
                  <a:txBody>
                    <a:bodyPr/>
                    <a:lstStyle/>
                    <a:p>
                      <a:endParaRPr lang="en-IN" sz="1600" dirty="0"/>
                    </a:p>
                  </a:txBody>
                  <a:tcPr/>
                </a:tc>
                <a:tc>
                  <a:txBody>
                    <a:bodyPr/>
                    <a:lstStyle/>
                    <a:p>
                      <a:r>
                        <a:rPr lang="en-US" sz="1600" dirty="0" smtClean="0"/>
                        <a:t>Broken Link</a:t>
                      </a:r>
                      <a:r>
                        <a:rPr lang="en-US" sz="1600" baseline="0" dirty="0" smtClean="0"/>
                        <a:t> Building</a:t>
                      </a:r>
                      <a:endParaRPr lang="en-IN" sz="1600" dirty="0"/>
                    </a:p>
                  </a:txBody>
                  <a:tcPr/>
                </a:tc>
                <a:tc>
                  <a:txBody>
                    <a:bodyPr/>
                    <a:lstStyle/>
                    <a:p>
                      <a:endParaRPr lang="en-IN" sz="1600" dirty="0"/>
                    </a:p>
                  </a:txBody>
                  <a:tcPr/>
                </a:tc>
                <a:tc>
                  <a:txBody>
                    <a:bodyPr/>
                    <a:lstStyle/>
                    <a:p>
                      <a:endParaRPr lang="en-IN" sz="1600" dirty="0"/>
                    </a:p>
                  </a:txBody>
                  <a:tcPr/>
                </a:tc>
              </a:tr>
              <a:tr h="586851">
                <a:tc>
                  <a:txBody>
                    <a:bodyPr/>
                    <a:lstStyle/>
                    <a:p>
                      <a:endParaRPr lang="en-IN" sz="1600" dirty="0"/>
                    </a:p>
                  </a:txBody>
                  <a:tcPr/>
                </a:tc>
                <a:tc>
                  <a:txBody>
                    <a:bodyPr/>
                    <a:lstStyle/>
                    <a:p>
                      <a:endParaRPr lang="en-IN" sz="1600" dirty="0"/>
                    </a:p>
                  </a:txBody>
                  <a:tcPr/>
                </a:tc>
                <a:tc>
                  <a:txBody>
                    <a:bodyPr/>
                    <a:lstStyle/>
                    <a:p>
                      <a:r>
                        <a:rPr lang="en-US" sz="1600" dirty="0" smtClean="0"/>
                        <a:t>Google Stacking</a:t>
                      </a:r>
                      <a:endParaRPr lang="en-IN" sz="1600" dirty="0"/>
                    </a:p>
                  </a:txBody>
                  <a:tcPr/>
                </a:tc>
                <a:tc>
                  <a:txBody>
                    <a:bodyPr/>
                    <a:lstStyle/>
                    <a:p>
                      <a:endParaRPr lang="en-IN" sz="1600" dirty="0"/>
                    </a:p>
                  </a:txBody>
                  <a:tcPr/>
                </a:tc>
                <a:tc>
                  <a:txBody>
                    <a:bodyPr/>
                    <a:lstStyle/>
                    <a:p>
                      <a:endParaRPr lang="en-IN" sz="1600" dirty="0"/>
                    </a:p>
                  </a:txBody>
                  <a:tcPr/>
                </a:tc>
              </a:tr>
              <a:tr h="586851">
                <a:tc>
                  <a:txBody>
                    <a:bodyPr/>
                    <a:lstStyle/>
                    <a:p>
                      <a:endParaRPr lang="en-IN" sz="1600" dirty="0"/>
                    </a:p>
                  </a:txBody>
                  <a:tcPr/>
                </a:tc>
                <a:tc>
                  <a:txBody>
                    <a:bodyPr/>
                    <a:lstStyle/>
                    <a:p>
                      <a:endParaRPr lang="en-IN" sz="1600" dirty="0"/>
                    </a:p>
                  </a:txBody>
                  <a:tcPr/>
                </a:tc>
                <a:tc>
                  <a:txBody>
                    <a:bodyPr/>
                    <a:lstStyle/>
                    <a:p>
                      <a:r>
                        <a:rPr lang="en-US" sz="1600" dirty="0" smtClean="0"/>
                        <a:t>NAP Links</a:t>
                      </a:r>
                      <a:endParaRPr lang="en-IN" sz="1600" dirty="0"/>
                    </a:p>
                  </a:txBody>
                  <a:tcPr/>
                </a:tc>
                <a:tc>
                  <a:txBody>
                    <a:bodyPr/>
                    <a:lstStyle/>
                    <a:p>
                      <a:endParaRPr lang="en-IN" sz="1600" dirty="0"/>
                    </a:p>
                  </a:txBody>
                  <a:tcPr/>
                </a:tc>
                <a:tc>
                  <a:txBody>
                    <a:bodyPr/>
                    <a:lstStyle/>
                    <a:p>
                      <a:endParaRPr lang="en-IN" sz="1600" dirty="0"/>
                    </a:p>
                  </a:txBody>
                  <a:tcPr/>
                </a:tc>
              </a:tr>
              <a:tr h="387100">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bl>
          </a:graphicData>
        </a:graphic>
      </p:graphicFrame>
    </p:spTree>
    <p:extLst>
      <p:ext uri="{BB962C8B-B14F-4D97-AF65-F5344CB8AC3E}">
        <p14:creationId xmlns:p14="http://schemas.microsoft.com/office/powerpoint/2010/main" val="32867982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
        <p:nvSpPr>
          <p:cNvPr id="7" name="TextBox 9"/>
          <p:cNvSpPr txBox="1">
            <a:spLocks noChangeArrowheads="1"/>
          </p:cNvSpPr>
          <p:nvPr/>
        </p:nvSpPr>
        <p:spPr bwMode="auto">
          <a:xfrm>
            <a:off x="166026" y="0"/>
            <a:ext cx="73767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Month 5 </a:t>
            </a:r>
            <a:r>
              <a:rPr lang="en-US" sz="3200" dirty="0" smtClean="0">
                <a:latin typeface="Palatino Linotype" panose="02040502050505030304" pitchFamily="18" charset="0"/>
                <a:cs typeface="Calibri" pitchFamily="34" charset="0"/>
              </a:rPr>
              <a:t>Activities</a:t>
            </a:r>
          </a:p>
        </p:txBody>
      </p:sp>
      <p:graphicFrame>
        <p:nvGraphicFramePr>
          <p:cNvPr id="5" name="Table 4"/>
          <p:cNvGraphicFramePr>
            <a:graphicFrameLocks noGrp="1"/>
          </p:cNvGraphicFramePr>
          <p:nvPr>
            <p:extLst>
              <p:ext uri="{D42A27DB-BD31-4B8C-83A1-F6EECF244321}">
                <p14:modId xmlns:p14="http://schemas.microsoft.com/office/powerpoint/2010/main" val="264767785"/>
              </p:ext>
            </p:extLst>
          </p:nvPr>
        </p:nvGraphicFramePr>
        <p:xfrm>
          <a:off x="-1" y="584776"/>
          <a:ext cx="12192001" cy="6273223"/>
        </p:xfrm>
        <a:graphic>
          <a:graphicData uri="http://schemas.openxmlformats.org/drawingml/2006/table">
            <a:tbl>
              <a:tblPr firstRow="1" bandRow="1">
                <a:tableStyleId>{8A107856-5554-42FB-B03E-39F5DBC370BA}</a:tableStyleId>
              </a:tblPr>
              <a:tblGrid>
                <a:gridCol w="2438400"/>
                <a:gridCol w="2735899"/>
                <a:gridCol w="2140902"/>
                <a:gridCol w="2438400"/>
                <a:gridCol w="2438400"/>
              </a:tblGrid>
              <a:tr h="7752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t>Keywords and Content Planning</a:t>
                      </a:r>
                    </a:p>
                  </a:txBody>
                  <a:tcPr/>
                </a:tc>
                <a:tc>
                  <a:txBody>
                    <a:bodyPr/>
                    <a:lstStyle/>
                    <a:p>
                      <a:r>
                        <a:rPr lang="en-US" sz="1600" dirty="0" smtClean="0"/>
                        <a:t>Basic On page SEO Checks and Advanced Technical SEO</a:t>
                      </a:r>
                      <a:endParaRPr lang="en-IN" sz="1600" dirty="0"/>
                    </a:p>
                  </a:txBody>
                  <a:tcPr/>
                </a:tc>
                <a:tc>
                  <a:txBody>
                    <a:bodyPr/>
                    <a:lstStyle/>
                    <a:p>
                      <a:r>
                        <a:rPr lang="en-US" sz="1600" dirty="0" smtClean="0"/>
                        <a:t>Backlinks Drive </a:t>
                      </a:r>
                      <a:endParaRPr lang="en-IN" sz="1600" dirty="0"/>
                    </a:p>
                  </a:txBody>
                  <a:tcPr/>
                </a:tc>
                <a:tc>
                  <a:txBody>
                    <a:bodyPr/>
                    <a:lstStyle/>
                    <a:p>
                      <a:r>
                        <a:rPr lang="en-US" sz="1600" dirty="0" smtClean="0"/>
                        <a:t>Unique</a:t>
                      </a:r>
                      <a:r>
                        <a:rPr lang="en-US" sz="1600" baseline="0" dirty="0" smtClean="0"/>
                        <a:t> SEO Implementations</a:t>
                      </a:r>
                      <a:endParaRPr lang="en-IN" sz="1600" dirty="0"/>
                    </a:p>
                  </a:txBody>
                  <a:tcPr/>
                </a:tc>
                <a:tc>
                  <a:txBody>
                    <a:bodyPr/>
                    <a:lstStyle/>
                    <a:p>
                      <a:r>
                        <a:rPr lang="en-US" sz="1600" dirty="0" smtClean="0"/>
                        <a:t>Content</a:t>
                      </a:r>
                      <a:r>
                        <a:rPr lang="en-US" sz="1600" baseline="0" dirty="0" smtClean="0"/>
                        <a:t> Optimization and Data Driven Analysis</a:t>
                      </a:r>
                      <a:endParaRPr lang="en-IN" sz="1600" dirty="0"/>
                    </a:p>
                  </a:txBody>
                  <a:tcPr/>
                </a:tc>
              </a:tr>
              <a:tr h="641530">
                <a:tc>
                  <a:txBody>
                    <a:bodyPr/>
                    <a:lstStyle/>
                    <a:p>
                      <a:endParaRPr lang="en-IN" sz="1600" dirty="0"/>
                    </a:p>
                  </a:txBody>
                  <a:tcPr/>
                </a:tc>
                <a:tc>
                  <a:txBody>
                    <a:bodyPr/>
                    <a:lstStyle/>
                    <a:p>
                      <a:r>
                        <a:rPr lang="en-US" sz="1600" dirty="0" smtClean="0"/>
                        <a:t>Technical</a:t>
                      </a:r>
                      <a:r>
                        <a:rPr lang="en-US" sz="1600" baseline="0" dirty="0" smtClean="0"/>
                        <a:t> SEO Monitoring</a:t>
                      </a:r>
                      <a:endParaRPr lang="en-IN" sz="1600" dirty="0"/>
                    </a:p>
                  </a:txBody>
                  <a:tcPr/>
                </a:tc>
                <a:tc>
                  <a:txBody>
                    <a:bodyPr/>
                    <a:lstStyle/>
                    <a:p>
                      <a:r>
                        <a:rPr lang="en-US" sz="1600" dirty="0" smtClean="0"/>
                        <a:t>New Content</a:t>
                      </a:r>
                      <a:r>
                        <a:rPr lang="en-US" sz="1600" baseline="0" dirty="0" smtClean="0"/>
                        <a:t> Drafts for Off Page</a:t>
                      </a:r>
                      <a:endParaRPr lang="en-IN" sz="1600" dirty="0"/>
                    </a:p>
                  </a:txBody>
                  <a:tcPr/>
                </a:tc>
                <a:tc>
                  <a:txBody>
                    <a:bodyPr/>
                    <a:lstStyle/>
                    <a:p>
                      <a:r>
                        <a:rPr lang="en-US" sz="1600" dirty="0" smtClean="0"/>
                        <a:t>CTR Optimization</a:t>
                      </a:r>
                      <a:endParaRPr lang="en-IN" sz="1600" dirty="0"/>
                    </a:p>
                  </a:txBody>
                  <a:tcPr/>
                </a:tc>
                <a:tc>
                  <a:txBody>
                    <a:bodyPr/>
                    <a:lstStyle/>
                    <a:p>
                      <a:r>
                        <a:rPr lang="en-US" sz="1600" dirty="0" smtClean="0"/>
                        <a:t>Blog</a:t>
                      </a:r>
                      <a:r>
                        <a:rPr lang="en-US" sz="1600" baseline="0" dirty="0" smtClean="0"/>
                        <a:t> Content Writing (7-8 Drafts)</a:t>
                      </a:r>
                      <a:endParaRPr lang="en-IN" sz="1600" dirty="0"/>
                    </a:p>
                  </a:txBody>
                  <a:tcPr/>
                </a:tc>
              </a:tr>
              <a:tr h="641530">
                <a:tc>
                  <a:txBody>
                    <a:bodyPr/>
                    <a:lstStyle/>
                    <a:p>
                      <a:endParaRPr lang="en-US" sz="1600" dirty="0" smtClean="0"/>
                    </a:p>
                  </a:txBody>
                  <a:tcPr/>
                </a:tc>
                <a:tc>
                  <a:txBody>
                    <a:bodyPr/>
                    <a:lstStyle/>
                    <a:p>
                      <a:r>
                        <a:rPr lang="en-US" sz="1600" dirty="0" smtClean="0"/>
                        <a:t>Pagination</a:t>
                      </a:r>
                      <a:r>
                        <a:rPr lang="en-US" sz="1600" baseline="0" dirty="0" smtClean="0"/>
                        <a:t> Checks</a:t>
                      </a:r>
                      <a:endParaRPr lang="en-IN" sz="1600" dirty="0"/>
                    </a:p>
                  </a:txBody>
                  <a:tcPr/>
                </a:tc>
                <a:tc>
                  <a:txBody>
                    <a:bodyPr/>
                    <a:lstStyle/>
                    <a:p>
                      <a:r>
                        <a:rPr lang="en-US" sz="1600" dirty="0" smtClean="0"/>
                        <a:t>High</a:t>
                      </a:r>
                      <a:r>
                        <a:rPr lang="en-US" sz="1600" baseline="0" dirty="0" smtClean="0"/>
                        <a:t> DA Backlinks</a:t>
                      </a:r>
                      <a:endParaRPr lang="en-IN" sz="1600" dirty="0"/>
                    </a:p>
                  </a:txBody>
                  <a:tcPr/>
                </a:tc>
                <a:tc>
                  <a:txBody>
                    <a:bodyPr/>
                    <a:lstStyle/>
                    <a:p>
                      <a:r>
                        <a:rPr lang="en-US" sz="1600" dirty="0" smtClean="0"/>
                        <a:t>Conversion</a:t>
                      </a:r>
                      <a:r>
                        <a:rPr lang="en-US" sz="1600" baseline="0" dirty="0" smtClean="0"/>
                        <a:t> Rate Optimization</a:t>
                      </a:r>
                      <a:endParaRPr lang="en-IN" sz="1600" dirty="0"/>
                    </a:p>
                  </a:txBody>
                  <a:tcPr/>
                </a:tc>
                <a:tc>
                  <a:txBody>
                    <a:bodyPr/>
                    <a:lstStyle/>
                    <a:p>
                      <a:r>
                        <a:rPr lang="en-US" sz="1600" dirty="0" smtClean="0"/>
                        <a:t>Long</a:t>
                      </a:r>
                      <a:r>
                        <a:rPr lang="en-US" sz="1600" baseline="0" dirty="0" smtClean="0"/>
                        <a:t> Tail Keyword Additions</a:t>
                      </a:r>
                      <a:endParaRPr lang="en-IN" sz="1600" dirty="0"/>
                    </a:p>
                  </a:txBody>
                  <a:tcPr/>
                </a:tc>
              </a:tr>
              <a:tr h="507534">
                <a:tc>
                  <a:txBody>
                    <a:bodyPr/>
                    <a:lstStyle/>
                    <a:p>
                      <a:endParaRPr lang="en-IN" sz="1600" dirty="0"/>
                    </a:p>
                  </a:txBody>
                  <a:tcPr/>
                </a:tc>
                <a:tc>
                  <a:txBody>
                    <a:bodyPr/>
                    <a:lstStyle/>
                    <a:p>
                      <a:r>
                        <a:rPr lang="en-US" sz="1600" dirty="0" smtClean="0"/>
                        <a:t>Crawl Depth Optimization</a:t>
                      </a:r>
                      <a:endParaRPr lang="en-US" sz="1600" baseline="0" dirty="0" smtClean="0"/>
                    </a:p>
                  </a:txBody>
                  <a:tcPr/>
                </a:tc>
                <a:tc>
                  <a:txBody>
                    <a:bodyPr/>
                    <a:lstStyle/>
                    <a:p>
                      <a:r>
                        <a:rPr lang="en-US" sz="1600" dirty="0" smtClean="0"/>
                        <a:t>Web</a:t>
                      </a:r>
                      <a:r>
                        <a:rPr lang="en-US" sz="1600" baseline="0" dirty="0" smtClean="0"/>
                        <a:t> 2.0</a:t>
                      </a:r>
                    </a:p>
                  </a:txBody>
                  <a:tcPr/>
                </a:tc>
                <a:tc>
                  <a:txBody>
                    <a:bodyPr/>
                    <a:lstStyle/>
                    <a:p>
                      <a:r>
                        <a:rPr lang="en-US" sz="1600" dirty="0" smtClean="0"/>
                        <a:t>Website</a:t>
                      </a:r>
                      <a:r>
                        <a:rPr lang="en-US" sz="1600" baseline="0" dirty="0" smtClean="0"/>
                        <a:t> </a:t>
                      </a:r>
                      <a:r>
                        <a:rPr lang="en-US" sz="1600" baseline="0" dirty="0" err="1" smtClean="0"/>
                        <a:t>Heatmap</a:t>
                      </a:r>
                      <a:r>
                        <a:rPr lang="en-US" sz="1600" baseline="0" dirty="0" smtClean="0"/>
                        <a:t> Analysis</a:t>
                      </a:r>
                      <a:endParaRPr lang="en-IN" sz="1600" dirty="0"/>
                    </a:p>
                  </a:txBody>
                  <a:tcPr/>
                </a:tc>
                <a:tc>
                  <a:txBody>
                    <a:bodyPr/>
                    <a:lstStyle/>
                    <a:p>
                      <a:r>
                        <a:rPr lang="en-US" sz="1600" dirty="0" smtClean="0"/>
                        <a:t>Blog</a:t>
                      </a:r>
                      <a:r>
                        <a:rPr lang="en-US" sz="1600" baseline="0" dirty="0" smtClean="0"/>
                        <a:t> Schema Additions</a:t>
                      </a:r>
                      <a:endParaRPr lang="en-IN" sz="1600" dirty="0"/>
                    </a:p>
                  </a:txBody>
                  <a:tcPr/>
                </a:tc>
              </a:tr>
              <a:tr h="595949">
                <a:tc>
                  <a:txBody>
                    <a:bodyPr/>
                    <a:lstStyle/>
                    <a:p>
                      <a:endParaRPr lang="en-IN" sz="1600" dirty="0"/>
                    </a:p>
                  </a:txBody>
                  <a:tcPr/>
                </a:tc>
                <a:tc>
                  <a:txBody>
                    <a:bodyPr/>
                    <a:lstStyle/>
                    <a:p>
                      <a:r>
                        <a:rPr lang="en-US" sz="1600" baseline="0" dirty="0" smtClean="0"/>
                        <a:t>Local SEO Checks</a:t>
                      </a:r>
                    </a:p>
                  </a:txBody>
                  <a:tcPr/>
                </a:tc>
                <a:tc>
                  <a:txBody>
                    <a:bodyPr/>
                    <a:lstStyle/>
                    <a:p>
                      <a:r>
                        <a:rPr lang="en-US" sz="1600" dirty="0" smtClean="0"/>
                        <a:t>Broken</a:t>
                      </a:r>
                      <a:r>
                        <a:rPr lang="en-US" sz="1600" baseline="0" dirty="0" smtClean="0"/>
                        <a:t> Link Building</a:t>
                      </a:r>
                      <a:endParaRPr lang="en-IN" sz="1600" dirty="0"/>
                    </a:p>
                  </a:txBody>
                  <a:tcPr/>
                </a:tc>
                <a:tc>
                  <a:txBody>
                    <a:bodyPr/>
                    <a:lstStyle/>
                    <a:p>
                      <a:r>
                        <a:rPr lang="en-US" sz="1600" dirty="0" smtClean="0"/>
                        <a:t>MREID Schema Implementation</a:t>
                      </a:r>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Blog Content Optimization</a:t>
                      </a:r>
                    </a:p>
                    <a:p>
                      <a:endParaRPr lang="en-IN" sz="1600" dirty="0"/>
                    </a:p>
                  </a:txBody>
                  <a:tcPr/>
                </a:tc>
              </a:tr>
              <a:tr h="641530">
                <a:tc>
                  <a:txBody>
                    <a:bodyPr/>
                    <a:lstStyle/>
                    <a:p>
                      <a:endParaRPr lang="en-IN" sz="1600" dirty="0"/>
                    </a:p>
                  </a:txBody>
                  <a:tcPr/>
                </a:tc>
                <a:tc>
                  <a:txBody>
                    <a:bodyPr/>
                    <a:lstStyle/>
                    <a:p>
                      <a:r>
                        <a:rPr lang="en-US" sz="1600" dirty="0" smtClean="0"/>
                        <a:t>Core Web Vitals</a:t>
                      </a:r>
                      <a:endParaRPr lang="en-IN" sz="1600" dirty="0"/>
                    </a:p>
                  </a:txBody>
                  <a:tcPr/>
                </a:tc>
                <a:tc>
                  <a:txBody>
                    <a:bodyPr/>
                    <a:lstStyle/>
                    <a:p>
                      <a:r>
                        <a:rPr lang="en-US" sz="1600" dirty="0" smtClean="0"/>
                        <a:t>Wiki Links</a:t>
                      </a:r>
                      <a:endParaRPr lang="en-IN" sz="1600" dirty="0"/>
                    </a:p>
                  </a:txBody>
                  <a:tcPr/>
                </a:tc>
                <a:tc>
                  <a:txBody>
                    <a:bodyPr/>
                    <a:lstStyle/>
                    <a:p>
                      <a:r>
                        <a:rPr lang="en-US" sz="1400" dirty="0" smtClean="0"/>
                        <a:t>Entity Schema for Knowledge Graph</a:t>
                      </a:r>
                      <a:endParaRPr lang="en-IN" sz="1400" dirty="0"/>
                    </a:p>
                  </a:txBody>
                  <a:tcPr/>
                </a:tc>
                <a:tc>
                  <a:txBody>
                    <a:bodyPr/>
                    <a:lstStyle/>
                    <a:p>
                      <a:r>
                        <a:rPr lang="en-US" sz="1600" dirty="0" smtClean="0"/>
                        <a:t>Short Content Additions to Top Performing</a:t>
                      </a:r>
                      <a:r>
                        <a:rPr lang="en-US" sz="1600" baseline="0" dirty="0" smtClean="0"/>
                        <a:t> Pages</a:t>
                      </a:r>
                      <a:endParaRPr lang="en-IN" sz="1600" dirty="0"/>
                    </a:p>
                  </a:txBody>
                  <a:tcPr/>
                </a:tc>
              </a:tr>
              <a:tr h="595949">
                <a:tc>
                  <a:txBody>
                    <a:bodyPr/>
                    <a:lstStyle/>
                    <a:p>
                      <a:endParaRPr lang="en-IN" sz="1600" dirty="0"/>
                    </a:p>
                  </a:txBody>
                  <a:tcPr/>
                </a:tc>
                <a:tc>
                  <a:txBody>
                    <a:bodyPr/>
                    <a:lstStyle/>
                    <a:p>
                      <a:endParaRPr lang="en-IN" sz="1600" dirty="0"/>
                    </a:p>
                  </a:txBody>
                  <a:tcPr/>
                </a:tc>
                <a:tc>
                  <a:txBody>
                    <a:bodyPr/>
                    <a:lstStyle/>
                    <a:p>
                      <a:r>
                        <a:rPr lang="en-US" sz="1600" dirty="0" smtClean="0"/>
                        <a:t>Backlink Indexation</a:t>
                      </a:r>
                      <a:r>
                        <a:rPr lang="en-US" sz="1600" baseline="0" dirty="0" smtClean="0"/>
                        <a:t> Using Python</a:t>
                      </a:r>
                      <a:endParaRPr lang="en-IN" sz="1600" dirty="0"/>
                    </a:p>
                  </a:txBody>
                  <a:tcPr/>
                </a:tc>
                <a:tc>
                  <a:txBody>
                    <a:bodyPr/>
                    <a:lstStyle/>
                    <a:p>
                      <a:endParaRPr lang="en-IN" sz="1600" dirty="0"/>
                    </a:p>
                  </a:txBody>
                  <a:tcPr/>
                </a:tc>
                <a:tc>
                  <a:txBody>
                    <a:bodyPr/>
                    <a:lstStyle/>
                    <a:p>
                      <a:r>
                        <a:rPr lang="en-US" sz="1600" dirty="0" smtClean="0"/>
                        <a:t>Short Video</a:t>
                      </a:r>
                      <a:r>
                        <a:rPr lang="en-US" sz="1600" baseline="0" dirty="0" smtClean="0"/>
                        <a:t> Addition to Top Performing Contents</a:t>
                      </a:r>
                      <a:endParaRPr lang="en-IN" sz="1600" dirty="0"/>
                    </a:p>
                  </a:txBody>
                  <a:tcPr/>
                </a:tc>
              </a:tr>
              <a:tr h="376389">
                <a:tc>
                  <a:txBody>
                    <a:bodyPr/>
                    <a:lstStyle/>
                    <a:p>
                      <a:endParaRPr lang="en-IN" sz="1600" dirty="0"/>
                    </a:p>
                  </a:txBody>
                  <a:tcPr/>
                </a:tc>
                <a:tc>
                  <a:txBody>
                    <a:bodyPr/>
                    <a:lstStyle/>
                    <a:p>
                      <a:endParaRPr lang="en-IN" sz="1600" dirty="0"/>
                    </a:p>
                  </a:txBody>
                  <a:tcPr/>
                </a:tc>
                <a:tc>
                  <a:txBody>
                    <a:bodyPr/>
                    <a:lstStyle/>
                    <a:p>
                      <a:endParaRPr lang="en-IN"/>
                    </a:p>
                  </a:txBody>
                  <a:tcPr/>
                </a:tc>
                <a:tc>
                  <a:txBody>
                    <a:bodyPr/>
                    <a:lstStyle/>
                    <a:p>
                      <a:endParaRPr lang="en-IN" sz="1600" dirty="0"/>
                    </a:p>
                  </a:txBody>
                  <a:tcPr/>
                </a:tc>
                <a:tc>
                  <a:txBody>
                    <a:bodyPr/>
                    <a:lstStyle/>
                    <a:p>
                      <a:endParaRPr lang="en-IN" sz="1600" dirty="0"/>
                    </a:p>
                  </a:txBody>
                  <a:tcPr/>
                </a:tc>
              </a:tr>
              <a:tr h="563069">
                <a:tc>
                  <a:txBody>
                    <a:bodyPr/>
                    <a:lstStyle/>
                    <a:p>
                      <a:endParaRPr lang="en-IN" sz="1600" dirty="0"/>
                    </a:p>
                  </a:txBody>
                  <a:tcPr/>
                </a:tc>
                <a:tc>
                  <a:txBody>
                    <a:bodyPr/>
                    <a:lstStyle/>
                    <a:p>
                      <a:endParaRPr lang="en-IN" sz="1600" dirty="0"/>
                    </a:p>
                  </a:txBody>
                  <a:tcPr/>
                </a:tc>
                <a:tc>
                  <a:txBody>
                    <a:bodyPr/>
                    <a:lstStyle/>
                    <a:p>
                      <a:endParaRPr lang="en-IN"/>
                    </a:p>
                  </a:txBody>
                  <a:tcPr/>
                </a:tc>
                <a:tc>
                  <a:txBody>
                    <a:bodyPr/>
                    <a:lstStyle/>
                    <a:p>
                      <a:endParaRPr lang="en-IN" sz="1600" dirty="0"/>
                    </a:p>
                  </a:txBody>
                  <a:tcPr/>
                </a:tc>
                <a:tc>
                  <a:txBody>
                    <a:bodyPr/>
                    <a:lstStyle/>
                    <a:p>
                      <a:endParaRPr lang="en-IN" sz="1600" dirty="0"/>
                    </a:p>
                  </a:txBody>
                  <a:tcPr/>
                </a:tc>
              </a:tr>
              <a:tr h="563069">
                <a:tc>
                  <a:txBody>
                    <a:bodyPr/>
                    <a:lstStyle/>
                    <a:p>
                      <a:endParaRPr lang="en-IN" sz="1600" dirty="0"/>
                    </a:p>
                  </a:txBody>
                  <a:tcPr/>
                </a:tc>
                <a:tc>
                  <a:txBody>
                    <a:bodyPr/>
                    <a:lstStyle/>
                    <a:p>
                      <a:endParaRPr lang="en-IN" sz="1600" dirty="0"/>
                    </a:p>
                  </a:txBody>
                  <a:tcPr/>
                </a:tc>
                <a:tc>
                  <a:txBody>
                    <a:bodyPr/>
                    <a:lstStyle/>
                    <a:p>
                      <a:endParaRPr lang="en-IN" dirty="0"/>
                    </a:p>
                  </a:txBody>
                  <a:tcPr/>
                </a:tc>
                <a:tc>
                  <a:txBody>
                    <a:bodyPr/>
                    <a:lstStyle/>
                    <a:p>
                      <a:endParaRPr lang="en-IN" sz="1600" dirty="0"/>
                    </a:p>
                  </a:txBody>
                  <a:tcPr/>
                </a:tc>
                <a:tc>
                  <a:txBody>
                    <a:bodyPr/>
                    <a:lstStyle/>
                    <a:p>
                      <a:endParaRPr lang="en-IN" sz="1600" dirty="0"/>
                    </a:p>
                  </a:txBody>
                  <a:tcPr/>
                </a:tc>
              </a:tr>
              <a:tr h="371412">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bl>
          </a:graphicData>
        </a:graphic>
      </p:graphicFrame>
    </p:spTree>
    <p:extLst>
      <p:ext uri="{BB962C8B-B14F-4D97-AF65-F5344CB8AC3E}">
        <p14:creationId xmlns:p14="http://schemas.microsoft.com/office/powerpoint/2010/main" val="26273492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
        <p:nvSpPr>
          <p:cNvPr id="7" name="TextBox 9"/>
          <p:cNvSpPr txBox="1">
            <a:spLocks noChangeArrowheads="1"/>
          </p:cNvSpPr>
          <p:nvPr/>
        </p:nvSpPr>
        <p:spPr bwMode="auto">
          <a:xfrm>
            <a:off x="166026" y="0"/>
            <a:ext cx="737679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3200" dirty="0" smtClean="0">
                <a:solidFill>
                  <a:srgbClr val="C00000"/>
                </a:solidFill>
                <a:latin typeface="Palatino Linotype" panose="02040502050505030304" pitchFamily="18" charset="0"/>
                <a:cs typeface="Calibri" pitchFamily="34" charset="0"/>
              </a:rPr>
              <a:t>Month 6 </a:t>
            </a:r>
            <a:r>
              <a:rPr lang="en-US" sz="3200" dirty="0" smtClean="0">
                <a:latin typeface="Palatino Linotype" panose="02040502050505030304" pitchFamily="18" charset="0"/>
                <a:cs typeface="Calibri" pitchFamily="34" charset="0"/>
              </a:rPr>
              <a:t>Activities</a:t>
            </a:r>
          </a:p>
        </p:txBody>
      </p:sp>
      <p:graphicFrame>
        <p:nvGraphicFramePr>
          <p:cNvPr id="5" name="Table 4"/>
          <p:cNvGraphicFramePr>
            <a:graphicFrameLocks noGrp="1"/>
          </p:cNvGraphicFramePr>
          <p:nvPr>
            <p:extLst>
              <p:ext uri="{D42A27DB-BD31-4B8C-83A1-F6EECF244321}">
                <p14:modId xmlns:p14="http://schemas.microsoft.com/office/powerpoint/2010/main" val="3067766463"/>
              </p:ext>
            </p:extLst>
          </p:nvPr>
        </p:nvGraphicFramePr>
        <p:xfrm>
          <a:off x="-1" y="584775"/>
          <a:ext cx="12192001" cy="6614160"/>
        </p:xfrm>
        <a:graphic>
          <a:graphicData uri="http://schemas.openxmlformats.org/drawingml/2006/table">
            <a:tbl>
              <a:tblPr firstRow="1" bandRow="1">
                <a:tableStyleId>{8A107856-5554-42FB-B03E-39F5DBC370BA}</a:tableStyleId>
              </a:tblPr>
              <a:tblGrid>
                <a:gridCol w="2438400"/>
                <a:gridCol w="2735899"/>
                <a:gridCol w="2140902"/>
                <a:gridCol w="2438400"/>
                <a:gridCol w="2438400"/>
              </a:tblGrid>
              <a:tr h="5185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t>Keywords and Content Planning</a:t>
                      </a:r>
                    </a:p>
                  </a:txBody>
                  <a:tcPr/>
                </a:tc>
                <a:tc>
                  <a:txBody>
                    <a:bodyPr/>
                    <a:lstStyle/>
                    <a:p>
                      <a:r>
                        <a:rPr lang="en-US" sz="1600" dirty="0" smtClean="0"/>
                        <a:t>Basic On page SEO Checks and Advanced Technical SEO</a:t>
                      </a:r>
                      <a:endParaRPr lang="en-IN" sz="1600" dirty="0"/>
                    </a:p>
                  </a:txBody>
                  <a:tcPr/>
                </a:tc>
                <a:tc>
                  <a:txBody>
                    <a:bodyPr/>
                    <a:lstStyle/>
                    <a:p>
                      <a:r>
                        <a:rPr lang="en-US" sz="1600" dirty="0" smtClean="0"/>
                        <a:t>Backlinks Drive </a:t>
                      </a:r>
                      <a:endParaRPr lang="en-IN" sz="1600" dirty="0"/>
                    </a:p>
                  </a:txBody>
                  <a:tcPr/>
                </a:tc>
                <a:tc>
                  <a:txBody>
                    <a:bodyPr/>
                    <a:lstStyle/>
                    <a:p>
                      <a:r>
                        <a:rPr lang="en-US" sz="1600" dirty="0" smtClean="0"/>
                        <a:t>Unique</a:t>
                      </a:r>
                      <a:r>
                        <a:rPr lang="en-US" sz="1600" baseline="0" dirty="0" smtClean="0"/>
                        <a:t> SEO Implementations</a:t>
                      </a:r>
                      <a:endParaRPr lang="en-IN" sz="1600" dirty="0"/>
                    </a:p>
                  </a:txBody>
                  <a:tcPr/>
                </a:tc>
                <a:tc>
                  <a:txBody>
                    <a:bodyPr/>
                    <a:lstStyle/>
                    <a:p>
                      <a:r>
                        <a:rPr lang="en-US" sz="1600" dirty="0" smtClean="0"/>
                        <a:t>Content</a:t>
                      </a:r>
                      <a:r>
                        <a:rPr lang="en-US" sz="1600" baseline="0" dirty="0" smtClean="0"/>
                        <a:t> Optimization and Data Driven Analysis</a:t>
                      </a:r>
                      <a:endParaRPr lang="en-IN" sz="1600" dirty="0"/>
                    </a:p>
                  </a:txBody>
                  <a:tcPr/>
                </a:tc>
              </a:tr>
              <a:tr h="518520">
                <a:tc>
                  <a:txBody>
                    <a:bodyPr/>
                    <a:lstStyle/>
                    <a:p>
                      <a:endParaRPr lang="en-IN" sz="1600" dirty="0"/>
                    </a:p>
                  </a:txBody>
                  <a:tcPr/>
                </a:tc>
                <a:tc>
                  <a:txBody>
                    <a:bodyPr/>
                    <a:lstStyle/>
                    <a:p>
                      <a:r>
                        <a:rPr lang="en-US" sz="1600" dirty="0" smtClean="0"/>
                        <a:t>Technical</a:t>
                      </a:r>
                      <a:r>
                        <a:rPr lang="en-US" sz="1600" baseline="0" dirty="0" smtClean="0"/>
                        <a:t> SEO Monitoring</a:t>
                      </a:r>
                      <a:endParaRPr lang="en-IN" sz="1600" dirty="0"/>
                    </a:p>
                  </a:txBody>
                  <a:tcPr/>
                </a:tc>
                <a:tc>
                  <a:txBody>
                    <a:bodyPr/>
                    <a:lstStyle/>
                    <a:p>
                      <a:r>
                        <a:rPr lang="en-US" sz="1600" dirty="0" smtClean="0"/>
                        <a:t>New Content</a:t>
                      </a:r>
                      <a:r>
                        <a:rPr lang="en-US" sz="1600" baseline="0" dirty="0" smtClean="0"/>
                        <a:t> Drafts for Off Page</a:t>
                      </a:r>
                      <a:endParaRPr lang="en-IN" sz="1600" dirty="0"/>
                    </a:p>
                  </a:txBody>
                  <a:tcPr/>
                </a:tc>
                <a:tc>
                  <a:txBody>
                    <a:bodyPr/>
                    <a:lstStyle/>
                    <a:p>
                      <a:r>
                        <a:rPr lang="en-US" sz="1600" dirty="0" smtClean="0"/>
                        <a:t>Chrome User Experience Report</a:t>
                      </a:r>
                      <a:endParaRPr lang="en-IN" sz="1600" dirty="0"/>
                    </a:p>
                  </a:txBody>
                  <a:tcPr/>
                </a:tc>
                <a:tc>
                  <a:txBody>
                    <a:bodyPr/>
                    <a:lstStyle/>
                    <a:p>
                      <a:r>
                        <a:rPr lang="en-US" sz="1600" dirty="0" smtClean="0"/>
                        <a:t>Blog</a:t>
                      </a:r>
                      <a:r>
                        <a:rPr lang="en-US" sz="1600" baseline="0" dirty="0" smtClean="0"/>
                        <a:t> Content Writing (7-8 Drafts)</a:t>
                      </a:r>
                      <a:endParaRPr lang="en-IN" sz="1600" dirty="0"/>
                    </a:p>
                  </a:txBody>
                  <a:tcPr/>
                </a:tc>
              </a:tr>
              <a:tr h="736844">
                <a:tc>
                  <a:txBody>
                    <a:bodyPr/>
                    <a:lstStyle/>
                    <a:p>
                      <a:endParaRPr lang="en-US" sz="1600" dirty="0" smtClean="0"/>
                    </a:p>
                  </a:txBody>
                  <a:tcPr/>
                </a:tc>
                <a:tc>
                  <a:txBody>
                    <a:bodyPr/>
                    <a:lstStyle/>
                    <a:p>
                      <a:r>
                        <a:rPr lang="en-US" sz="1600" dirty="0" smtClean="0"/>
                        <a:t>Waterfall Optimization</a:t>
                      </a:r>
                      <a:endParaRPr lang="en-IN" sz="1600" dirty="0"/>
                    </a:p>
                  </a:txBody>
                  <a:tcPr/>
                </a:tc>
                <a:tc>
                  <a:txBody>
                    <a:bodyPr/>
                    <a:lstStyle/>
                    <a:p>
                      <a:r>
                        <a:rPr lang="en-US" sz="1600" dirty="0" smtClean="0"/>
                        <a:t>High</a:t>
                      </a:r>
                      <a:r>
                        <a:rPr lang="en-US" sz="1600" baseline="0" dirty="0" smtClean="0"/>
                        <a:t> DA Backlinks</a:t>
                      </a:r>
                      <a:endParaRPr lang="en-IN" sz="1600" dirty="0"/>
                    </a:p>
                  </a:txBody>
                  <a:tcPr/>
                </a:tc>
                <a:tc>
                  <a:txBody>
                    <a:bodyPr/>
                    <a:lstStyle/>
                    <a:p>
                      <a:r>
                        <a:rPr lang="en-US" sz="1600" dirty="0" smtClean="0"/>
                        <a:t>Search Console</a:t>
                      </a:r>
                      <a:r>
                        <a:rPr lang="en-US" sz="1600" baseline="0" dirty="0" smtClean="0"/>
                        <a:t> Bulk Data Monitoring using Data Studio</a:t>
                      </a:r>
                      <a:endParaRPr lang="en-IN" sz="1600" dirty="0"/>
                    </a:p>
                  </a:txBody>
                  <a:tcPr/>
                </a:tc>
                <a:tc>
                  <a:txBody>
                    <a:bodyPr/>
                    <a:lstStyle/>
                    <a:p>
                      <a:r>
                        <a:rPr lang="en-US" sz="1600" dirty="0" smtClean="0"/>
                        <a:t>Long</a:t>
                      </a:r>
                      <a:r>
                        <a:rPr lang="en-US" sz="1600" baseline="0" dirty="0" smtClean="0"/>
                        <a:t> Tail Keyword Additions</a:t>
                      </a:r>
                      <a:endParaRPr lang="en-IN" sz="1600" dirty="0"/>
                    </a:p>
                  </a:txBody>
                  <a:tcPr/>
                </a:tc>
              </a:tr>
              <a:tr h="518520">
                <a:tc>
                  <a:txBody>
                    <a:bodyPr/>
                    <a:lstStyle/>
                    <a:p>
                      <a:endParaRPr lang="en-IN" sz="1600" dirty="0"/>
                    </a:p>
                  </a:txBody>
                  <a:tcPr/>
                </a:tc>
                <a:tc>
                  <a:txBody>
                    <a:bodyPr/>
                    <a:lstStyle/>
                    <a:p>
                      <a:r>
                        <a:rPr lang="en-US" sz="1600" dirty="0" smtClean="0"/>
                        <a:t>Crawl Budget Monitoring</a:t>
                      </a:r>
                      <a:endParaRPr lang="en-US" sz="1600" baseline="0" dirty="0" smtClean="0"/>
                    </a:p>
                  </a:txBody>
                  <a:tcPr/>
                </a:tc>
                <a:tc>
                  <a:txBody>
                    <a:bodyPr/>
                    <a:lstStyle/>
                    <a:p>
                      <a:r>
                        <a:rPr lang="en-US" sz="1600" dirty="0" smtClean="0"/>
                        <a:t>Web</a:t>
                      </a:r>
                      <a:r>
                        <a:rPr lang="en-US" sz="1600" baseline="0" dirty="0" smtClean="0"/>
                        <a:t> 2.0</a:t>
                      </a:r>
                    </a:p>
                  </a:txBody>
                  <a:tcPr/>
                </a:tc>
                <a:tc>
                  <a:txBody>
                    <a:bodyPr/>
                    <a:lstStyle/>
                    <a:p>
                      <a:r>
                        <a:rPr lang="en-US" sz="1600" dirty="0" smtClean="0"/>
                        <a:t>Website</a:t>
                      </a:r>
                      <a:r>
                        <a:rPr lang="en-US" sz="1600" baseline="0" dirty="0" smtClean="0"/>
                        <a:t> </a:t>
                      </a:r>
                      <a:r>
                        <a:rPr lang="en-US" sz="1600" baseline="0" dirty="0" err="1" smtClean="0"/>
                        <a:t>Heatmap</a:t>
                      </a:r>
                      <a:r>
                        <a:rPr lang="en-US" sz="1600" baseline="0" dirty="0" smtClean="0"/>
                        <a:t> Analysis and CTR Optimization</a:t>
                      </a:r>
                      <a:endParaRPr lang="en-IN" sz="1600" dirty="0"/>
                    </a:p>
                  </a:txBody>
                  <a:tcPr/>
                </a:tc>
                <a:tc>
                  <a:txBody>
                    <a:bodyPr/>
                    <a:lstStyle/>
                    <a:p>
                      <a:r>
                        <a:rPr lang="en-US" sz="1600" dirty="0" smtClean="0"/>
                        <a:t>Blog</a:t>
                      </a:r>
                      <a:r>
                        <a:rPr lang="en-US" sz="1600" baseline="0" dirty="0" smtClean="0"/>
                        <a:t> Schema Additions</a:t>
                      </a:r>
                      <a:endParaRPr lang="en-IN" sz="1600" dirty="0"/>
                    </a:p>
                  </a:txBody>
                  <a:tcPr/>
                </a:tc>
              </a:tr>
              <a:tr h="518520">
                <a:tc>
                  <a:txBody>
                    <a:bodyPr/>
                    <a:lstStyle/>
                    <a:p>
                      <a:endParaRPr lang="en-IN" sz="1600" dirty="0"/>
                    </a:p>
                  </a:txBody>
                  <a:tcPr/>
                </a:tc>
                <a:tc>
                  <a:txBody>
                    <a:bodyPr/>
                    <a:lstStyle/>
                    <a:p>
                      <a:r>
                        <a:rPr lang="en-US" sz="1600" baseline="0" dirty="0" smtClean="0"/>
                        <a:t>Malware Checkup and Site Security Enhancement</a:t>
                      </a:r>
                    </a:p>
                  </a:txBody>
                  <a:tcPr/>
                </a:tc>
                <a:tc>
                  <a:txBody>
                    <a:bodyPr/>
                    <a:lstStyle/>
                    <a:p>
                      <a:r>
                        <a:rPr lang="en-US" sz="1600" dirty="0" smtClean="0"/>
                        <a:t>Broken</a:t>
                      </a:r>
                      <a:r>
                        <a:rPr lang="en-US" sz="1600" baseline="0" dirty="0" smtClean="0"/>
                        <a:t> Link Building</a:t>
                      </a:r>
                      <a:endParaRPr lang="en-IN" sz="1600" dirty="0"/>
                    </a:p>
                  </a:txBody>
                  <a:tcPr/>
                </a:tc>
                <a:tc>
                  <a:txBody>
                    <a:bodyPr/>
                    <a:lstStyle/>
                    <a:p>
                      <a:r>
                        <a:rPr lang="en-US" sz="1600" dirty="0" smtClean="0"/>
                        <a:t>Rank Brain Schema Addition</a:t>
                      </a:r>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Blog Content Optimization</a:t>
                      </a:r>
                    </a:p>
                    <a:p>
                      <a:endParaRPr lang="en-IN" sz="1600" dirty="0"/>
                    </a:p>
                  </a:txBody>
                  <a:tcPr/>
                </a:tc>
              </a:tr>
              <a:tr h="518520">
                <a:tc>
                  <a:txBody>
                    <a:bodyPr/>
                    <a:lstStyle/>
                    <a:p>
                      <a:endParaRPr lang="en-IN" sz="1600" dirty="0"/>
                    </a:p>
                  </a:txBody>
                  <a:tcPr/>
                </a:tc>
                <a:tc>
                  <a:txBody>
                    <a:bodyPr/>
                    <a:lstStyle/>
                    <a:p>
                      <a:r>
                        <a:rPr lang="en-US" sz="1600" dirty="0" smtClean="0"/>
                        <a:t>Advanced</a:t>
                      </a:r>
                      <a:r>
                        <a:rPr lang="en-US" sz="1600" baseline="0" dirty="0" smtClean="0"/>
                        <a:t> Google Tracking Setup for ROI Measurement</a:t>
                      </a:r>
                      <a:endParaRPr lang="en-IN" sz="1600" dirty="0"/>
                    </a:p>
                  </a:txBody>
                  <a:tcPr/>
                </a:tc>
                <a:tc>
                  <a:txBody>
                    <a:bodyPr/>
                    <a:lstStyle/>
                    <a:p>
                      <a:r>
                        <a:rPr lang="en-US" sz="1600" dirty="0" smtClean="0"/>
                        <a:t>Link Wheel</a:t>
                      </a:r>
                      <a:endParaRPr lang="en-IN" sz="1600" dirty="0"/>
                    </a:p>
                  </a:txBody>
                  <a:tcPr/>
                </a:tc>
                <a:tc>
                  <a:txBody>
                    <a:bodyPr/>
                    <a:lstStyle/>
                    <a:p>
                      <a:endParaRPr lang="en-IN" dirty="0"/>
                    </a:p>
                  </a:txBody>
                  <a:tcPr/>
                </a:tc>
                <a:tc>
                  <a:txBody>
                    <a:bodyPr/>
                    <a:lstStyle/>
                    <a:p>
                      <a:r>
                        <a:rPr lang="en-US" sz="1600" dirty="0" smtClean="0"/>
                        <a:t>Short Content Additions to Top Performing</a:t>
                      </a:r>
                      <a:r>
                        <a:rPr lang="en-US" sz="1600" baseline="0" dirty="0" smtClean="0"/>
                        <a:t> Pages</a:t>
                      </a:r>
                      <a:endParaRPr lang="en-IN" sz="1600" dirty="0"/>
                    </a:p>
                  </a:txBody>
                  <a:tcPr/>
                </a:tc>
              </a:tr>
              <a:tr h="518520">
                <a:tc>
                  <a:txBody>
                    <a:bodyPr/>
                    <a:lstStyle/>
                    <a:p>
                      <a:endParaRPr lang="en-IN" sz="1600" dirty="0"/>
                    </a:p>
                  </a:txBody>
                  <a:tcPr/>
                </a:tc>
                <a:tc>
                  <a:txBody>
                    <a:bodyPr/>
                    <a:lstStyle/>
                    <a:p>
                      <a:endParaRPr lang="en-IN" sz="1600" dirty="0"/>
                    </a:p>
                  </a:txBody>
                  <a:tcPr/>
                </a:tc>
                <a:tc>
                  <a:txBody>
                    <a:bodyPr/>
                    <a:lstStyle/>
                    <a:p>
                      <a:r>
                        <a:rPr lang="en-US" sz="1600" dirty="0" smtClean="0"/>
                        <a:t>High</a:t>
                      </a:r>
                      <a:r>
                        <a:rPr lang="en-US" sz="1600" baseline="0" dirty="0" smtClean="0"/>
                        <a:t> DA Guest Post Acquisition</a:t>
                      </a:r>
                      <a:endParaRPr lang="en-IN" sz="1600" dirty="0"/>
                    </a:p>
                  </a:txBody>
                  <a:tcPr/>
                </a:tc>
                <a:tc>
                  <a:txBody>
                    <a:bodyPr/>
                    <a:lstStyle/>
                    <a:p>
                      <a:endParaRPr lang="en-IN" sz="1600" dirty="0"/>
                    </a:p>
                  </a:txBody>
                  <a:tcPr/>
                </a:tc>
                <a:tc>
                  <a:txBody>
                    <a:bodyPr/>
                    <a:lstStyle/>
                    <a:p>
                      <a:r>
                        <a:rPr lang="en-US" sz="1600" dirty="0" smtClean="0"/>
                        <a:t>Short Video</a:t>
                      </a:r>
                      <a:r>
                        <a:rPr lang="en-US" sz="1600" baseline="0" dirty="0" smtClean="0"/>
                        <a:t> Addition to Top Performing Contents</a:t>
                      </a:r>
                      <a:endParaRPr lang="en-IN" sz="1600" dirty="0"/>
                    </a:p>
                  </a:txBody>
                  <a:tcPr/>
                </a:tc>
              </a:tr>
              <a:tr h="300196">
                <a:tc>
                  <a:txBody>
                    <a:bodyPr/>
                    <a:lstStyle/>
                    <a:p>
                      <a:endParaRPr lang="en-IN" sz="1600" dirty="0"/>
                    </a:p>
                  </a:txBody>
                  <a:tcPr/>
                </a:tc>
                <a:tc>
                  <a:txBody>
                    <a:bodyPr/>
                    <a:lstStyle/>
                    <a:p>
                      <a:endParaRPr lang="en-IN" sz="1600" dirty="0"/>
                    </a:p>
                  </a:txBody>
                  <a:tcPr/>
                </a:tc>
                <a:tc>
                  <a:txBody>
                    <a:bodyPr/>
                    <a:lstStyle/>
                    <a:p>
                      <a:r>
                        <a:rPr lang="en-US" sz="1600" dirty="0" smtClean="0"/>
                        <a:t>Tiered</a:t>
                      </a:r>
                      <a:r>
                        <a:rPr lang="en-US" sz="1600" baseline="0" dirty="0" smtClean="0"/>
                        <a:t> Backlinks</a:t>
                      </a:r>
                      <a:endParaRPr lang="en-IN" sz="1600" dirty="0"/>
                    </a:p>
                  </a:txBody>
                  <a:tcPr/>
                </a:tc>
                <a:tc>
                  <a:txBody>
                    <a:bodyPr/>
                    <a:lstStyle/>
                    <a:p>
                      <a:endParaRPr lang="en-IN" sz="1600" dirty="0"/>
                    </a:p>
                  </a:txBody>
                  <a:tcPr/>
                </a:tc>
                <a:tc>
                  <a:txBody>
                    <a:bodyPr/>
                    <a:lstStyle/>
                    <a:p>
                      <a:r>
                        <a:rPr lang="en-US" sz="1600" dirty="0" smtClean="0"/>
                        <a:t>Share</a:t>
                      </a:r>
                      <a:r>
                        <a:rPr lang="en-US" sz="1600" baseline="0" dirty="0" smtClean="0"/>
                        <a:t> of Voice Audit</a:t>
                      </a:r>
                      <a:endParaRPr lang="en-IN" sz="1600" dirty="0"/>
                    </a:p>
                  </a:txBody>
                  <a:tcPr/>
                </a:tc>
              </a:tr>
              <a:tr h="736844">
                <a:tc>
                  <a:txBody>
                    <a:bodyPr/>
                    <a:lstStyle/>
                    <a:p>
                      <a:endParaRPr lang="en-IN" sz="1600" dirty="0"/>
                    </a:p>
                  </a:txBody>
                  <a:tcPr/>
                </a:tc>
                <a:tc>
                  <a:txBody>
                    <a:bodyPr/>
                    <a:lstStyle/>
                    <a:p>
                      <a:endParaRPr lang="en-IN" sz="1600" dirty="0"/>
                    </a:p>
                  </a:txBody>
                  <a:tcPr/>
                </a:tc>
                <a:tc>
                  <a:txBody>
                    <a:bodyPr/>
                    <a:lstStyle/>
                    <a:p>
                      <a:r>
                        <a:rPr lang="en-US" sz="1600" dirty="0" smtClean="0"/>
                        <a:t>Backlink Audit and NAP Consistency Check</a:t>
                      </a:r>
                      <a:endParaRPr lang="en-IN" sz="1600" dirty="0"/>
                    </a:p>
                  </a:txBody>
                  <a:tcPr/>
                </a:tc>
                <a:tc>
                  <a:txBody>
                    <a:bodyPr/>
                    <a:lstStyle/>
                    <a:p>
                      <a:endParaRPr lang="en-IN" sz="1600" dirty="0"/>
                    </a:p>
                  </a:txBody>
                  <a:tcPr/>
                </a:tc>
                <a:tc>
                  <a:txBody>
                    <a:bodyPr/>
                    <a:lstStyle/>
                    <a:p>
                      <a:r>
                        <a:rPr lang="en-US" sz="1600" dirty="0" smtClean="0"/>
                        <a:t>Striking Distance Keyword Implementation</a:t>
                      </a:r>
                      <a:r>
                        <a:rPr lang="en-US" sz="1600" baseline="0" dirty="0" smtClean="0"/>
                        <a:t> for Near Top Page Ranking Blogs</a:t>
                      </a:r>
                      <a:endParaRPr lang="en-IN" sz="1600" dirty="0"/>
                    </a:p>
                  </a:txBody>
                  <a:tcPr/>
                </a:tc>
              </a:tr>
              <a:tr h="736844">
                <a:tc>
                  <a:txBody>
                    <a:bodyPr/>
                    <a:lstStyle/>
                    <a:p>
                      <a:endParaRPr lang="en-IN" sz="1600" dirty="0"/>
                    </a:p>
                  </a:txBody>
                  <a:tcPr/>
                </a:tc>
                <a:tc>
                  <a:txBody>
                    <a:bodyPr/>
                    <a:lstStyle/>
                    <a:p>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Backlink</a:t>
                      </a:r>
                      <a:r>
                        <a:rPr lang="en-US" sz="1600" baseline="0" dirty="0" smtClean="0"/>
                        <a:t> Indexing using Python</a:t>
                      </a:r>
                      <a:endParaRPr lang="en-IN" sz="1600" dirty="0" smtClean="0"/>
                    </a:p>
                    <a:p>
                      <a:endParaRPr lang="en-IN" sz="1600" dirty="0"/>
                    </a:p>
                  </a:txBody>
                  <a:tcPr/>
                </a:tc>
                <a:tc>
                  <a:txBody>
                    <a:bodyPr/>
                    <a:lstStyle/>
                    <a:p>
                      <a:endParaRPr lang="en-IN" sz="1600" dirty="0"/>
                    </a:p>
                  </a:txBody>
                  <a:tcPr/>
                </a:tc>
                <a:tc>
                  <a:txBody>
                    <a:bodyPr/>
                    <a:lstStyle/>
                    <a:p>
                      <a:endParaRPr lang="en-IN" sz="1600" dirty="0"/>
                    </a:p>
                  </a:txBody>
                  <a:tcPr/>
                </a:tc>
              </a:tr>
              <a:tr h="300196">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r>
            </a:tbl>
          </a:graphicData>
        </a:graphic>
      </p:graphicFrame>
    </p:spTree>
    <p:extLst>
      <p:ext uri="{BB962C8B-B14F-4D97-AF65-F5344CB8AC3E}">
        <p14:creationId xmlns:p14="http://schemas.microsoft.com/office/powerpoint/2010/main" val="419887835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1" y="0"/>
            <a:ext cx="12192000" cy="6858000"/>
          </a:xfrm>
          <a:prstGeom prst="rect">
            <a:avLst/>
          </a:prstGeom>
        </p:spPr>
      </p:pic>
      <p:sp>
        <p:nvSpPr>
          <p:cNvPr id="3" name="Rectangle 2"/>
          <p:cNvSpPr/>
          <p:nvPr/>
        </p:nvSpPr>
        <p:spPr>
          <a:xfrm>
            <a:off x="1709529" y="685514"/>
            <a:ext cx="4202265" cy="1077218"/>
          </a:xfrm>
          <a:prstGeom prst="rect">
            <a:avLst/>
          </a:prstGeom>
        </p:spPr>
        <p:txBody>
          <a:bodyPr wrap="square">
            <a:spAutoFit/>
          </a:bodyPr>
          <a:lstStyle/>
          <a:p>
            <a:r>
              <a:rPr lang="en-US" sz="3200" dirty="0">
                <a:latin typeface="Palatino Linotype" pitchFamily="18" charset="0"/>
              </a:rPr>
              <a:t>How </a:t>
            </a:r>
          </a:p>
          <a:p>
            <a:r>
              <a:rPr lang="en-US" sz="3200" dirty="0">
                <a:solidFill>
                  <a:schemeClr val="accent2"/>
                </a:solidFill>
                <a:latin typeface="Palatino Linotype" pitchFamily="18" charset="0"/>
              </a:rPr>
              <a:t>ThatWare</a:t>
            </a:r>
            <a:r>
              <a:rPr lang="en-US" sz="3200" b="1" dirty="0">
                <a:solidFill>
                  <a:schemeClr val="accent2"/>
                </a:solidFill>
                <a:latin typeface="Palatino Linotype" pitchFamily="18" charset="0"/>
              </a:rPr>
              <a:t> </a:t>
            </a:r>
            <a:r>
              <a:rPr lang="en-US" sz="3200" dirty="0">
                <a:latin typeface="Palatino Linotype" pitchFamily="18" charset="0"/>
              </a:rPr>
              <a:t>is Unique</a:t>
            </a:r>
            <a:endParaRPr lang="en-IN" dirty="0">
              <a:latin typeface="Palatino Linotype" pitchFamily="18" charset="0"/>
            </a:endParaRPr>
          </a:p>
        </p:txBody>
      </p:sp>
      <p:cxnSp>
        <p:nvCxnSpPr>
          <p:cNvPr id="75" name="Straight Connector 74"/>
          <p:cNvCxnSpPr/>
          <p:nvPr/>
        </p:nvCxnSpPr>
        <p:spPr>
          <a:xfrm flipH="1" flipV="1">
            <a:off x="5882635" y="2740190"/>
            <a:ext cx="14580" cy="3572651"/>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Straight Connector 24"/>
          <p:cNvCxnSpPr/>
          <p:nvPr/>
        </p:nvCxnSpPr>
        <p:spPr>
          <a:xfrm>
            <a:off x="1781092" y="1762732"/>
            <a:ext cx="2976438" cy="0"/>
          </a:xfrm>
          <a:prstGeom prst="line">
            <a:avLst/>
          </a:prstGeom>
        </p:spPr>
        <p:style>
          <a:lnRef idx="3">
            <a:schemeClr val="accent2"/>
          </a:lnRef>
          <a:fillRef idx="0">
            <a:schemeClr val="accent2"/>
          </a:fillRef>
          <a:effectRef idx="2">
            <a:schemeClr val="accent2"/>
          </a:effectRef>
          <a:fontRef idx="minor">
            <a:schemeClr val="tx1"/>
          </a:fontRef>
        </p:style>
      </p:cxnSp>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8009" y="2668190"/>
            <a:ext cx="216991" cy="144000"/>
          </a:xfrm>
          <a:prstGeom prst="rect">
            <a:avLst/>
          </a:prstGeom>
        </p:spPr>
      </p:pic>
      <p:pic>
        <p:nvPicPr>
          <p:cNvPr id="37" name="Picture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1090" y="4042835"/>
            <a:ext cx="216988" cy="144000"/>
          </a:xfrm>
          <a:prstGeom prst="rect">
            <a:avLst/>
          </a:prstGeom>
        </p:spPr>
      </p:pic>
      <p:pic>
        <p:nvPicPr>
          <p:cNvPr id="41" name="Picture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1090" y="5624520"/>
            <a:ext cx="216990" cy="144000"/>
          </a:xfrm>
          <a:prstGeom prst="rect">
            <a:avLst/>
          </a:prstGeom>
        </p:spPr>
      </p:pic>
      <p:sp>
        <p:nvSpPr>
          <p:cNvPr id="49" name="TextBox 48"/>
          <p:cNvSpPr txBox="1"/>
          <p:nvPr/>
        </p:nvSpPr>
        <p:spPr>
          <a:xfrm>
            <a:off x="2097903" y="2555524"/>
            <a:ext cx="2062296" cy="369332"/>
          </a:xfrm>
          <a:prstGeom prst="rect">
            <a:avLst/>
          </a:prstGeom>
          <a:noFill/>
        </p:spPr>
        <p:txBody>
          <a:bodyPr wrap="none" rtlCol="0">
            <a:spAutoFit/>
          </a:bodyPr>
          <a:lstStyle/>
          <a:p>
            <a:r>
              <a:rPr lang="en-IN" dirty="0">
                <a:latin typeface="Palatino Linotype" pitchFamily="18" charset="0"/>
              </a:rPr>
              <a:t>We Are Specialists</a:t>
            </a:r>
          </a:p>
        </p:txBody>
      </p:sp>
      <p:sp>
        <p:nvSpPr>
          <p:cNvPr id="59" name="TextBox 58"/>
          <p:cNvSpPr txBox="1"/>
          <p:nvPr/>
        </p:nvSpPr>
        <p:spPr>
          <a:xfrm>
            <a:off x="2118437" y="3928382"/>
            <a:ext cx="2072619" cy="369332"/>
          </a:xfrm>
          <a:prstGeom prst="rect">
            <a:avLst/>
          </a:prstGeom>
          <a:noFill/>
        </p:spPr>
        <p:txBody>
          <a:bodyPr wrap="none" rtlCol="0">
            <a:spAutoFit/>
          </a:bodyPr>
          <a:lstStyle/>
          <a:p>
            <a:r>
              <a:rPr lang="en-IN" dirty="0">
                <a:latin typeface="Palatino Linotype" pitchFamily="18" charset="0"/>
              </a:rPr>
              <a:t>We Are Passionate</a:t>
            </a:r>
          </a:p>
        </p:txBody>
      </p:sp>
      <p:sp>
        <p:nvSpPr>
          <p:cNvPr id="61" name="TextBox 60"/>
          <p:cNvSpPr txBox="1"/>
          <p:nvPr/>
        </p:nvSpPr>
        <p:spPr>
          <a:xfrm>
            <a:off x="2118437" y="5511854"/>
            <a:ext cx="2190536" cy="369332"/>
          </a:xfrm>
          <a:prstGeom prst="rect">
            <a:avLst/>
          </a:prstGeom>
          <a:noFill/>
        </p:spPr>
        <p:txBody>
          <a:bodyPr wrap="none" rtlCol="0">
            <a:spAutoFit/>
          </a:bodyPr>
          <a:lstStyle/>
          <a:p>
            <a:r>
              <a:rPr lang="en-IN" dirty="0">
                <a:latin typeface="Palatino Linotype" pitchFamily="18" charset="0"/>
              </a:rPr>
              <a:t>We Are Recognized</a:t>
            </a:r>
          </a:p>
        </p:txBody>
      </p:sp>
      <p:sp>
        <p:nvSpPr>
          <p:cNvPr id="64" name="TextBox 63"/>
          <p:cNvSpPr txBox="1"/>
          <p:nvPr/>
        </p:nvSpPr>
        <p:spPr>
          <a:xfrm>
            <a:off x="6475289" y="2515769"/>
            <a:ext cx="2055884" cy="369332"/>
          </a:xfrm>
          <a:prstGeom prst="rect">
            <a:avLst/>
          </a:prstGeom>
          <a:noFill/>
        </p:spPr>
        <p:txBody>
          <a:bodyPr wrap="none" rtlCol="0">
            <a:spAutoFit/>
          </a:bodyPr>
          <a:lstStyle/>
          <a:p>
            <a:r>
              <a:rPr lang="en-IN" dirty="0">
                <a:latin typeface="Palatino Linotype" pitchFamily="18" charset="0"/>
              </a:rPr>
              <a:t>We Are Strategists</a:t>
            </a:r>
          </a:p>
        </p:txBody>
      </p:sp>
      <p:sp>
        <p:nvSpPr>
          <p:cNvPr id="66" name="TextBox 65"/>
          <p:cNvSpPr txBox="1"/>
          <p:nvPr/>
        </p:nvSpPr>
        <p:spPr>
          <a:xfrm>
            <a:off x="6499142" y="3713280"/>
            <a:ext cx="2216184" cy="369332"/>
          </a:xfrm>
          <a:prstGeom prst="rect">
            <a:avLst/>
          </a:prstGeom>
          <a:noFill/>
        </p:spPr>
        <p:txBody>
          <a:bodyPr wrap="none" rtlCol="0">
            <a:spAutoFit/>
          </a:bodyPr>
          <a:lstStyle/>
          <a:p>
            <a:r>
              <a:rPr lang="en-IN" dirty="0">
                <a:latin typeface="Palatino Linotype" pitchFamily="18" charset="0"/>
              </a:rPr>
              <a:t>We Are Researchers</a:t>
            </a:r>
          </a:p>
        </p:txBody>
      </p:sp>
      <p:sp>
        <p:nvSpPr>
          <p:cNvPr id="67" name="TextBox 66"/>
          <p:cNvSpPr txBox="1"/>
          <p:nvPr/>
        </p:nvSpPr>
        <p:spPr>
          <a:xfrm>
            <a:off x="6524791" y="4866471"/>
            <a:ext cx="2119555" cy="369332"/>
          </a:xfrm>
          <a:prstGeom prst="rect">
            <a:avLst/>
          </a:prstGeom>
          <a:noFill/>
        </p:spPr>
        <p:txBody>
          <a:bodyPr wrap="none" rtlCol="0">
            <a:spAutoFit/>
          </a:bodyPr>
          <a:lstStyle/>
          <a:p>
            <a:r>
              <a:rPr lang="en-IN" dirty="0">
                <a:latin typeface="Palatino Linotype" pitchFamily="18" charset="0"/>
              </a:rPr>
              <a:t>We Deliver Results</a:t>
            </a:r>
          </a:p>
        </p:txBody>
      </p:sp>
      <p:sp>
        <p:nvSpPr>
          <p:cNvPr id="70" name="TextBox 69"/>
          <p:cNvSpPr txBox="1"/>
          <p:nvPr/>
        </p:nvSpPr>
        <p:spPr>
          <a:xfrm>
            <a:off x="1709529" y="1952151"/>
            <a:ext cx="9567359" cy="523220"/>
          </a:xfrm>
          <a:prstGeom prst="rect">
            <a:avLst/>
          </a:prstGeom>
          <a:noFill/>
        </p:spPr>
        <p:txBody>
          <a:bodyPr wrap="square" rtlCol="0">
            <a:spAutoFit/>
          </a:bodyPr>
          <a:lstStyle/>
          <a:p>
            <a:pPr algn="just"/>
            <a:r>
              <a:rPr lang="en-US" sz="1400" dirty="0">
                <a:latin typeface="Palatino Linotype" pitchFamily="18" charset="0"/>
              </a:rPr>
              <a:t>Our approach towards SEO is quite different than other SEO industry players. We sit down with you to understand the exact requirement, set goals and deliver the results.</a:t>
            </a:r>
            <a:endParaRPr lang="en-IN" sz="1400" dirty="0">
              <a:latin typeface="Palatino Linotype" pitchFamily="18" charset="0"/>
            </a:endParaRPr>
          </a:p>
        </p:txBody>
      </p:sp>
      <p:sp>
        <p:nvSpPr>
          <p:cNvPr id="71" name="TextBox 70"/>
          <p:cNvSpPr txBox="1"/>
          <p:nvPr/>
        </p:nvSpPr>
        <p:spPr>
          <a:xfrm>
            <a:off x="2118437" y="2939072"/>
            <a:ext cx="3487233" cy="954107"/>
          </a:xfrm>
          <a:prstGeom prst="rect">
            <a:avLst/>
          </a:prstGeom>
          <a:noFill/>
        </p:spPr>
        <p:txBody>
          <a:bodyPr wrap="square" rtlCol="0">
            <a:spAutoFit/>
          </a:bodyPr>
          <a:lstStyle/>
          <a:p>
            <a:pPr algn="just"/>
            <a:r>
              <a:rPr lang="en-IN" sz="1400" dirty="0">
                <a:latin typeface="Palatino Linotype" pitchFamily="18" charset="0"/>
              </a:rPr>
              <a:t>We are not ‘Jack of all trades’. We are an</a:t>
            </a:r>
          </a:p>
          <a:p>
            <a:pPr algn="just"/>
            <a:r>
              <a:rPr lang="en-IN" sz="1400" dirty="0">
                <a:latin typeface="Palatino Linotype" pitchFamily="18" charset="0"/>
              </a:rPr>
              <a:t>enthusiastic team of SEO experts. We are a dedicated team of copy writers and strategists focused solely on SEO.</a:t>
            </a:r>
          </a:p>
        </p:txBody>
      </p:sp>
      <p:sp>
        <p:nvSpPr>
          <p:cNvPr id="72" name="TextBox 71"/>
          <p:cNvSpPr txBox="1"/>
          <p:nvPr/>
        </p:nvSpPr>
        <p:spPr>
          <a:xfrm>
            <a:off x="2132696" y="4282247"/>
            <a:ext cx="3500323" cy="1169551"/>
          </a:xfrm>
          <a:prstGeom prst="rect">
            <a:avLst/>
          </a:prstGeom>
          <a:noFill/>
        </p:spPr>
        <p:txBody>
          <a:bodyPr wrap="square" rtlCol="0">
            <a:spAutoFit/>
          </a:bodyPr>
          <a:lstStyle/>
          <a:p>
            <a:pPr algn="just"/>
            <a:r>
              <a:rPr lang="en-US" sz="1400" dirty="0">
                <a:latin typeface="Palatino Linotype" pitchFamily="18" charset="0"/>
              </a:rPr>
              <a:t>Our love for SEO is enormous and that’s</a:t>
            </a:r>
          </a:p>
          <a:p>
            <a:pPr algn="just"/>
            <a:r>
              <a:rPr lang="en-US" sz="1400" dirty="0">
                <a:latin typeface="Palatino Linotype" pitchFamily="18" charset="0"/>
              </a:rPr>
              <a:t>what makes us passionate towards our work. We understand your brands’ organic presence and make passionate</a:t>
            </a:r>
          </a:p>
          <a:p>
            <a:pPr algn="just"/>
            <a:r>
              <a:rPr lang="en-IN" sz="1400" dirty="0">
                <a:latin typeface="Palatino Linotype" pitchFamily="18" charset="0"/>
              </a:rPr>
              <a:t>efforts to give desired results.</a:t>
            </a:r>
          </a:p>
        </p:txBody>
      </p:sp>
      <p:sp>
        <p:nvSpPr>
          <p:cNvPr id="73" name="TextBox 72"/>
          <p:cNvSpPr txBox="1"/>
          <p:nvPr/>
        </p:nvSpPr>
        <p:spPr>
          <a:xfrm>
            <a:off x="2118193" y="5817242"/>
            <a:ext cx="3748142" cy="738664"/>
          </a:xfrm>
          <a:prstGeom prst="rect">
            <a:avLst/>
          </a:prstGeom>
          <a:noFill/>
        </p:spPr>
        <p:txBody>
          <a:bodyPr wrap="none" rtlCol="0">
            <a:spAutoFit/>
          </a:bodyPr>
          <a:lstStyle/>
          <a:p>
            <a:r>
              <a:rPr lang="en-US" sz="1400" dirty="0">
                <a:latin typeface="Palatino Linotype" pitchFamily="18" charset="0"/>
              </a:rPr>
              <a:t>Our brand has received the </a:t>
            </a:r>
            <a:r>
              <a:rPr lang="en-US" sz="1400" dirty="0">
                <a:solidFill>
                  <a:schemeClr val="accent2"/>
                </a:solidFill>
                <a:latin typeface="Palatino Linotype" pitchFamily="18" charset="0"/>
              </a:rPr>
              <a:t>best innovative </a:t>
            </a:r>
          </a:p>
          <a:p>
            <a:r>
              <a:rPr lang="en-US" sz="1400" dirty="0">
                <a:solidFill>
                  <a:schemeClr val="accent2"/>
                </a:solidFill>
                <a:latin typeface="Palatino Linotype" pitchFamily="18" charset="0"/>
              </a:rPr>
              <a:t>SEO company</a:t>
            </a:r>
            <a:r>
              <a:rPr lang="en-US" sz="1400" dirty="0">
                <a:latin typeface="Palatino Linotype" pitchFamily="18" charset="0"/>
              </a:rPr>
              <a:t> award from </a:t>
            </a:r>
            <a:r>
              <a:rPr lang="en-US" sz="1400" dirty="0">
                <a:solidFill>
                  <a:schemeClr val="accent2"/>
                </a:solidFill>
                <a:latin typeface="Palatino Linotype" pitchFamily="18" charset="0"/>
              </a:rPr>
              <a:t>CLUTCH </a:t>
            </a:r>
            <a:r>
              <a:rPr lang="en-US" sz="1400" dirty="0">
                <a:latin typeface="Palatino Linotype" pitchFamily="18" charset="0"/>
              </a:rPr>
              <a:t>in</a:t>
            </a:r>
            <a:r>
              <a:rPr lang="en-US" sz="1400" dirty="0">
                <a:solidFill>
                  <a:schemeClr val="accent2"/>
                </a:solidFill>
                <a:latin typeface="Palatino Linotype" pitchFamily="18" charset="0"/>
              </a:rPr>
              <a:t> 2019 </a:t>
            </a:r>
          </a:p>
          <a:p>
            <a:r>
              <a:rPr lang="en-US" sz="1400" dirty="0">
                <a:latin typeface="Palatino Linotype" pitchFamily="18" charset="0"/>
              </a:rPr>
              <a:t>and we are proud of what we do.</a:t>
            </a:r>
            <a:endParaRPr lang="en-IN" sz="1400" dirty="0">
              <a:latin typeface="Palatino Linotype" pitchFamily="18" charset="0"/>
            </a:endParaRPr>
          </a:p>
        </p:txBody>
      </p:sp>
      <p:pic>
        <p:nvPicPr>
          <p:cNvPr id="79" name="Picture 7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1312" y="2631666"/>
            <a:ext cx="216988" cy="144000"/>
          </a:xfrm>
          <a:prstGeom prst="rect">
            <a:avLst/>
          </a:prstGeom>
        </p:spPr>
      </p:pic>
      <p:pic>
        <p:nvPicPr>
          <p:cNvPr id="80" name="Picture 7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690" y="3841848"/>
            <a:ext cx="216988" cy="144000"/>
          </a:xfrm>
          <a:prstGeom prst="rect">
            <a:avLst/>
          </a:prstGeom>
        </p:spPr>
      </p:pic>
      <p:pic>
        <p:nvPicPr>
          <p:cNvPr id="81" name="Picture 8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8592" y="4987088"/>
            <a:ext cx="216988" cy="144000"/>
          </a:xfrm>
          <a:prstGeom prst="rect">
            <a:avLst/>
          </a:prstGeom>
        </p:spPr>
      </p:pic>
      <p:sp>
        <p:nvSpPr>
          <p:cNvPr id="83" name="TextBox 82"/>
          <p:cNvSpPr txBox="1"/>
          <p:nvPr/>
        </p:nvSpPr>
        <p:spPr>
          <a:xfrm>
            <a:off x="6499142" y="2885101"/>
            <a:ext cx="5586145" cy="738664"/>
          </a:xfrm>
          <a:prstGeom prst="rect">
            <a:avLst/>
          </a:prstGeom>
          <a:noFill/>
        </p:spPr>
        <p:txBody>
          <a:bodyPr wrap="none" rtlCol="0">
            <a:spAutoFit/>
          </a:bodyPr>
          <a:lstStyle/>
          <a:p>
            <a:pPr algn="just"/>
            <a:r>
              <a:rPr lang="en-US" sz="1400" dirty="0">
                <a:latin typeface="Palatino Linotype" pitchFamily="18" charset="0"/>
              </a:rPr>
              <a:t>Our </a:t>
            </a:r>
            <a:r>
              <a:rPr lang="en-US" sz="1400" b="1" dirty="0">
                <a:latin typeface="Palatino Linotype" pitchFamily="18" charset="0"/>
              </a:rPr>
              <a:t>USP</a:t>
            </a:r>
            <a:r>
              <a:rPr lang="en-US" sz="1400" dirty="0">
                <a:latin typeface="Palatino Linotype" pitchFamily="18" charset="0"/>
              </a:rPr>
              <a:t> is </a:t>
            </a:r>
            <a:r>
              <a:rPr lang="en-US" sz="1400" b="1" dirty="0">
                <a:solidFill>
                  <a:schemeClr val="accent2"/>
                </a:solidFill>
                <a:latin typeface="Palatino Linotype" pitchFamily="18" charset="0"/>
              </a:rPr>
              <a:t>AI based SEO strategy</a:t>
            </a:r>
            <a:r>
              <a:rPr lang="en-US" sz="1400" dirty="0">
                <a:latin typeface="Palatino Linotype" pitchFamily="18" charset="0"/>
              </a:rPr>
              <a:t>, we understand brand story and </a:t>
            </a:r>
          </a:p>
          <a:p>
            <a:pPr algn="just"/>
            <a:r>
              <a:rPr lang="en-US" sz="1400" dirty="0">
                <a:latin typeface="Palatino Linotype" pitchFamily="18" charset="0"/>
              </a:rPr>
              <a:t>prepare a customized strategy for every brand. We believe that a </a:t>
            </a:r>
          </a:p>
          <a:p>
            <a:pPr algn="just"/>
            <a:r>
              <a:rPr lang="en-US" sz="1400" dirty="0">
                <a:latin typeface="Palatino Linotype" pitchFamily="18" charset="0"/>
              </a:rPr>
              <a:t>perfect strategy targeted towards right audience give great results.</a:t>
            </a:r>
            <a:endParaRPr lang="en-IN" sz="1400" dirty="0">
              <a:latin typeface="Palatino Linotype" pitchFamily="18" charset="0"/>
            </a:endParaRPr>
          </a:p>
        </p:txBody>
      </p:sp>
      <p:sp>
        <p:nvSpPr>
          <p:cNvPr id="86" name="TextBox 85"/>
          <p:cNvSpPr txBox="1"/>
          <p:nvPr/>
        </p:nvSpPr>
        <p:spPr>
          <a:xfrm>
            <a:off x="6522995" y="4075521"/>
            <a:ext cx="4858381" cy="738664"/>
          </a:xfrm>
          <a:prstGeom prst="rect">
            <a:avLst/>
          </a:prstGeom>
          <a:noFill/>
        </p:spPr>
        <p:txBody>
          <a:bodyPr wrap="none" rtlCol="0">
            <a:spAutoFit/>
          </a:bodyPr>
          <a:lstStyle/>
          <a:p>
            <a:pPr algn="just"/>
            <a:r>
              <a:rPr lang="en-US" sz="1400" dirty="0">
                <a:latin typeface="Palatino Linotype" pitchFamily="18" charset="0"/>
              </a:rPr>
              <a:t>We not only execute SEO plan but do on-going research on</a:t>
            </a:r>
          </a:p>
          <a:p>
            <a:pPr algn="just"/>
            <a:r>
              <a:rPr lang="en-US" sz="1400" dirty="0">
                <a:latin typeface="Palatino Linotype" pitchFamily="18" charset="0"/>
              </a:rPr>
              <a:t>SEO industry and also improve ourselves to serve </a:t>
            </a:r>
          </a:p>
          <a:p>
            <a:pPr algn="just"/>
            <a:r>
              <a:rPr lang="en-US" sz="1400" dirty="0">
                <a:latin typeface="Palatino Linotype" pitchFamily="18" charset="0"/>
              </a:rPr>
              <a:t>our clients.</a:t>
            </a:r>
            <a:endParaRPr lang="en-IN" sz="1400" dirty="0">
              <a:latin typeface="Palatino Linotype" pitchFamily="18" charset="0"/>
            </a:endParaRPr>
          </a:p>
        </p:txBody>
      </p:sp>
      <p:sp>
        <p:nvSpPr>
          <p:cNvPr id="87" name="TextBox 86"/>
          <p:cNvSpPr txBox="1"/>
          <p:nvPr/>
        </p:nvSpPr>
        <p:spPr>
          <a:xfrm>
            <a:off x="6532742" y="5203999"/>
            <a:ext cx="3827907" cy="1169551"/>
          </a:xfrm>
          <a:prstGeom prst="rect">
            <a:avLst/>
          </a:prstGeom>
          <a:noFill/>
        </p:spPr>
        <p:txBody>
          <a:bodyPr wrap="none" rtlCol="0">
            <a:spAutoFit/>
          </a:bodyPr>
          <a:lstStyle/>
          <a:p>
            <a:pPr algn="just"/>
            <a:r>
              <a:rPr lang="en-US" sz="1400" dirty="0">
                <a:latin typeface="Palatino Linotype" pitchFamily="18" charset="0"/>
              </a:rPr>
              <a:t>We consistently deliver results! Our work and</a:t>
            </a:r>
          </a:p>
          <a:p>
            <a:pPr algn="just"/>
            <a:r>
              <a:rPr lang="en-US" sz="1400" dirty="0">
                <a:latin typeface="Palatino Linotype" pitchFamily="18" charset="0"/>
              </a:rPr>
              <a:t>results speaks for themselves. We make sure </a:t>
            </a:r>
          </a:p>
          <a:p>
            <a:pPr algn="just"/>
            <a:r>
              <a:rPr lang="en-US" sz="1400" dirty="0">
                <a:latin typeface="Palatino Linotype" pitchFamily="18" charset="0"/>
              </a:rPr>
              <a:t>you get the best ROI for the SEO campaigns. </a:t>
            </a:r>
          </a:p>
          <a:p>
            <a:pPr algn="just"/>
            <a:r>
              <a:rPr lang="en-US" sz="1400" dirty="0">
                <a:latin typeface="Palatino Linotype" pitchFamily="18" charset="0"/>
              </a:rPr>
              <a:t>We set deliverables and achieve it in a </a:t>
            </a:r>
          </a:p>
          <a:p>
            <a:pPr algn="just"/>
            <a:r>
              <a:rPr lang="en-US" sz="1400" dirty="0">
                <a:latin typeface="Palatino Linotype" pitchFamily="18" charset="0"/>
              </a:rPr>
              <a:t>qualitative world of SEO.</a:t>
            </a:r>
            <a:endParaRPr lang="en-IN" sz="1400" dirty="0">
              <a:latin typeface="Palatino Linotype" pitchFamily="18" charset="0"/>
            </a:endParaRPr>
          </a:p>
        </p:txBody>
      </p:sp>
      <p:sp>
        <p:nvSpPr>
          <p:cNvPr id="7" name="Rectangle 6"/>
          <p:cNvSpPr/>
          <p:nvPr/>
        </p:nvSpPr>
        <p:spPr>
          <a:xfrm>
            <a:off x="9541565" y="562403"/>
            <a:ext cx="2329732" cy="1200329"/>
          </a:xfrm>
          <a:prstGeom prst="rect">
            <a:avLst/>
          </a:prstGeom>
        </p:spPr>
        <p:txBody>
          <a:bodyPr wrap="square">
            <a:spAutoFit/>
          </a:bodyPr>
          <a:lstStyle/>
          <a:p>
            <a:pPr algn="r"/>
            <a:r>
              <a:rPr lang="en-US" dirty="0">
                <a:latin typeface="Palatino Linotype" pitchFamily="18" charset="0"/>
              </a:rPr>
              <a:t>And above all</a:t>
            </a:r>
          </a:p>
          <a:p>
            <a:pPr algn="r"/>
            <a:r>
              <a:rPr lang="en-US" dirty="0">
                <a:latin typeface="Palatino Linotype" pitchFamily="18" charset="0"/>
              </a:rPr>
              <a:t>we have</a:t>
            </a:r>
          </a:p>
          <a:p>
            <a:pPr algn="r"/>
            <a:r>
              <a:rPr lang="en-US" dirty="0">
                <a:solidFill>
                  <a:schemeClr val="accent2"/>
                </a:solidFill>
                <a:latin typeface="Palatino Linotype" pitchFamily="18" charset="0"/>
              </a:rPr>
              <a:t>HAPPY CLIENTS</a:t>
            </a:r>
          </a:p>
          <a:p>
            <a:pPr algn="r"/>
            <a:r>
              <a:rPr lang="en-US" dirty="0">
                <a:latin typeface="Palatino Linotype" pitchFamily="18" charset="0"/>
              </a:rPr>
              <a:t>who believe in us...</a:t>
            </a:r>
          </a:p>
        </p:txBody>
      </p:sp>
    </p:spTree>
    <p:extLst>
      <p:ext uri="{BB962C8B-B14F-4D97-AF65-F5344CB8AC3E}">
        <p14:creationId xmlns:p14="http://schemas.microsoft.com/office/powerpoint/2010/main" val="41442869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1" y="0"/>
            <a:ext cx="12192000" cy="6858000"/>
          </a:xfrm>
          <a:prstGeom prst="rect">
            <a:avLst/>
          </a:prstGeom>
        </p:spPr>
      </p:pic>
      <p:sp>
        <p:nvSpPr>
          <p:cNvPr id="3" name="Rectangle 2"/>
          <p:cNvSpPr/>
          <p:nvPr/>
        </p:nvSpPr>
        <p:spPr>
          <a:xfrm>
            <a:off x="1709529" y="685514"/>
            <a:ext cx="4202265" cy="1077218"/>
          </a:xfrm>
          <a:prstGeom prst="rect">
            <a:avLst/>
          </a:prstGeom>
        </p:spPr>
        <p:txBody>
          <a:bodyPr wrap="square">
            <a:spAutoFit/>
          </a:bodyPr>
          <a:lstStyle/>
          <a:p>
            <a:r>
              <a:rPr lang="en-US" sz="3200" dirty="0">
                <a:latin typeface="Palatino Linotype" pitchFamily="18" charset="0"/>
              </a:rPr>
              <a:t>ThatWare</a:t>
            </a:r>
          </a:p>
          <a:p>
            <a:r>
              <a:rPr lang="en-US" sz="3200" dirty="0">
                <a:solidFill>
                  <a:schemeClr val="accent2"/>
                </a:solidFill>
                <a:latin typeface="Palatino Linotype" pitchFamily="18" charset="0"/>
              </a:rPr>
              <a:t>Internal </a:t>
            </a:r>
            <a:r>
              <a:rPr lang="en-US" dirty="0">
                <a:latin typeface="Palatino Linotype" pitchFamily="18" charset="0"/>
              </a:rPr>
              <a:t>Management</a:t>
            </a:r>
            <a:endParaRPr lang="en-IN" sz="1100" dirty="0">
              <a:latin typeface="Palatino Linotype" pitchFamily="18" charset="0"/>
            </a:endParaRPr>
          </a:p>
        </p:txBody>
      </p:sp>
      <p:cxnSp>
        <p:nvCxnSpPr>
          <p:cNvPr id="75" name="Straight Connector 74"/>
          <p:cNvCxnSpPr/>
          <p:nvPr/>
        </p:nvCxnSpPr>
        <p:spPr>
          <a:xfrm flipH="1" flipV="1">
            <a:off x="5882635" y="2740190"/>
            <a:ext cx="14580" cy="3572651"/>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Straight Connector 24"/>
          <p:cNvCxnSpPr/>
          <p:nvPr/>
        </p:nvCxnSpPr>
        <p:spPr>
          <a:xfrm>
            <a:off x="1781092" y="1762732"/>
            <a:ext cx="2976438" cy="0"/>
          </a:xfrm>
          <a:prstGeom prst="line">
            <a:avLst/>
          </a:prstGeom>
        </p:spPr>
        <p:style>
          <a:lnRef idx="3">
            <a:schemeClr val="accent2"/>
          </a:lnRef>
          <a:fillRef idx="0">
            <a:schemeClr val="accent2"/>
          </a:fillRef>
          <a:effectRef idx="2">
            <a:schemeClr val="accent2"/>
          </a:effectRef>
          <a:fontRef idx="minor">
            <a:schemeClr val="tx1"/>
          </a:fontRef>
        </p:style>
      </p:cxnSp>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8009" y="2668190"/>
            <a:ext cx="216991" cy="144000"/>
          </a:xfrm>
          <a:prstGeom prst="rect">
            <a:avLst/>
          </a:prstGeom>
        </p:spPr>
      </p:pic>
      <p:pic>
        <p:nvPicPr>
          <p:cNvPr id="37" name="Picture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1090" y="4042835"/>
            <a:ext cx="216988" cy="144000"/>
          </a:xfrm>
          <a:prstGeom prst="rect">
            <a:avLst/>
          </a:prstGeom>
        </p:spPr>
      </p:pic>
      <p:pic>
        <p:nvPicPr>
          <p:cNvPr id="41" name="Picture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1090" y="5624520"/>
            <a:ext cx="216990" cy="144000"/>
          </a:xfrm>
          <a:prstGeom prst="rect">
            <a:avLst/>
          </a:prstGeom>
        </p:spPr>
      </p:pic>
      <p:sp>
        <p:nvSpPr>
          <p:cNvPr id="49" name="TextBox 48"/>
          <p:cNvSpPr txBox="1"/>
          <p:nvPr/>
        </p:nvSpPr>
        <p:spPr>
          <a:xfrm>
            <a:off x="2097903" y="2555524"/>
            <a:ext cx="2810385" cy="369332"/>
          </a:xfrm>
          <a:prstGeom prst="rect">
            <a:avLst/>
          </a:prstGeom>
          <a:noFill/>
        </p:spPr>
        <p:txBody>
          <a:bodyPr wrap="none" rtlCol="0">
            <a:spAutoFit/>
          </a:bodyPr>
          <a:lstStyle/>
          <a:p>
            <a:r>
              <a:rPr lang="en-IN" dirty="0">
                <a:latin typeface="Palatino Linotype" pitchFamily="18" charset="0"/>
              </a:rPr>
              <a:t>Digital Presence Manager</a:t>
            </a:r>
          </a:p>
        </p:txBody>
      </p:sp>
      <p:sp>
        <p:nvSpPr>
          <p:cNvPr id="59" name="TextBox 58"/>
          <p:cNvSpPr txBox="1"/>
          <p:nvPr/>
        </p:nvSpPr>
        <p:spPr>
          <a:xfrm>
            <a:off x="2118437" y="3928382"/>
            <a:ext cx="1976823" cy="369332"/>
          </a:xfrm>
          <a:prstGeom prst="rect">
            <a:avLst/>
          </a:prstGeom>
          <a:noFill/>
        </p:spPr>
        <p:txBody>
          <a:bodyPr wrap="none" rtlCol="0">
            <a:spAutoFit/>
          </a:bodyPr>
          <a:lstStyle/>
          <a:p>
            <a:r>
              <a:rPr lang="en-IN" dirty="0">
                <a:latin typeface="Palatino Linotype" pitchFamily="18" charset="0"/>
              </a:rPr>
              <a:t>Content Manager</a:t>
            </a:r>
          </a:p>
        </p:txBody>
      </p:sp>
      <p:sp>
        <p:nvSpPr>
          <p:cNvPr id="61" name="TextBox 60"/>
          <p:cNvSpPr txBox="1"/>
          <p:nvPr/>
        </p:nvSpPr>
        <p:spPr>
          <a:xfrm>
            <a:off x="2118437" y="5511854"/>
            <a:ext cx="3378361" cy="369332"/>
          </a:xfrm>
          <a:prstGeom prst="rect">
            <a:avLst/>
          </a:prstGeom>
          <a:noFill/>
        </p:spPr>
        <p:txBody>
          <a:bodyPr wrap="none" rtlCol="0">
            <a:spAutoFit/>
          </a:bodyPr>
          <a:lstStyle/>
          <a:p>
            <a:r>
              <a:rPr lang="en-IN" dirty="0">
                <a:latin typeface="Palatino Linotype" pitchFamily="18" charset="0"/>
              </a:rPr>
              <a:t>Lead Developer &amp; AI Specialist</a:t>
            </a:r>
          </a:p>
        </p:txBody>
      </p:sp>
      <p:sp>
        <p:nvSpPr>
          <p:cNvPr id="64" name="TextBox 63"/>
          <p:cNvSpPr txBox="1"/>
          <p:nvPr/>
        </p:nvSpPr>
        <p:spPr>
          <a:xfrm>
            <a:off x="6475289" y="2515769"/>
            <a:ext cx="1856598" cy="369332"/>
          </a:xfrm>
          <a:prstGeom prst="rect">
            <a:avLst/>
          </a:prstGeom>
          <a:noFill/>
        </p:spPr>
        <p:txBody>
          <a:bodyPr wrap="none" rtlCol="0">
            <a:spAutoFit/>
          </a:bodyPr>
          <a:lstStyle/>
          <a:p>
            <a:r>
              <a:rPr lang="en-IN" dirty="0">
                <a:latin typeface="Palatino Linotype" pitchFamily="18" charset="0"/>
              </a:rPr>
              <a:t>Project Manager</a:t>
            </a:r>
          </a:p>
        </p:txBody>
      </p:sp>
      <p:sp>
        <p:nvSpPr>
          <p:cNvPr id="66" name="TextBox 65"/>
          <p:cNvSpPr txBox="1"/>
          <p:nvPr/>
        </p:nvSpPr>
        <p:spPr>
          <a:xfrm>
            <a:off x="6499142" y="3825418"/>
            <a:ext cx="2553904" cy="369332"/>
          </a:xfrm>
          <a:prstGeom prst="rect">
            <a:avLst/>
          </a:prstGeom>
          <a:noFill/>
        </p:spPr>
        <p:txBody>
          <a:bodyPr wrap="none" rtlCol="0">
            <a:spAutoFit/>
          </a:bodyPr>
          <a:lstStyle/>
          <a:p>
            <a:r>
              <a:rPr lang="en-IN" dirty="0">
                <a:latin typeface="Palatino Linotype" pitchFamily="18" charset="0"/>
              </a:rPr>
              <a:t>Lead Graphic Designer</a:t>
            </a:r>
          </a:p>
        </p:txBody>
      </p:sp>
      <p:sp>
        <p:nvSpPr>
          <p:cNvPr id="67" name="TextBox 66"/>
          <p:cNvSpPr txBox="1"/>
          <p:nvPr/>
        </p:nvSpPr>
        <p:spPr>
          <a:xfrm>
            <a:off x="6524791" y="4969983"/>
            <a:ext cx="1021433" cy="369332"/>
          </a:xfrm>
          <a:prstGeom prst="rect">
            <a:avLst/>
          </a:prstGeom>
          <a:noFill/>
        </p:spPr>
        <p:txBody>
          <a:bodyPr wrap="none" rtlCol="0">
            <a:spAutoFit/>
          </a:bodyPr>
          <a:lstStyle/>
          <a:p>
            <a:r>
              <a:rPr lang="en-IN" dirty="0">
                <a:latin typeface="Palatino Linotype" pitchFamily="18" charset="0"/>
              </a:rPr>
              <a:t>IT Head</a:t>
            </a:r>
          </a:p>
        </p:txBody>
      </p:sp>
      <p:sp>
        <p:nvSpPr>
          <p:cNvPr id="70" name="TextBox 69"/>
          <p:cNvSpPr txBox="1"/>
          <p:nvPr/>
        </p:nvSpPr>
        <p:spPr>
          <a:xfrm>
            <a:off x="1709529" y="1952151"/>
            <a:ext cx="9567359" cy="523220"/>
          </a:xfrm>
          <a:prstGeom prst="rect">
            <a:avLst/>
          </a:prstGeom>
          <a:noFill/>
        </p:spPr>
        <p:txBody>
          <a:bodyPr wrap="square" rtlCol="0">
            <a:spAutoFit/>
          </a:bodyPr>
          <a:lstStyle/>
          <a:p>
            <a:pPr algn="just"/>
            <a:r>
              <a:rPr lang="en-US" sz="1400" dirty="0">
                <a:latin typeface="Palatino Linotype" pitchFamily="18" charset="0"/>
              </a:rPr>
              <a:t>The ThatWare team comprises of 50+ dynamic young enthusiasts who love everything about digital marketing. Director of ThatWare supervises the entire architecture of the management.</a:t>
            </a:r>
            <a:endParaRPr lang="en-IN" sz="1400" dirty="0">
              <a:latin typeface="Palatino Linotype" pitchFamily="18" charset="0"/>
            </a:endParaRPr>
          </a:p>
        </p:txBody>
      </p:sp>
      <p:sp>
        <p:nvSpPr>
          <p:cNvPr id="71" name="TextBox 70"/>
          <p:cNvSpPr txBox="1"/>
          <p:nvPr/>
        </p:nvSpPr>
        <p:spPr>
          <a:xfrm>
            <a:off x="2118437" y="2939072"/>
            <a:ext cx="3487233" cy="954107"/>
          </a:xfrm>
          <a:prstGeom prst="rect">
            <a:avLst/>
          </a:prstGeom>
          <a:noFill/>
        </p:spPr>
        <p:txBody>
          <a:bodyPr wrap="square" rtlCol="0">
            <a:spAutoFit/>
          </a:bodyPr>
          <a:lstStyle/>
          <a:p>
            <a:pPr algn="just"/>
            <a:r>
              <a:rPr lang="en-US" sz="1400" dirty="0">
                <a:latin typeface="Palatino Linotype" pitchFamily="18" charset="0"/>
              </a:rPr>
              <a:t>An organized and well-managed brain is responsible for managing the campaign strategies, performance and monitoring the entire team of digital.</a:t>
            </a:r>
          </a:p>
        </p:txBody>
      </p:sp>
      <p:sp>
        <p:nvSpPr>
          <p:cNvPr id="72" name="TextBox 71"/>
          <p:cNvSpPr txBox="1"/>
          <p:nvPr/>
        </p:nvSpPr>
        <p:spPr>
          <a:xfrm>
            <a:off x="2132696" y="4282247"/>
            <a:ext cx="3500323" cy="1169551"/>
          </a:xfrm>
          <a:prstGeom prst="rect">
            <a:avLst/>
          </a:prstGeom>
          <a:noFill/>
        </p:spPr>
        <p:txBody>
          <a:bodyPr wrap="square" rtlCol="0">
            <a:spAutoFit/>
          </a:bodyPr>
          <a:lstStyle/>
          <a:p>
            <a:pPr algn="just"/>
            <a:r>
              <a:rPr lang="en-US" sz="1400" dirty="0">
                <a:latin typeface="Palatino Linotype" pitchFamily="18" charset="0"/>
              </a:rPr>
              <a:t>Right from real estate to fashion brands, give our content writer anything and the outcome is always desirably unexpected. And that is only possible for our content</a:t>
            </a:r>
          </a:p>
          <a:p>
            <a:pPr algn="just"/>
            <a:r>
              <a:rPr lang="en-US" sz="1400" dirty="0">
                <a:latin typeface="Palatino Linotype" pitchFamily="18" charset="0"/>
              </a:rPr>
              <a:t>head.</a:t>
            </a:r>
            <a:endParaRPr lang="en-IN" sz="1400" dirty="0">
              <a:latin typeface="Palatino Linotype" pitchFamily="18" charset="0"/>
            </a:endParaRPr>
          </a:p>
        </p:txBody>
      </p:sp>
      <p:sp>
        <p:nvSpPr>
          <p:cNvPr id="73" name="TextBox 72"/>
          <p:cNvSpPr txBox="1"/>
          <p:nvPr/>
        </p:nvSpPr>
        <p:spPr>
          <a:xfrm>
            <a:off x="2115444" y="5836025"/>
            <a:ext cx="3959867" cy="738664"/>
          </a:xfrm>
          <a:prstGeom prst="rect">
            <a:avLst/>
          </a:prstGeom>
          <a:noFill/>
        </p:spPr>
        <p:txBody>
          <a:bodyPr wrap="none" rtlCol="0">
            <a:spAutoFit/>
          </a:bodyPr>
          <a:lstStyle/>
          <a:p>
            <a:r>
              <a:rPr lang="en-US" sz="1400" dirty="0">
                <a:latin typeface="Palatino Linotype" pitchFamily="18" charset="0"/>
              </a:rPr>
              <a:t>Directing the development team in the design, </a:t>
            </a:r>
          </a:p>
          <a:p>
            <a:r>
              <a:rPr lang="en-US" sz="1400" dirty="0">
                <a:latin typeface="Palatino Linotype" pitchFamily="18" charset="0"/>
              </a:rPr>
              <a:t>development, coding, testing and debugging </a:t>
            </a:r>
          </a:p>
          <a:p>
            <a:r>
              <a:rPr lang="en-US" sz="1400" dirty="0">
                <a:latin typeface="Palatino Linotype" pitchFamily="18" charset="0"/>
              </a:rPr>
              <a:t>of applications of Web &amp; AI. </a:t>
            </a:r>
            <a:endParaRPr lang="en-IN" sz="1400" dirty="0">
              <a:latin typeface="Palatino Linotype" pitchFamily="18" charset="0"/>
            </a:endParaRPr>
          </a:p>
        </p:txBody>
      </p:sp>
      <p:pic>
        <p:nvPicPr>
          <p:cNvPr id="79" name="Picture 7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1312" y="2631666"/>
            <a:ext cx="216988" cy="144000"/>
          </a:xfrm>
          <a:prstGeom prst="rect">
            <a:avLst/>
          </a:prstGeom>
        </p:spPr>
      </p:pic>
      <p:pic>
        <p:nvPicPr>
          <p:cNvPr id="80" name="Picture 7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690" y="3971238"/>
            <a:ext cx="216988" cy="144000"/>
          </a:xfrm>
          <a:prstGeom prst="rect">
            <a:avLst/>
          </a:prstGeom>
        </p:spPr>
      </p:pic>
      <p:pic>
        <p:nvPicPr>
          <p:cNvPr id="81" name="Picture 8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8592" y="5073348"/>
            <a:ext cx="216988" cy="144000"/>
          </a:xfrm>
          <a:prstGeom prst="rect">
            <a:avLst/>
          </a:prstGeom>
        </p:spPr>
      </p:pic>
      <p:sp>
        <p:nvSpPr>
          <p:cNvPr id="83" name="TextBox 82"/>
          <p:cNvSpPr txBox="1"/>
          <p:nvPr/>
        </p:nvSpPr>
        <p:spPr>
          <a:xfrm>
            <a:off x="6515490" y="2885100"/>
            <a:ext cx="5358915" cy="954107"/>
          </a:xfrm>
          <a:prstGeom prst="rect">
            <a:avLst/>
          </a:prstGeom>
          <a:noFill/>
        </p:spPr>
        <p:txBody>
          <a:bodyPr wrap="square" rtlCol="0">
            <a:spAutoFit/>
          </a:bodyPr>
          <a:lstStyle/>
          <a:p>
            <a:pPr algn="just"/>
            <a:r>
              <a:rPr lang="en-US" sz="1400" dirty="0">
                <a:latin typeface="Palatino Linotype" pitchFamily="18" charset="0"/>
              </a:rPr>
              <a:t>A leader who plays vital role in planning, executing, monitoring, controlling, and closing projects. He deliver projects on time, within the budget, and brief while keeping everyone in the know and happy.</a:t>
            </a:r>
            <a:endParaRPr lang="en-IN" sz="1400" dirty="0">
              <a:latin typeface="Palatino Linotype" pitchFamily="18" charset="0"/>
            </a:endParaRPr>
          </a:p>
        </p:txBody>
      </p:sp>
      <p:sp>
        <p:nvSpPr>
          <p:cNvPr id="86" name="TextBox 85"/>
          <p:cNvSpPr txBox="1"/>
          <p:nvPr/>
        </p:nvSpPr>
        <p:spPr>
          <a:xfrm>
            <a:off x="6509793" y="4189148"/>
            <a:ext cx="4447051" cy="738664"/>
          </a:xfrm>
          <a:prstGeom prst="rect">
            <a:avLst/>
          </a:prstGeom>
          <a:noFill/>
        </p:spPr>
        <p:txBody>
          <a:bodyPr wrap="none" rtlCol="0">
            <a:spAutoFit/>
          </a:bodyPr>
          <a:lstStyle/>
          <a:p>
            <a:pPr algn="just"/>
            <a:r>
              <a:rPr lang="en-US" sz="1400" dirty="0">
                <a:latin typeface="Palatino Linotype" pitchFamily="18" charset="0"/>
              </a:rPr>
              <a:t>A wacky brain that gives out some</a:t>
            </a:r>
          </a:p>
          <a:p>
            <a:pPr algn="just"/>
            <a:r>
              <a:rPr lang="en-US" sz="1400" dirty="0">
                <a:latin typeface="Palatino Linotype" pitchFamily="18" charset="0"/>
              </a:rPr>
              <a:t>out-of-the-box ideas to the entire designing team and </a:t>
            </a:r>
          </a:p>
          <a:p>
            <a:pPr algn="just"/>
            <a:r>
              <a:rPr lang="en-US" sz="1400" dirty="0">
                <a:latin typeface="Palatino Linotype" pitchFamily="18" charset="0"/>
              </a:rPr>
              <a:t>control the whole team.</a:t>
            </a:r>
            <a:endParaRPr lang="en-IN" sz="1400" dirty="0">
              <a:latin typeface="Palatino Linotype" pitchFamily="18" charset="0"/>
            </a:endParaRPr>
          </a:p>
        </p:txBody>
      </p:sp>
      <p:sp>
        <p:nvSpPr>
          <p:cNvPr id="87" name="TextBox 86"/>
          <p:cNvSpPr txBox="1"/>
          <p:nvPr/>
        </p:nvSpPr>
        <p:spPr>
          <a:xfrm>
            <a:off x="6517608" y="5373611"/>
            <a:ext cx="4698904" cy="523220"/>
          </a:xfrm>
          <a:prstGeom prst="rect">
            <a:avLst/>
          </a:prstGeom>
          <a:noFill/>
        </p:spPr>
        <p:txBody>
          <a:bodyPr wrap="square" rtlCol="0">
            <a:spAutoFit/>
          </a:bodyPr>
          <a:lstStyle/>
          <a:p>
            <a:pPr algn="just"/>
            <a:r>
              <a:rPr lang="en-US" sz="1400" dirty="0">
                <a:latin typeface="Palatino Linotype" pitchFamily="18" charset="0"/>
              </a:rPr>
              <a:t>Oversees all technology operations and </a:t>
            </a:r>
          </a:p>
          <a:p>
            <a:pPr algn="just"/>
            <a:r>
              <a:rPr lang="en-US" sz="1400" dirty="0">
                <a:latin typeface="Palatino Linotype" pitchFamily="18" charset="0"/>
              </a:rPr>
              <a:t>evaluating them according to established goals.</a:t>
            </a:r>
          </a:p>
        </p:txBody>
      </p:sp>
      <p:sp>
        <p:nvSpPr>
          <p:cNvPr id="26" name="TextBox 25"/>
          <p:cNvSpPr txBox="1"/>
          <p:nvPr/>
        </p:nvSpPr>
        <p:spPr>
          <a:xfrm>
            <a:off x="6524791" y="6205357"/>
            <a:ext cx="4698904" cy="523220"/>
          </a:xfrm>
          <a:prstGeom prst="rect">
            <a:avLst/>
          </a:prstGeom>
          <a:noFill/>
        </p:spPr>
        <p:txBody>
          <a:bodyPr wrap="square" rtlCol="0">
            <a:spAutoFit/>
          </a:bodyPr>
          <a:lstStyle/>
          <a:p>
            <a:pPr algn="just"/>
            <a:r>
              <a:rPr lang="en-US" sz="1400" dirty="0">
                <a:latin typeface="Palatino Linotype" pitchFamily="18" charset="0"/>
              </a:rPr>
              <a:t>Maintains working knowledge of quality </a:t>
            </a:r>
          </a:p>
          <a:p>
            <a:pPr algn="just"/>
            <a:r>
              <a:rPr lang="en-US" sz="1400" dirty="0">
                <a:latin typeface="Palatino Linotype" pitchFamily="18" charset="0"/>
              </a:rPr>
              <a:t>standards.</a:t>
            </a:r>
          </a:p>
        </p:txBody>
      </p:sp>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690" y="5961871"/>
            <a:ext cx="216988" cy="144000"/>
          </a:xfrm>
          <a:prstGeom prst="rect">
            <a:avLst/>
          </a:prstGeom>
        </p:spPr>
      </p:pic>
      <p:sp>
        <p:nvSpPr>
          <p:cNvPr id="28" name="TextBox 27"/>
          <p:cNvSpPr txBox="1"/>
          <p:nvPr/>
        </p:nvSpPr>
        <p:spPr>
          <a:xfrm>
            <a:off x="6516165" y="5844651"/>
            <a:ext cx="1806585" cy="369332"/>
          </a:xfrm>
          <a:prstGeom prst="rect">
            <a:avLst/>
          </a:prstGeom>
          <a:noFill/>
        </p:spPr>
        <p:txBody>
          <a:bodyPr wrap="none" rtlCol="0">
            <a:spAutoFit/>
          </a:bodyPr>
          <a:lstStyle/>
          <a:p>
            <a:r>
              <a:rPr lang="en-IN" dirty="0">
                <a:latin typeface="Palatino Linotype" pitchFamily="18" charset="0"/>
              </a:rPr>
              <a:t>Quality Analyst</a:t>
            </a:r>
          </a:p>
        </p:txBody>
      </p:sp>
    </p:spTree>
    <p:extLst>
      <p:ext uri="{BB962C8B-B14F-4D97-AF65-F5344CB8AC3E}">
        <p14:creationId xmlns:p14="http://schemas.microsoft.com/office/powerpoint/2010/main" val="14218655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1" y="0"/>
            <a:ext cx="12192000" cy="6858000"/>
          </a:xfrm>
          <a:prstGeom prst="rect">
            <a:avLst/>
          </a:prstGeom>
        </p:spPr>
      </p:pic>
      <p:sp>
        <p:nvSpPr>
          <p:cNvPr id="3" name="Rectangle 2"/>
          <p:cNvSpPr/>
          <p:nvPr/>
        </p:nvSpPr>
        <p:spPr>
          <a:xfrm>
            <a:off x="5213217" y="561510"/>
            <a:ext cx="1749663" cy="584775"/>
          </a:xfrm>
          <a:prstGeom prst="rect">
            <a:avLst/>
          </a:prstGeom>
        </p:spPr>
        <p:txBody>
          <a:bodyPr wrap="square">
            <a:spAutoFit/>
          </a:bodyPr>
          <a:lstStyle/>
          <a:p>
            <a:r>
              <a:rPr lang="en-US" sz="3200" dirty="0">
                <a:latin typeface="Palatino Linotype" pitchFamily="18" charset="0"/>
              </a:rPr>
              <a:t>We Love</a:t>
            </a:r>
            <a:endParaRPr lang="en-IN" sz="1100" dirty="0">
              <a:solidFill>
                <a:schemeClr val="accent2"/>
              </a:solidFill>
              <a:latin typeface="Palatino Linotype" pitchFamily="18" charset="0"/>
            </a:endParaRPr>
          </a:p>
        </p:txBody>
      </p:sp>
      <p:sp>
        <p:nvSpPr>
          <p:cNvPr id="38" name="Google Shape;785;p30"/>
          <p:cNvSpPr>
            <a:spLocks/>
          </p:cNvSpPr>
          <p:nvPr/>
        </p:nvSpPr>
        <p:spPr bwMode="auto">
          <a:xfrm>
            <a:off x="5313363" y="1466850"/>
            <a:ext cx="746125" cy="927100"/>
          </a:xfrm>
          <a:custGeom>
            <a:avLst/>
            <a:gdLst>
              <a:gd name="T0" fmla="*/ 2147483647 w 180"/>
              <a:gd name="T1" fmla="*/ 2147483647 h 224"/>
              <a:gd name="T2" fmla="*/ 0 w 180"/>
              <a:gd name="T3" fmla="*/ 2147483647 h 224"/>
              <a:gd name="T4" fmla="*/ 0 w 180"/>
              <a:gd name="T5" fmla="*/ 0 h 224"/>
              <a:gd name="T6" fmla="*/ 2147483647 w 180"/>
              <a:gd name="T7" fmla="*/ 2147483647 h 224"/>
              <a:gd name="T8" fmla="*/ 2147483647 w 180"/>
              <a:gd name="T9" fmla="*/ 2147483647 h 224"/>
              <a:gd name="T10" fmla="*/ 2147483647 w 180"/>
              <a:gd name="T11" fmla="*/ 2147483647 h 224"/>
              <a:gd name="T12" fmla="*/ 2147483647 w 180"/>
              <a:gd name="T13" fmla="*/ 2147483647 h 224"/>
              <a:gd name="T14" fmla="*/ 0 60000 65536"/>
              <a:gd name="T15" fmla="*/ 0 60000 65536"/>
              <a:gd name="T16" fmla="*/ 0 60000 65536"/>
              <a:gd name="T17" fmla="*/ 0 60000 65536"/>
              <a:gd name="T18" fmla="*/ 0 60000 65536"/>
              <a:gd name="T19" fmla="*/ 0 60000 65536"/>
              <a:gd name="T20" fmla="*/ 0 60000 65536"/>
              <a:gd name="T21" fmla="*/ 0 w 180"/>
              <a:gd name="T22" fmla="*/ 0 h 224"/>
              <a:gd name="T23" fmla="*/ 180 w 180"/>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24" extrusionOk="0">
                <a:moveTo>
                  <a:pt x="171" y="224"/>
                </a:moveTo>
                <a:cubicBezTo>
                  <a:pt x="0" y="224"/>
                  <a:pt x="0" y="224"/>
                  <a:pt x="0" y="224"/>
                </a:cubicBezTo>
                <a:cubicBezTo>
                  <a:pt x="0" y="0"/>
                  <a:pt x="0" y="0"/>
                  <a:pt x="0" y="0"/>
                </a:cubicBezTo>
                <a:cubicBezTo>
                  <a:pt x="99" y="20"/>
                  <a:pt x="157" y="70"/>
                  <a:pt x="177" y="91"/>
                </a:cubicBezTo>
                <a:cubicBezTo>
                  <a:pt x="179" y="92"/>
                  <a:pt x="180" y="95"/>
                  <a:pt x="180" y="97"/>
                </a:cubicBezTo>
                <a:cubicBezTo>
                  <a:pt x="180" y="215"/>
                  <a:pt x="180" y="215"/>
                  <a:pt x="180" y="215"/>
                </a:cubicBezTo>
                <a:cubicBezTo>
                  <a:pt x="180" y="220"/>
                  <a:pt x="176" y="224"/>
                  <a:pt x="171" y="224"/>
                </a:cubicBezTo>
                <a:close/>
              </a:path>
            </a:pathLst>
          </a:custGeom>
          <a:solidFill>
            <a:srgbClr val="4CC9A8"/>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39" name="Google Shape;786;p30"/>
          <p:cNvSpPr>
            <a:spLocks/>
          </p:cNvSpPr>
          <p:nvPr/>
        </p:nvSpPr>
        <p:spPr bwMode="auto">
          <a:xfrm>
            <a:off x="3830638" y="1487488"/>
            <a:ext cx="738187" cy="906462"/>
          </a:xfrm>
          <a:custGeom>
            <a:avLst/>
            <a:gdLst>
              <a:gd name="T0" fmla="*/ 2147483647 w 178"/>
              <a:gd name="T1" fmla="*/ 2147483647 h 219"/>
              <a:gd name="T2" fmla="*/ 2147483647 w 178"/>
              <a:gd name="T3" fmla="*/ 2147483647 h 219"/>
              <a:gd name="T4" fmla="*/ 2147483647 w 178"/>
              <a:gd name="T5" fmla="*/ 2147483647 h 219"/>
              <a:gd name="T6" fmla="*/ 2147483647 w 178"/>
              <a:gd name="T7" fmla="*/ 0 h 219"/>
              <a:gd name="T8" fmla="*/ 2147483647 w 178"/>
              <a:gd name="T9" fmla="*/ 2147483647 h 219"/>
              <a:gd name="T10" fmla="*/ 2147483647 w 178"/>
              <a:gd name="T11" fmla="*/ 2147483647 h 219"/>
              <a:gd name="T12" fmla="*/ 0 60000 65536"/>
              <a:gd name="T13" fmla="*/ 0 60000 65536"/>
              <a:gd name="T14" fmla="*/ 0 60000 65536"/>
              <a:gd name="T15" fmla="*/ 0 60000 65536"/>
              <a:gd name="T16" fmla="*/ 0 60000 65536"/>
              <a:gd name="T17" fmla="*/ 0 60000 65536"/>
              <a:gd name="T18" fmla="*/ 0 w 178"/>
              <a:gd name="T19" fmla="*/ 0 h 219"/>
              <a:gd name="T20" fmla="*/ 178 w 178"/>
              <a:gd name="T21" fmla="*/ 219 h 219"/>
            </a:gdLst>
            <a:ahLst/>
            <a:cxnLst>
              <a:cxn ang="T12">
                <a:pos x="T0" y="T1"/>
              </a:cxn>
              <a:cxn ang="T13">
                <a:pos x="T2" y="T3"/>
              </a:cxn>
              <a:cxn ang="T14">
                <a:pos x="T4" y="T5"/>
              </a:cxn>
              <a:cxn ang="T15">
                <a:pos x="T6" y="T7"/>
              </a:cxn>
              <a:cxn ang="T16">
                <a:pos x="T8" y="T9"/>
              </a:cxn>
              <a:cxn ang="T17">
                <a:pos x="T10" y="T11"/>
              </a:cxn>
            </a:cxnLst>
            <a:rect l="T18" t="T19" r="T20" b="T21"/>
            <a:pathLst>
              <a:path w="178" h="219" extrusionOk="0">
                <a:moveTo>
                  <a:pt x="10" y="219"/>
                </a:moveTo>
                <a:cubicBezTo>
                  <a:pt x="4" y="219"/>
                  <a:pt x="0" y="213"/>
                  <a:pt x="1" y="207"/>
                </a:cubicBezTo>
                <a:cubicBezTo>
                  <a:pt x="10" y="168"/>
                  <a:pt x="22" y="143"/>
                  <a:pt x="23" y="143"/>
                </a:cubicBezTo>
                <a:cubicBezTo>
                  <a:pt x="23" y="142"/>
                  <a:pt x="70" y="37"/>
                  <a:pt x="178" y="0"/>
                </a:cubicBezTo>
                <a:cubicBezTo>
                  <a:pt x="178" y="219"/>
                  <a:pt x="178" y="219"/>
                  <a:pt x="178" y="219"/>
                </a:cubicBezTo>
                <a:lnTo>
                  <a:pt x="10" y="219"/>
                </a:lnTo>
                <a:close/>
              </a:path>
            </a:pathLst>
          </a:custGeom>
          <a:solidFill>
            <a:srgbClr val="7DE8C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0" name="Google Shape;787;p30"/>
          <p:cNvSpPr>
            <a:spLocks/>
          </p:cNvSpPr>
          <p:nvPr/>
        </p:nvSpPr>
        <p:spPr bwMode="auto">
          <a:xfrm>
            <a:off x="4568825" y="1433513"/>
            <a:ext cx="744538" cy="960437"/>
          </a:xfrm>
          <a:custGeom>
            <a:avLst/>
            <a:gdLst>
              <a:gd name="T0" fmla="*/ 0 w 180"/>
              <a:gd name="T1" fmla="*/ 2147483647 h 232"/>
              <a:gd name="T2" fmla="*/ 0 w 180"/>
              <a:gd name="T3" fmla="*/ 2147483647 h 232"/>
              <a:gd name="T4" fmla="*/ 2147483647 w 180"/>
              <a:gd name="T5" fmla="*/ 0 h 232"/>
              <a:gd name="T6" fmla="*/ 2147483647 w 180"/>
              <a:gd name="T7" fmla="*/ 0 h 232"/>
              <a:gd name="T8" fmla="*/ 2147483647 w 180"/>
              <a:gd name="T9" fmla="*/ 2147483647 h 232"/>
              <a:gd name="T10" fmla="*/ 2147483647 w 180"/>
              <a:gd name="T11" fmla="*/ 2147483647 h 232"/>
              <a:gd name="T12" fmla="*/ 0 w 180"/>
              <a:gd name="T13" fmla="*/ 2147483647 h 232"/>
              <a:gd name="T14" fmla="*/ 0 60000 65536"/>
              <a:gd name="T15" fmla="*/ 0 60000 65536"/>
              <a:gd name="T16" fmla="*/ 0 60000 65536"/>
              <a:gd name="T17" fmla="*/ 0 60000 65536"/>
              <a:gd name="T18" fmla="*/ 0 60000 65536"/>
              <a:gd name="T19" fmla="*/ 0 60000 65536"/>
              <a:gd name="T20" fmla="*/ 0 60000 65536"/>
              <a:gd name="T21" fmla="*/ 0 w 180"/>
              <a:gd name="T22" fmla="*/ 0 h 232"/>
              <a:gd name="T23" fmla="*/ 180 w 180"/>
              <a:gd name="T24" fmla="*/ 232 h 2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32" extrusionOk="0">
                <a:moveTo>
                  <a:pt x="0" y="232"/>
                </a:moveTo>
                <a:cubicBezTo>
                  <a:pt x="0" y="13"/>
                  <a:pt x="0" y="13"/>
                  <a:pt x="0" y="13"/>
                </a:cubicBezTo>
                <a:cubicBezTo>
                  <a:pt x="21" y="6"/>
                  <a:pt x="44" y="1"/>
                  <a:pt x="69" y="0"/>
                </a:cubicBezTo>
                <a:cubicBezTo>
                  <a:pt x="76" y="0"/>
                  <a:pt x="83" y="0"/>
                  <a:pt x="90" y="0"/>
                </a:cubicBezTo>
                <a:cubicBezTo>
                  <a:pt x="124" y="0"/>
                  <a:pt x="153" y="3"/>
                  <a:pt x="180" y="8"/>
                </a:cubicBezTo>
                <a:cubicBezTo>
                  <a:pt x="180" y="232"/>
                  <a:pt x="180" y="232"/>
                  <a:pt x="180" y="232"/>
                </a:cubicBezTo>
                <a:lnTo>
                  <a:pt x="0" y="232"/>
                </a:lnTo>
                <a:close/>
              </a:path>
            </a:pathLst>
          </a:custGeom>
          <a:solidFill>
            <a:srgbClr val="6BDAB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1" name="Google Shape;788;p30"/>
          <p:cNvSpPr>
            <a:spLocks/>
          </p:cNvSpPr>
          <p:nvPr/>
        </p:nvSpPr>
        <p:spPr bwMode="auto">
          <a:xfrm>
            <a:off x="4700588" y="4313238"/>
            <a:ext cx="612775" cy="558800"/>
          </a:xfrm>
          <a:custGeom>
            <a:avLst/>
            <a:gdLst>
              <a:gd name="T0" fmla="*/ 2147483647 w 148"/>
              <a:gd name="T1" fmla="*/ 2147483647 h 135"/>
              <a:gd name="T2" fmla="*/ 2147483647 w 148"/>
              <a:gd name="T3" fmla="*/ 0 h 135"/>
              <a:gd name="T4" fmla="*/ 2147483647 w 148"/>
              <a:gd name="T5" fmla="*/ 0 h 135"/>
              <a:gd name="T6" fmla="*/ 2147483647 w 148"/>
              <a:gd name="T7" fmla="*/ 2147483647 h 135"/>
              <a:gd name="T8" fmla="*/ 2147483647 w 148"/>
              <a:gd name="T9" fmla="*/ 2147483647 h 135"/>
              <a:gd name="T10" fmla="*/ 0 60000 65536"/>
              <a:gd name="T11" fmla="*/ 0 60000 65536"/>
              <a:gd name="T12" fmla="*/ 0 60000 65536"/>
              <a:gd name="T13" fmla="*/ 0 60000 65536"/>
              <a:gd name="T14" fmla="*/ 0 60000 65536"/>
              <a:gd name="T15" fmla="*/ 0 w 148"/>
              <a:gd name="T16" fmla="*/ 0 h 135"/>
              <a:gd name="T17" fmla="*/ 148 w 148"/>
              <a:gd name="T18" fmla="*/ 135 h 135"/>
            </a:gdLst>
            <a:ahLst/>
            <a:cxnLst>
              <a:cxn ang="T10">
                <a:pos x="T0" y="T1"/>
              </a:cxn>
              <a:cxn ang="T11">
                <a:pos x="T2" y="T3"/>
              </a:cxn>
              <a:cxn ang="T12">
                <a:pos x="T4" y="T5"/>
              </a:cxn>
              <a:cxn ang="T13">
                <a:pos x="T6" y="T7"/>
              </a:cxn>
              <a:cxn ang="T14">
                <a:pos x="T8" y="T9"/>
              </a:cxn>
            </a:cxnLst>
            <a:rect l="T15" t="T16" r="T17" b="T18"/>
            <a:pathLst>
              <a:path w="148" h="135" extrusionOk="0">
                <a:moveTo>
                  <a:pt x="7" y="16"/>
                </a:moveTo>
                <a:cubicBezTo>
                  <a:pt x="0" y="11"/>
                  <a:pt x="4" y="0"/>
                  <a:pt x="13" y="0"/>
                </a:cubicBezTo>
                <a:cubicBezTo>
                  <a:pt x="148" y="0"/>
                  <a:pt x="148" y="0"/>
                  <a:pt x="148" y="0"/>
                </a:cubicBezTo>
                <a:cubicBezTo>
                  <a:pt x="148" y="135"/>
                  <a:pt x="148" y="135"/>
                  <a:pt x="148" y="135"/>
                </a:cubicBezTo>
                <a:cubicBezTo>
                  <a:pt x="102" y="99"/>
                  <a:pt x="53" y="58"/>
                  <a:pt x="7" y="16"/>
                </a:cubicBezTo>
                <a:close/>
              </a:path>
            </a:pathLst>
          </a:custGeom>
          <a:solidFill>
            <a:srgbClr val="2070A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2" name="Google Shape;789;p30"/>
          <p:cNvSpPr>
            <a:spLocks/>
          </p:cNvSpPr>
          <p:nvPr/>
        </p:nvSpPr>
        <p:spPr bwMode="auto">
          <a:xfrm>
            <a:off x="5313363" y="4313238"/>
            <a:ext cx="746125" cy="1081087"/>
          </a:xfrm>
          <a:custGeom>
            <a:avLst/>
            <a:gdLst>
              <a:gd name="T0" fmla="*/ 2147483647 w 180"/>
              <a:gd name="T1" fmla="*/ 2147483647 h 261"/>
              <a:gd name="T2" fmla="*/ 2147483647 w 180"/>
              <a:gd name="T3" fmla="*/ 2147483647 h 261"/>
              <a:gd name="T4" fmla="*/ 2147483647 w 180"/>
              <a:gd name="T5" fmla="*/ 2147483647 h 261"/>
              <a:gd name="T6" fmla="*/ 0 w 180"/>
              <a:gd name="T7" fmla="*/ 2147483647 h 261"/>
              <a:gd name="T8" fmla="*/ 0 w 180"/>
              <a:gd name="T9" fmla="*/ 0 h 261"/>
              <a:gd name="T10" fmla="*/ 2147483647 w 180"/>
              <a:gd name="T11" fmla="*/ 0 h 261"/>
              <a:gd name="T12" fmla="*/ 2147483647 w 180"/>
              <a:gd name="T13" fmla="*/ 2147483647 h 261"/>
              <a:gd name="T14" fmla="*/ 0 60000 65536"/>
              <a:gd name="T15" fmla="*/ 0 60000 65536"/>
              <a:gd name="T16" fmla="*/ 0 60000 65536"/>
              <a:gd name="T17" fmla="*/ 0 60000 65536"/>
              <a:gd name="T18" fmla="*/ 0 60000 65536"/>
              <a:gd name="T19" fmla="*/ 0 60000 65536"/>
              <a:gd name="T20" fmla="*/ 0 60000 65536"/>
              <a:gd name="T21" fmla="*/ 0 w 180"/>
              <a:gd name="T22" fmla="*/ 0 h 261"/>
              <a:gd name="T23" fmla="*/ 180 w 180"/>
              <a:gd name="T24" fmla="*/ 261 h 2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61" extrusionOk="0">
                <a:moveTo>
                  <a:pt x="180" y="9"/>
                </a:moveTo>
                <a:cubicBezTo>
                  <a:pt x="180" y="248"/>
                  <a:pt x="180" y="248"/>
                  <a:pt x="180" y="248"/>
                </a:cubicBezTo>
                <a:cubicBezTo>
                  <a:pt x="180" y="256"/>
                  <a:pt x="171" y="261"/>
                  <a:pt x="165" y="256"/>
                </a:cubicBezTo>
                <a:cubicBezTo>
                  <a:pt x="132" y="233"/>
                  <a:pt x="70" y="189"/>
                  <a:pt x="0" y="135"/>
                </a:cubicBezTo>
                <a:cubicBezTo>
                  <a:pt x="0" y="0"/>
                  <a:pt x="0" y="0"/>
                  <a:pt x="0" y="0"/>
                </a:cubicBezTo>
                <a:cubicBezTo>
                  <a:pt x="171" y="0"/>
                  <a:pt x="171" y="0"/>
                  <a:pt x="171" y="0"/>
                </a:cubicBezTo>
                <a:cubicBezTo>
                  <a:pt x="176" y="0"/>
                  <a:pt x="180" y="4"/>
                  <a:pt x="180" y="9"/>
                </a:cubicBezTo>
                <a:close/>
              </a:path>
            </a:pathLst>
          </a:custGeom>
          <a:solidFill>
            <a:srgbClr val="06528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3" name="Google Shape;790;p30"/>
          <p:cNvSpPr>
            <a:spLocks/>
          </p:cNvSpPr>
          <p:nvPr/>
        </p:nvSpPr>
        <p:spPr bwMode="auto">
          <a:xfrm>
            <a:off x="3789363" y="2473325"/>
            <a:ext cx="779462" cy="841375"/>
          </a:xfrm>
          <a:custGeom>
            <a:avLst/>
            <a:gdLst>
              <a:gd name="T0" fmla="*/ 2147483647 w 188"/>
              <a:gd name="T1" fmla="*/ 2147483647 h 203"/>
              <a:gd name="T2" fmla="*/ 2147483647 w 188"/>
              <a:gd name="T3" fmla="*/ 2147483647 h 203"/>
              <a:gd name="T4" fmla="*/ 2147483647 w 188"/>
              <a:gd name="T5" fmla="*/ 0 h 203"/>
              <a:gd name="T6" fmla="*/ 2147483647 w 188"/>
              <a:gd name="T7" fmla="*/ 0 h 203"/>
              <a:gd name="T8" fmla="*/ 2147483647 w 188"/>
              <a:gd name="T9" fmla="*/ 2147483647 h 203"/>
              <a:gd name="T10" fmla="*/ 2147483647 w 188"/>
              <a:gd name="T11" fmla="*/ 2147483647 h 203"/>
              <a:gd name="T12" fmla="*/ 2147483647 w 188"/>
              <a:gd name="T13" fmla="*/ 2147483647 h 203"/>
              <a:gd name="T14" fmla="*/ 2147483647 w 188"/>
              <a:gd name="T15" fmla="*/ 2147483647 h 203"/>
              <a:gd name="T16" fmla="*/ 0 60000 65536"/>
              <a:gd name="T17" fmla="*/ 0 60000 65536"/>
              <a:gd name="T18" fmla="*/ 0 60000 65536"/>
              <a:gd name="T19" fmla="*/ 0 60000 65536"/>
              <a:gd name="T20" fmla="*/ 0 60000 65536"/>
              <a:gd name="T21" fmla="*/ 0 60000 65536"/>
              <a:gd name="T22" fmla="*/ 0 60000 65536"/>
              <a:gd name="T23" fmla="*/ 0 60000 65536"/>
              <a:gd name="T24" fmla="*/ 0 w 188"/>
              <a:gd name="T25" fmla="*/ 0 h 203"/>
              <a:gd name="T26" fmla="*/ 188 w 188"/>
              <a:gd name="T27" fmla="*/ 203 h 2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8" h="203" extrusionOk="0">
                <a:moveTo>
                  <a:pt x="1" y="47"/>
                </a:moveTo>
                <a:cubicBezTo>
                  <a:pt x="1" y="33"/>
                  <a:pt x="3" y="20"/>
                  <a:pt x="4" y="8"/>
                </a:cubicBezTo>
                <a:cubicBezTo>
                  <a:pt x="5" y="4"/>
                  <a:pt x="9" y="0"/>
                  <a:pt x="14" y="0"/>
                </a:cubicBezTo>
                <a:cubicBezTo>
                  <a:pt x="188" y="0"/>
                  <a:pt x="188" y="0"/>
                  <a:pt x="188" y="0"/>
                </a:cubicBezTo>
                <a:cubicBezTo>
                  <a:pt x="188" y="203"/>
                  <a:pt x="188" y="203"/>
                  <a:pt x="188" y="203"/>
                </a:cubicBezTo>
                <a:cubicBezTo>
                  <a:pt x="34" y="203"/>
                  <a:pt x="34" y="203"/>
                  <a:pt x="34" y="203"/>
                </a:cubicBezTo>
                <a:cubicBezTo>
                  <a:pt x="30" y="203"/>
                  <a:pt x="26" y="201"/>
                  <a:pt x="25" y="197"/>
                </a:cubicBezTo>
                <a:cubicBezTo>
                  <a:pt x="4" y="140"/>
                  <a:pt x="0" y="88"/>
                  <a:pt x="1" y="47"/>
                </a:cubicBezTo>
                <a:close/>
              </a:path>
            </a:pathLst>
          </a:custGeom>
          <a:solidFill>
            <a:srgbClr val="91E5EB"/>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4" name="Google Shape;791;p30"/>
          <p:cNvSpPr txBox="1">
            <a:spLocks noChangeArrowheads="1"/>
          </p:cNvSpPr>
          <p:nvPr/>
        </p:nvSpPr>
        <p:spPr bwMode="auto">
          <a:xfrm>
            <a:off x="4568825" y="2473325"/>
            <a:ext cx="744538" cy="841375"/>
          </a:xfrm>
          <a:prstGeom prst="rect">
            <a:avLst/>
          </a:prstGeom>
          <a:solidFill>
            <a:srgbClr val="64D1D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solidFill>
                <a:srgbClr val="000000"/>
              </a:solidFill>
              <a:latin typeface="Calibri" pitchFamily="34" charset="0"/>
              <a:sym typeface="Calibri" pitchFamily="34" charset="0"/>
            </a:endParaRPr>
          </a:p>
        </p:txBody>
      </p:sp>
      <p:sp>
        <p:nvSpPr>
          <p:cNvPr id="45" name="Google Shape;792;p30"/>
          <p:cNvSpPr>
            <a:spLocks/>
          </p:cNvSpPr>
          <p:nvPr/>
        </p:nvSpPr>
        <p:spPr bwMode="auto">
          <a:xfrm>
            <a:off x="5313363" y="2473325"/>
            <a:ext cx="746125" cy="841375"/>
          </a:xfrm>
          <a:custGeom>
            <a:avLst/>
            <a:gdLst>
              <a:gd name="T0" fmla="*/ 2147483647 w 180"/>
              <a:gd name="T1" fmla="*/ 2147483647 h 203"/>
              <a:gd name="T2" fmla="*/ 0 w 180"/>
              <a:gd name="T3" fmla="*/ 2147483647 h 203"/>
              <a:gd name="T4" fmla="*/ 0 w 180"/>
              <a:gd name="T5" fmla="*/ 0 h 203"/>
              <a:gd name="T6" fmla="*/ 2147483647 w 180"/>
              <a:gd name="T7" fmla="*/ 0 h 203"/>
              <a:gd name="T8" fmla="*/ 2147483647 w 180"/>
              <a:gd name="T9" fmla="*/ 2147483647 h 203"/>
              <a:gd name="T10" fmla="*/ 2147483647 w 180"/>
              <a:gd name="T11" fmla="*/ 2147483647 h 203"/>
              <a:gd name="T12" fmla="*/ 2147483647 w 180"/>
              <a:gd name="T13" fmla="*/ 2147483647 h 203"/>
              <a:gd name="T14" fmla="*/ 0 60000 65536"/>
              <a:gd name="T15" fmla="*/ 0 60000 65536"/>
              <a:gd name="T16" fmla="*/ 0 60000 65536"/>
              <a:gd name="T17" fmla="*/ 0 60000 65536"/>
              <a:gd name="T18" fmla="*/ 0 60000 65536"/>
              <a:gd name="T19" fmla="*/ 0 60000 65536"/>
              <a:gd name="T20" fmla="*/ 0 60000 65536"/>
              <a:gd name="T21" fmla="*/ 0 w 180"/>
              <a:gd name="T22" fmla="*/ 0 h 203"/>
              <a:gd name="T23" fmla="*/ 180 w 180"/>
              <a:gd name="T24" fmla="*/ 203 h 2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03" extrusionOk="0">
                <a:moveTo>
                  <a:pt x="171" y="203"/>
                </a:moveTo>
                <a:cubicBezTo>
                  <a:pt x="0" y="203"/>
                  <a:pt x="0" y="203"/>
                  <a:pt x="0" y="203"/>
                </a:cubicBezTo>
                <a:cubicBezTo>
                  <a:pt x="0" y="0"/>
                  <a:pt x="0" y="0"/>
                  <a:pt x="0" y="0"/>
                </a:cubicBezTo>
                <a:cubicBezTo>
                  <a:pt x="171" y="0"/>
                  <a:pt x="171" y="0"/>
                  <a:pt x="171" y="0"/>
                </a:cubicBezTo>
                <a:cubicBezTo>
                  <a:pt x="176" y="0"/>
                  <a:pt x="180" y="4"/>
                  <a:pt x="180" y="10"/>
                </a:cubicBezTo>
                <a:cubicBezTo>
                  <a:pt x="180" y="194"/>
                  <a:pt x="180" y="194"/>
                  <a:pt x="180" y="194"/>
                </a:cubicBezTo>
                <a:cubicBezTo>
                  <a:pt x="180" y="199"/>
                  <a:pt x="176" y="203"/>
                  <a:pt x="171" y="203"/>
                </a:cubicBezTo>
                <a:close/>
              </a:path>
            </a:pathLst>
          </a:custGeom>
          <a:solidFill>
            <a:srgbClr val="3DC6D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6" name="Google Shape;793;p30"/>
          <p:cNvSpPr>
            <a:spLocks/>
          </p:cNvSpPr>
          <p:nvPr/>
        </p:nvSpPr>
        <p:spPr bwMode="auto">
          <a:xfrm>
            <a:off x="4568825" y="3392488"/>
            <a:ext cx="744538" cy="841375"/>
          </a:xfrm>
          <a:custGeom>
            <a:avLst/>
            <a:gdLst>
              <a:gd name="T0" fmla="*/ 2147483647 w 180"/>
              <a:gd name="T1" fmla="*/ 2147483647 h 203"/>
              <a:gd name="T2" fmla="*/ 2147483647 w 180"/>
              <a:gd name="T3" fmla="*/ 2147483647 h 203"/>
              <a:gd name="T4" fmla="*/ 0 w 180"/>
              <a:gd name="T5" fmla="*/ 2147483647 h 203"/>
              <a:gd name="T6" fmla="*/ 0 w 180"/>
              <a:gd name="T7" fmla="*/ 0 h 203"/>
              <a:gd name="T8" fmla="*/ 2147483647 w 180"/>
              <a:gd name="T9" fmla="*/ 0 h 203"/>
              <a:gd name="T10" fmla="*/ 2147483647 w 180"/>
              <a:gd name="T11" fmla="*/ 2147483647 h 203"/>
              <a:gd name="T12" fmla="*/ 0 60000 65536"/>
              <a:gd name="T13" fmla="*/ 0 60000 65536"/>
              <a:gd name="T14" fmla="*/ 0 60000 65536"/>
              <a:gd name="T15" fmla="*/ 0 60000 65536"/>
              <a:gd name="T16" fmla="*/ 0 60000 65536"/>
              <a:gd name="T17" fmla="*/ 0 60000 65536"/>
              <a:gd name="T18" fmla="*/ 0 w 180"/>
              <a:gd name="T19" fmla="*/ 0 h 203"/>
              <a:gd name="T20" fmla="*/ 180 w 180"/>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180" h="203" extrusionOk="0">
                <a:moveTo>
                  <a:pt x="180" y="203"/>
                </a:moveTo>
                <a:cubicBezTo>
                  <a:pt x="4" y="203"/>
                  <a:pt x="4" y="203"/>
                  <a:pt x="4" y="203"/>
                </a:cubicBezTo>
                <a:cubicBezTo>
                  <a:pt x="3" y="203"/>
                  <a:pt x="2" y="203"/>
                  <a:pt x="0" y="202"/>
                </a:cubicBezTo>
                <a:cubicBezTo>
                  <a:pt x="0" y="0"/>
                  <a:pt x="0" y="0"/>
                  <a:pt x="0" y="0"/>
                </a:cubicBezTo>
                <a:cubicBezTo>
                  <a:pt x="180" y="0"/>
                  <a:pt x="180" y="0"/>
                  <a:pt x="180" y="0"/>
                </a:cubicBezTo>
                <a:lnTo>
                  <a:pt x="180" y="203"/>
                </a:lnTo>
                <a:close/>
              </a:path>
            </a:pathLst>
          </a:custGeom>
          <a:solidFill>
            <a:srgbClr val="34B2E3"/>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7" name="Google Shape;794;p30"/>
          <p:cNvSpPr>
            <a:spLocks/>
          </p:cNvSpPr>
          <p:nvPr/>
        </p:nvSpPr>
        <p:spPr bwMode="auto">
          <a:xfrm>
            <a:off x="3946525" y="3392488"/>
            <a:ext cx="622300" cy="838200"/>
          </a:xfrm>
          <a:custGeom>
            <a:avLst/>
            <a:gdLst>
              <a:gd name="T0" fmla="*/ 2147483647 w 150"/>
              <a:gd name="T1" fmla="*/ 2147483647 h 202"/>
              <a:gd name="T2" fmla="*/ 2147483647 w 150"/>
              <a:gd name="T3" fmla="*/ 2147483647 h 202"/>
              <a:gd name="T4" fmla="*/ 2147483647 w 150"/>
              <a:gd name="T5" fmla="*/ 2147483647 h 202"/>
              <a:gd name="T6" fmla="*/ 2147483647 w 150"/>
              <a:gd name="T7" fmla="*/ 0 h 202"/>
              <a:gd name="T8" fmla="*/ 2147483647 w 150"/>
              <a:gd name="T9" fmla="*/ 0 h 202"/>
              <a:gd name="T10" fmla="*/ 2147483647 w 150"/>
              <a:gd name="T11" fmla="*/ 2147483647 h 202"/>
              <a:gd name="T12" fmla="*/ 2147483647 w 150"/>
              <a:gd name="T13" fmla="*/ 2147483647 h 202"/>
              <a:gd name="T14" fmla="*/ 0 60000 65536"/>
              <a:gd name="T15" fmla="*/ 0 60000 65536"/>
              <a:gd name="T16" fmla="*/ 0 60000 65536"/>
              <a:gd name="T17" fmla="*/ 0 60000 65536"/>
              <a:gd name="T18" fmla="*/ 0 60000 65536"/>
              <a:gd name="T19" fmla="*/ 0 60000 65536"/>
              <a:gd name="T20" fmla="*/ 0 60000 65536"/>
              <a:gd name="T21" fmla="*/ 0 w 150"/>
              <a:gd name="T22" fmla="*/ 0 h 202"/>
              <a:gd name="T23" fmla="*/ 150 w 150"/>
              <a:gd name="T24" fmla="*/ 202 h 2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0" h="202" extrusionOk="0">
                <a:moveTo>
                  <a:pt x="147" y="200"/>
                </a:moveTo>
                <a:cubicBezTo>
                  <a:pt x="126" y="180"/>
                  <a:pt x="105" y="159"/>
                  <a:pt x="87" y="138"/>
                </a:cubicBezTo>
                <a:cubicBezTo>
                  <a:pt x="48" y="96"/>
                  <a:pt x="21" y="54"/>
                  <a:pt x="2" y="13"/>
                </a:cubicBezTo>
                <a:cubicBezTo>
                  <a:pt x="0" y="7"/>
                  <a:pt x="4" y="0"/>
                  <a:pt x="11" y="0"/>
                </a:cubicBezTo>
                <a:cubicBezTo>
                  <a:pt x="150" y="0"/>
                  <a:pt x="150" y="0"/>
                  <a:pt x="150" y="0"/>
                </a:cubicBezTo>
                <a:cubicBezTo>
                  <a:pt x="150" y="202"/>
                  <a:pt x="150" y="202"/>
                  <a:pt x="150" y="202"/>
                </a:cubicBezTo>
                <a:cubicBezTo>
                  <a:pt x="149" y="202"/>
                  <a:pt x="148" y="201"/>
                  <a:pt x="147" y="200"/>
                </a:cubicBezTo>
                <a:close/>
              </a:path>
            </a:pathLst>
          </a:custGeom>
          <a:solidFill>
            <a:srgbClr val="68CBF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8" name="Google Shape;795;p30"/>
          <p:cNvSpPr>
            <a:spLocks/>
          </p:cNvSpPr>
          <p:nvPr/>
        </p:nvSpPr>
        <p:spPr bwMode="auto">
          <a:xfrm>
            <a:off x="5313363" y="3392488"/>
            <a:ext cx="746125" cy="841375"/>
          </a:xfrm>
          <a:custGeom>
            <a:avLst/>
            <a:gdLst>
              <a:gd name="T0" fmla="*/ 2147483647 w 180"/>
              <a:gd name="T1" fmla="*/ 0 h 203"/>
              <a:gd name="T2" fmla="*/ 2147483647 w 180"/>
              <a:gd name="T3" fmla="*/ 2147483647 h 203"/>
              <a:gd name="T4" fmla="*/ 2147483647 w 180"/>
              <a:gd name="T5" fmla="*/ 2147483647 h 203"/>
              <a:gd name="T6" fmla="*/ 2147483647 w 180"/>
              <a:gd name="T7" fmla="*/ 2147483647 h 203"/>
              <a:gd name="T8" fmla="*/ 0 w 180"/>
              <a:gd name="T9" fmla="*/ 2147483647 h 203"/>
              <a:gd name="T10" fmla="*/ 0 w 180"/>
              <a:gd name="T11" fmla="*/ 0 h 203"/>
              <a:gd name="T12" fmla="*/ 2147483647 w 180"/>
              <a:gd name="T13" fmla="*/ 0 h 203"/>
              <a:gd name="T14" fmla="*/ 0 60000 65536"/>
              <a:gd name="T15" fmla="*/ 0 60000 65536"/>
              <a:gd name="T16" fmla="*/ 0 60000 65536"/>
              <a:gd name="T17" fmla="*/ 0 60000 65536"/>
              <a:gd name="T18" fmla="*/ 0 60000 65536"/>
              <a:gd name="T19" fmla="*/ 0 60000 65536"/>
              <a:gd name="T20" fmla="*/ 0 60000 65536"/>
              <a:gd name="T21" fmla="*/ 0 w 180"/>
              <a:gd name="T22" fmla="*/ 0 h 203"/>
              <a:gd name="T23" fmla="*/ 180 w 180"/>
              <a:gd name="T24" fmla="*/ 203 h 2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03" extrusionOk="0">
                <a:moveTo>
                  <a:pt x="171" y="0"/>
                </a:moveTo>
                <a:cubicBezTo>
                  <a:pt x="176" y="0"/>
                  <a:pt x="180" y="4"/>
                  <a:pt x="180" y="9"/>
                </a:cubicBezTo>
                <a:cubicBezTo>
                  <a:pt x="180" y="193"/>
                  <a:pt x="180" y="193"/>
                  <a:pt x="180" y="193"/>
                </a:cubicBezTo>
                <a:cubicBezTo>
                  <a:pt x="180" y="199"/>
                  <a:pt x="176" y="203"/>
                  <a:pt x="171" y="203"/>
                </a:cubicBezTo>
                <a:cubicBezTo>
                  <a:pt x="0" y="203"/>
                  <a:pt x="0" y="203"/>
                  <a:pt x="0" y="203"/>
                </a:cubicBezTo>
                <a:cubicBezTo>
                  <a:pt x="0" y="0"/>
                  <a:pt x="0" y="0"/>
                  <a:pt x="0" y="0"/>
                </a:cubicBezTo>
                <a:lnTo>
                  <a:pt x="171" y="0"/>
                </a:lnTo>
                <a:close/>
              </a:path>
            </a:pathLst>
          </a:custGeom>
          <a:solidFill>
            <a:srgbClr val="22A2D4"/>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49" name="Google Shape;796;p30"/>
          <p:cNvSpPr>
            <a:spLocks/>
          </p:cNvSpPr>
          <p:nvPr/>
        </p:nvSpPr>
        <p:spPr bwMode="auto">
          <a:xfrm>
            <a:off x="6137275" y="1466850"/>
            <a:ext cx="746125" cy="927100"/>
          </a:xfrm>
          <a:custGeom>
            <a:avLst/>
            <a:gdLst>
              <a:gd name="T0" fmla="*/ 2147483647 w 180"/>
              <a:gd name="T1" fmla="*/ 2147483647 h 224"/>
              <a:gd name="T2" fmla="*/ 2147483647 w 180"/>
              <a:gd name="T3" fmla="*/ 2147483647 h 224"/>
              <a:gd name="T4" fmla="*/ 2147483647 w 180"/>
              <a:gd name="T5" fmla="*/ 0 h 224"/>
              <a:gd name="T6" fmla="*/ 2147483647 w 180"/>
              <a:gd name="T7" fmla="*/ 2147483647 h 224"/>
              <a:gd name="T8" fmla="*/ 0 w 180"/>
              <a:gd name="T9" fmla="*/ 2147483647 h 224"/>
              <a:gd name="T10" fmla="*/ 0 w 180"/>
              <a:gd name="T11" fmla="*/ 2147483647 h 224"/>
              <a:gd name="T12" fmla="*/ 2147483647 w 180"/>
              <a:gd name="T13" fmla="*/ 2147483647 h 224"/>
              <a:gd name="T14" fmla="*/ 0 60000 65536"/>
              <a:gd name="T15" fmla="*/ 0 60000 65536"/>
              <a:gd name="T16" fmla="*/ 0 60000 65536"/>
              <a:gd name="T17" fmla="*/ 0 60000 65536"/>
              <a:gd name="T18" fmla="*/ 0 60000 65536"/>
              <a:gd name="T19" fmla="*/ 0 60000 65536"/>
              <a:gd name="T20" fmla="*/ 0 60000 65536"/>
              <a:gd name="T21" fmla="*/ 0 w 180"/>
              <a:gd name="T22" fmla="*/ 0 h 224"/>
              <a:gd name="T23" fmla="*/ 180 w 180"/>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24" extrusionOk="0">
                <a:moveTo>
                  <a:pt x="9" y="224"/>
                </a:moveTo>
                <a:cubicBezTo>
                  <a:pt x="180" y="224"/>
                  <a:pt x="180" y="224"/>
                  <a:pt x="180" y="224"/>
                </a:cubicBezTo>
                <a:cubicBezTo>
                  <a:pt x="180" y="0"/>
                  <a:pt x="180" y="0"/>
                  <a:pt x="180" y="0"/>
                </a:cubicBezTo>
                <a:cubicBezTo>
                  <a:pt x="81" y="20"/>
                  <a:pt x="23" y="70"/>
                  <a:pt x="3" y="91"/>
                </a:cubicBezTo>
                <a:cubicBezTo>
                  <a:pt x="1" y="92"/>
                  <a:pt x="0" y="95"/>
                  <a:pt x="0" y="97"/>
                </a:cubicBezTo>
                <a:cubicBezTo>
                  <a:pt x="0" y="215"/>
                  <a:pt x="0" y="215"/>
                  <a:pt x="0" y="215"/>
                </a:cubicBezTo>
                <a:cubicBezTo>
                  <a:pt x="0" y="220"/>
                  <a:pt x="4" y="224"/>
                  <a:pt x="9" y="224"/>
                </a:cubicBezTo>
                <a:close/>
              </a:path>
            </a:pathLst>
          </a:custGeom>
          <a:solidFill>
            <a:srgbClr val="FAB320"/>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0" name="Google Shape;797;p30"/>
          <p:cNvSpPr>
            <a:spLocks/>
          </p:cNvSpPr>
          <p:nvPr/>
        </p:nvSpPr>
        <p:spPr bwMode="auto">
          <a:xfrm>
            <a:off x="7627938" y="1487488"/>
            <a:ext cx="738187" cy="906462"/>
          </a:xfrm>
          <a:custGeom>
            <a:avLst/>
            <a:gdLst>
              <a:gd name="T0" fmla="*/ 2147483647 w 178"/>
              <a:gd name="T1" fmla="*/ 2147483647 h 219"/>
              <a:gd name="T2" fmla="*/ 2147483647 w 178"/>
              <a:gd name="T3" fmla="*/ 2147483647 h 219"/>
              <a:gd name="T4" fmla="*/ 2147483647 w 178"/>
              <a:gd name="T5" fmla="*/ 2147483647 h 219"/>
              <a:gd name="T6" fmla="*/ 0 w 178"/>
              <a:gd name="T7" fmla="*/ 0 h 219"/>
              <a:gd name="T8" fmla="*/ 0 w 178"/>
              <a:gd name="T9" fmla="*/ 2147483647 h 219"/>
              <a:gd name="T10" fmla="*/ 2147483647 w 178"/>
              <a:gd name="T11" fmla="*/ 2147483647 h 219"/>
              <a:gd name="T12" fmla="*/ 0 60000 65536"/>
              <a:gd name="T13" fmla="*/ 0 60000 65536"/>
              <a:gd name="T14" fmla="*/ 0 60000 65536"/>
              <a:gd name="T15" fmla="*/ 0 60000 65536"/>
              <a:gd name="T16" fmla="*/ 0 60000 65536"/>
              <a:gd name="T17" fmla="*/ 0 60000 65536"/>
              <a:gd name="T18" fmla="*/ 0 w 178"/>
              <a:gd name="T19" fmla="*/ 0 h 219"/>
              <a:gd name="T20" fmla="*/ 178 w 178"/>
              <a:gd name="T21" fmla="*/ 219 h 219"/>
            </a:gdLst>
            <a:ahLst/>
            <a:cxnLst>
              <a:cxn ang="T12">
                <a:pos x="T0" y="T1"/>
              </a:cxn>
              <a:cxn ang="T13">
                <a:pos x="T2" y="T3"/>
              </a:cxn>
              <a:cxn ang="T14">
                <a:pos x="T4" y="T5"/>
              </a:cxn>
              <a:cxn ang="T15">
                <a:pos x="T6" y="T7"/>
              </a:cxn>
              <a:cxn ang="T16">
                <a:pos x="T8" y="T9"/>
              </a:cxn>
              <a:cxn ang="T17">
                <a:pos x="T10" y="T11"/>
              </a:cxn>
            </a:cxnLst>
            <a:rect l="T18" t="T19" r="T20" b="T21"/>
            <a:pathLst>
              <a:path w="178" h="219" extrusionOk="0">
                <a:moveTo>
                  <a:pt x="168" y="219"/>
                </a:moveTo>
                <a:cubicBezTo>
                  <a:pt x="174" y="219"/>
                  <a:pt x="178" y="213"/>
                  <a:pt x="177" y="207"/>
                </a:cubicBezTo>
                <a:cubicBezTo>
                  <a:pt x="168" y="168"/>
                  <a:pt x="156" y="143"/>
                  <a:pt x="155" y="143"/>
                </a:cubicBezTo>
                <a:cubicBezTo>
                  <a:pt x="155" y="142"/>
                  <a:pt x="108" y="37"/>
                  <a:pt x="0" y="0"/>
                </a:cubicBezTo>
                <a:cubicBezTo>
                  <a:pt x="0" y="219"/>
                  <a:pt x="0" y="219"/>
                  <a:pt x="0" y="219"/>
                </a:cubicBezTo>
                <a:lnTo>
                  <a:pt x="168" y="219"/>
                </a:lnTo>
                <a:close/>
              </a:path>
            </a:pathLst>
          </a:custGeom>
          <a:solidFill>
            <a:srgbClr val="FFD487"/>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1" name="Google Shape;798;p30"/>
          <p:cNvSpPr>
            <a:spLocks/>
          </p:cNvSpPr>
          <p:nvPr/>
        </p:nvSpPr>
        <p:spPr bwMode="auto">
          <a:xfrm>
            <a:off x="6883400" y="1433513"/>
            <a:ext cx="744538" cy="960437"/>
          </a:xfrm>
          <a:custGeom>
            <a:avLst/>
            <a:gdLst>
              <a:gd name="T0" fmla="*/ 2147483647 w 180"/>
              <a:gd name="T1" fmla="*/ 2147483647 h 232"/>
              <a:gd name="T2" fmla="*/ 2147483647 w 180"/>
              <a:gd name="T3" fmla="*/ 2147483647 h 232"/>
              <a:gd name="T4" fmla="*/ 2147483647 w 180"/>
              <a:gd name="T5" fmla="*/ 0 h 232"/>
              <a:gd name="T6" fmla="*/ 2147483647 w 180"/>
              <a:gd name="T7" fmla="*/ 0 h 232"/>
              <a:gd name="T8" fmla="*/ 0 w 180"/>
              <a:gd name="T9" fmla="*/ 2147483647 h 232"/>
              <a:gd name="T10" fmla="*/ 0 w 180"/>
              <a:gd name="T11" fmla="*/ 2147483647 h 232"/>
              <a:gd name="T12" fmla="*/ 2147483647 w 180"/>
              <a:gd name="T13" fmla="*/ 2147483647 h 232"/>
              <a:gd name="T14" fmla="*/ 0 60000 65536"/>
              <a:gd name="T15" fmla="*/ 0 60000 65536"/>
              <a:gd name="T16" fmla="*/ 0 60000 65536"/>
              <a:gd name="T17" fmla="*/ 0 60000 65536"/>
              <a:gd name="T18" fmla="*/ 0 60000 65536"/>
              <a:gd name="T19" fmla="*/ 0 60000 65536"/>
              <a:gd name="T20" fmla="*/ 0 60000 65536"/>
              <a:gd name="T21" fmla="*/ 0 w 180"/>
              <a:gd name="T22" fmla="*/ 0 h 232"/>
              <a:gd name="T23" fmla="*/ 180 w 180"/>
              <a:gd name="T24" fmla="*/ 232 h 2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32" extrusionOk="0">
                <a:moveTo>
                  <a:pt x="180" y="232"/>
                </a:moveTo>
                <a:cubicBezTo>
                  <a:pt x="180" y="13"/>
                  <a:pt x="180" y="13"/>
                  <a:pt x="180" y="13"/>
                </a:cubicBezTo>
                <a:cubicBezTo>
                  <a:pt x="159" y="6"/>
                  <a:pt x="136" y="1"/>
                  <a:pt x="111" y="0"/>
                </a:cubicBezTo>
                <a:cubicBezTo>
                  <a:pt x="104" y="0"/>
                  <a:pt x="97" y="0"/>
                  <a:pt x="90" y="0"/>
                </a:cubicBezTo>
                <a:cubicBezTo>
                  <a:pt x="57" y="0"/>
                  <a:pt x="27" y="3"/>
                  <a:pt x="0" y="8"/>
                </a:cubicBezTo>
                <a:cubicBezTo>
                  <a:pt x="0" y="232"/>
                  <a:pt x="0" y="232"/>
                  <a:pt x="0" y="232"/>
                </a:cubicBezTo>
                <a:lnTo>
                  <a:pt x="180" y="232"/>
                </a:lnTo>
                <a:close/>
              </a:path>
            </a:pathLst>
          </a:custGeom>
          <a:solidFill>
            <a:srgbClr val="FFC54A"/>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2" name="Google Shape;799;p30"/>
          <p:cNvSpPr>
            <a:spLocks/>
          </p:cNvSpPr>
          <p:nvPr/>
        </p:nvSpPr>
        <p:spPr bwMode="auto">
          <a:xfrm>
            <a:off x="6883400" y="4313238"/>
            <a:ext cx="612775" cy="558800"/>
          </a:xfrm>
          <a:custGeom>
            <a:avLst/>
            <a:gdLst>
              <a:gd name="T0" fmla="*/ 2147483647 w 148"/>
              <a:gd name="T1" fmla="*/ 2147483647 h 135"/>
              <a:gd name="T2" fmla="*/ 2147483647 w 148"/>
              <a:gd name="T3" fmla="*/ 0 h 135"/>
              <a:gd name="T4" fmla="*/ 0 w 148"/>
              <a:gd name="T5" fmla="*/ 0 h 135"/>
              <a:gd name="T6" fmla="*/ 0 w 148"/>
              <a:gd name="T7" fmla="*/ 2147483647 h 135"/>
              <a:gd name="T8" fmla="*/ 2147483647 w 148"/>
              <a:gd name="T9" fmla="*/ 2147483647 h 135"/>
              <a:gd name="T10" fmla="*/ 0 60000 65536"/>
              <a:gd name="T11" fmla="*/ 0 60000 65536"/>
              <a:gd name="T12" fmla="*/ 0 60000 65536"/>
              <a:gd name="T13" fmla="*/ 0 60000 65536"/>
              <a:gd name="T14" fmla="*/ 0 60000 65536"/>
              <a:gd name="T15" fmla="*/ 0 w 148"/>
              <a:gd name="T16" fmla="*/ 0 h 135"/>
              <a:gd name="T17" fmla="*/ 148 w 148"/>
              <a:gd name="T18" fmla="*/ 135 h 135"/>
            </a:gdLst>
            <a:ahLst/>
            <a:cxnLst>
              <a:cxn ang="T10">
                <a:pos x="T0" y="T1"/>
              </a:cxn>
              <a:cxn ang="T11">
                <a:pos x="T2" y="T3"/>
              </a:cxn>
              <a:cxn ang="T12">
                <a:pos x="T4" y="T5"/>
              </a:cxn>
              <a:cxn ang="T13">
                <a:pos x="T6" y="T7"/>
              </a:cxn>
              <a:cxn ang="T14">
                <a:pos x="T8" y="T9"/>
              </a:cxn>
            </a:cxnLst>
            <a:rect l="T15" t="T16" r="T17" b="T18"/>
            <a:pathLst>
              <a:path w="148" h="135" extrusionOk="0">
                <a:moveTo>
                  <a:pt x="142" y="16"/>
                </a:moveTo>
                <a:cubicBezTo>
                  <a:pt x="148" y="11"/>
                  <a:pt x="144" y="0"/>
                  <a:pt x="135" y="0"/>
                </a:cubicBezTo>
                <a:cubicBezTo>
                  <a:pt x="0" y="0"/>
                  <a:pt x="0" y="0"/>
                  <a:pt x="0" y="0"/>
                </a:cubicBezTo>
                <a:cubicBezTo>
                  <a:pt x="0" y="135"/>
                  <a:pt x="0" y="135"/>
                  <a:pt x="0" y="135"/>
                </a:cubicBezTo>
                <a:cubicBezTo>
                  <a:pt x="46" y="99"/>
                  <a:pt x="95" y="58"/>
                  <a:pt x="142" y="16"/>
                </a:cubicBezTo>
                <a:close/>
              </a:path>
            </a:pathLst>
          </a:custGeom>
          <a:solidFill>
            <a:srgbClr val="A6325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3" name="Google Shape;800;p30"/>
          <p:cNvSpPr>
            <a:spLocks/>
          </p:cNvSpPr>
          <p:nvPr/>
        </p:nvSpPr>
        <p:spPr bwMode="auto">
          <a:xfrm>
            <a:off x="6137275" y="4313238"/>
            <a:ext cx="746125" cy="1081087"/>
          </a:xfrm>
          <a:custGeom>
            <a:avLst/>
            <a:gdLst>
              <a:gd name="T0" fmla="*/ 0 w 180"/>
              <a:gd name="T1" fmla="*/ 2147483647 h 261"/>
              <a:gd name="T2" fmla="*/ 0 w 180"/>
              <a:gd name="T3" fmla="*/ 2147483647 h 261"/>
              <a:gd name="T4" fmla="*/ 2147483647 w 180"/>
              <a:gd name="T5" fmla="*/ 2147483647 h 261"/>
              <a:gd name="T6" fmla="*/ 2147483647 w 180"/>
              <a:gd name="T7" fmla="*/ 2147483647 h 261"/>
              <a:gd name="T8" fmla="*/ 2147483647 w 180"/>
              <a:gd name="T9" fmla="*/ 0 h 261"/>
              <a:gd name="T10" fmla="*/ 2147483647 w 180"/>
              <a:gd name="T11" fmla="*/ 0 h 261"/>
              <a:gd name="T12" fmla="*/ 0 w 180"/>
              <a:gd name="T13" fmla="*/ 2147483647 h 261"/>
              <a:gd name="T14" fmla="*/ 0 60000 65536"/>
              <a:gd name="T15" fmla="*/ 0 60000 65536"/>
              <a:gd name="T16" fmla="*/ 0 60000 65536"/>
              <a:gd name="T17" fmla="*/ 0 60000 65536"/>
              <a:gd name="T18" fmla="*/ 0 60000 65536"/>
              <a:gd name="T19" fmla="*/ 0 60000 65536"/>
              <a:gd name="T20" fmla="*/ 0 60000 65536"/>
              <a:gd name="T21" fmla="*/ 0 w 180"/>
              <a:gd name="T22" fmla="*/ 0 h 261"/>
              <a:gd name="T23" fmla="*/ 180 w 180"/>
              <a:gd name="T24" fmla="*/ 261 h 2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61" extrusionOk="0">
                <a:moveTo>
                  <a:pt x="0" y="9"/>
                </a:moveTo>
                <a:cubicBezTo>
                  <a:pt x="0" y="248"/>
                  <a:pt x="0" y="248"/>
                  <a:pt x="0" y="248"/>
                </a:cubicBezTo>
                <a:cubicBezTo>
                  <a:pt x="0" y="256"/>
                  <a:pt x="9" y="261"/>
                  <a:pt x="15" y="256"/>
                </a:cubicBezTo>
                <a:cubicBezTo>
                  <a:pt x="48" y="233"/>
                  <a:pt x="110" y="189"/>
                  <a:pt x="180" y="135"/>
                </a:cubicBezTo>
                <a:cubicBezTo>
                  <a:pt x="180" y="0"/>
                  <a:pt x="180" y="0"/>
                  <a:pt x="180" y="0"/>
                </a:cubicBezTo>
                <a:cubicBezTo>
                  <a:pt x="9" y="0"/>
                  <a:pt x="9" y="0"/>
                  <a:pt x="9" y="0"/>
                </a:cubicBezTo>
                <a:cubicBezTo>
                  <a:pt x="4" y="0"/>
                  <a:pt x="0" y="4"/>
                  <a:pt x="0" y="9"/>
                </a:cubicBezTo>
                <a:close/>
              </a:path>
            </a:pathLst>
          </a:custGeom>
          <a:solidFill>
            <a:srgbClr val="8C103D"/>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4" name="Google Shape;801;p30"/>
          <p:cNvSpPr>
            <a:spLocks/>
          </p:cNvSpPr>
          <p:nvPr/>
        </p:nvSpPr>
        <p:spPr bwMode="auto">
          <a:xfrm>
            <a:off x="7627938" y="2473325"/>
            <a:ext cx="782637" cy="841375"/>
          </a:xfrm>
          <a:custGeom>
            <a:avLst/>
            <a:gdLst>
              <a:gd name="T0" fmla="*/ 2147483647 w 189"/>
              <a:gd name="T1" fmla="*/ 2147483647 h 203"/>
              <a:gd name="T2" fmla="*/ 2147483647 w 189"/>
              <a:gd name="T3" fmla="*/ 2147483647 h 203"/>
              <a:gd name="T4" fmla="*/ 2147483647 w 189"/>
              <a:gd name="T5" fmla="*/ 0 h 203"/>
              <a:gd name="T6" fmla="*/ 0 w 189"/>
              <a:gd name="T7" fmla="*/ 0 h 203"/>
              <a:gd name="T8" fmla="*/ 0 w 189"/>
              <a:gd name="T9" fmla="*/ 2147483647 h 203"/>
              <a:gd name="T10" fmla="*/ 2147483647 w 189"/>
              <a:gd name="T11" fmla="*/ 2147483647 h 203"/>
              <a:gd name="T12" fmla="*/ 2147483647 w 189"/>
              <a:gd name="T13" fmla="*/ 2147483647 h 203"/>
              <a:gd name="T14" fmla="*/ 2147483647 w 189"/>
              <a:gd name="T15" fmla="*/ 2147483647 h 203"/>
              <a:gd name="T16" fmla="*/ 0 60000 65536"/>
              <a:gd name="T17" fmla="*/ 0 60000 65536"/>
              <a:gd name="T18" fmla="*/ 0 60000 65536"/>
              <a:gd name="T19" fmla="*/ 0 60000 65536"/>
              <a:gd name="T20" fmla="*/ 0 60000 65536"/>
              <a:gd name="T21" fmla="*/ 0 60000 65536"/>
              <a:gd name="T22" fmla="*/ 0 60000 65536"/>
              <a:gd name="T23" fmla="*/ 0 60000 65536"/>
              <a:gd name="T24" fmla="*/ 0 w 189"/>
              <a:gd name="T25" fmla="*/ 0 h 203"/>
              <a:gd name="T26" fmla="*/ 189 w 189"/>
              <a:gd name="T27" fmla="*/ 203 h 2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9" h="203" extrusionOk="0">
                <a:moveTo>
                  <a:pt x="187" y="47"/>
                </a:moveTo>
                <a:cubicBezTo>
                  <a:pt x="187" y="33"/>
                  <a:pt x="186" y="20"/>
                  <a:pt x="184" y="8"/>
                </a:cubicBezTo>
                <a:cubicBezTo>
                  <a:pt x="183" y="4"/>
                  <a:pt x="179" y="0"/>
                  <a:pt x="174" y="0"/>
                </a:cubicBezTo>
                <a:cubicBezTo>
                  <a:pt x="0" y="0"/>
                  <a:pt x="0" y="0"/>
                  <a:pt x="0" y="0"/>
                </a:cubicBezTo>
                <a:cubicBezTo>
                  <a:pt x="0" y="203"/>
                  <a:pt x="0" y="203"/>
                  <a:pt x="0" y="203"/>
                </a:cubicBezTo>
                <a:cubicBezTo>
                  <a:pt x="154" y="203"/>
                  <a:pt x="154" y="203"/>
                  <a:pt x="154" y="203"/>
                </a:cubicBezTo>
                <a:cubicBezTo>
                  <a:pt x="158" y="203"/>
                  <a:pt x="162" y="201"/>
                  <a:pt x="163" y="197"/>
                </a:cubicBezTo>
                <a:cubicBezTo>
                  <a:pt x="184" y="140"/>
                  <a:pt x="189" y="88"/>
                  <a:pt x="187" y="47"/>
                </a:cubicBezTo>
                <a:close/>
              </a:path>
            </a:pathLst>
          </a:custGeom>
          <a:solidFill>
            <a:srgbClr val="FFA757"/>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5" name="Google Shape;802;p30"/>
          <p:cNvSpPr txBox="1">
            <a:spLocks noChangeArrowheads="1"/>
          </p:cNvSpPr>
          <p:nvPr/>
        </p:nvSpPr>
        <p:spPr bwMode="auto">
          <a:xfrm>
            <a:off x="6883400" y="2473325"/>
            <a:ext cx="744538" cy="841375"/>
          </a:xfrm>
          <a:prstGeom prst="rect">
            <a:avLst/>
          </a:prstGeom>
          <a:solidFill>
            <a:srgbClr val="FF912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solidFill>
                <a:srgbClr val="000000"/>
              </a:solidFill>
              <a:latin typeface="Calibri" pitchFamily="34" charset="0"/>
              <a:sym typeface="Calibri" pitchFamily="34" charset="0"/>
            </a:endParaRPr>
          </a:p>
        </p:txBody>
      </p:sp>
      <p:sp>
        <p:nvSpPr>
          <p:cNvPr id="56" name="Google Shape;803;p30"/>
          <p:cNvSpPr>
            <a:spLocks/>
          </p:cNvSpPr>
          <p:nvPr/>
        </p:nvSpPr>
        <p:spPr bwMode="auto">
          <a:xfrm>
            <a:off x="6137275" y="2473325"/>
            <a:ext cx="746125" cy="841375"/>
          </a:xfrm>
          <a:custGeom>
            <a:avLst/>
            <a:gdLst>
              <a:gd name="T0" fmla="*/ 2147483647 w 180"/>
              <a:gd name="T1" fmla="*/ 2147483647 h 203"/>
              <a:gd name="T2" fmla="*/ 2147483647 w 180"/>
              <a:gd name="T3" fmla="*/ 2147483647 h 203"/>
              <a:gd name="T4" fmla="*/ 2147483647 w 180"/>
              <a:gd name="T5" fmla="*/ 0 h 203"/>
              <a:gd name="T6" fmla="*/ 2147483647 w 180"/>
              <a:gd name="T7" fmla="*/ 0 h 203"/>
              <a:gd name="T8" fmla="*/ 0 w 180"/>
              <a:gd name="T9" fmla="*/ 2147483647 h 203"/>
              <a:gd name="T10" fmla="*/ 0 w 180"/>
              <a:gd name="T11" fmla="*/ 2147483647 h 203"/>
              <a:gd name="T12" fmla="*/ 2147483647 w 180"/>
              <a:gd name="T13" fmla="*/ 2147483647 h 203"/>
              <a:gd name="T14" fmla="*/ 0 60000 65536"/>
              <a:gd name="T15" fmla="*/ 0 60000 65536"/>
              <a:gd name="T16" fmla="*/ 0 60000 65536"/>
              <a:gd name="T17" fmla="*/ 0 60000 65536"/>
              <a:gd name="T18" fmla="*/ 0 60000 65536"/>
              <a:gd name="T19" fmla="*/ 0 60000 65536"/>
              <a:gd name="T20" fmla="*/ 0 60000 65536"/>
              <a:gd name="T21" fmla="*/ 0 w 180"/>
              <a:gd name="T22" fmla="*/ 0 h 203"/>
              <a:gd name="T23" fmla="*/ 180 w 180"/>
              <a:gd name="T24" fmla="*/ 203 h 2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03" extrusionOk="0">
                <a:moveTo>
                  <a:pt x="9" y="203"/>
                </a:moveTo>
                <a:cubicBezTo>
                  <a:pt x="180" y="203"/>
                  <a:pt x="180" y="203"/>
                  <a:pt x="180" y="203"/>
                </a:cubicBezTo>
                <a:cubicBezTo>
                  <a:pt x="180" y="0"/>
                  <a:pt x="180" y="0"/>
                  <a:pt x="180" y="0"/>
                </a:cubicBezTo>
                <a:cubicBezTo>
                  <a:pt x="9" y="0"/>
                  <a:pt x="9" y="0"/>
                  <a:pt x="9" y="0"/>
                </a:cubicBezTo>
                <a:cubicBezTo>
                  <a:pt x="4" y="0"/>
                  <a:pt x="0" y="4"/>
                  <a:pt x="0" y="10"/>
                </a:cubicBezTo>
                <a:cubicBezTo>
                  <a:pt x="0" y="194"/>
                  <a:pt x="0" y="194"/>
                  <a:pt x="0" y="194"/>
                </a:cubicBezTo>
                <a:cubicBezTo>
                  <a:pt x="0" y="199"/>
                  <a:pt x="4" y="203"/>
                  <a:pt x="9" y="203"/>
                </a:cubicBezTo>
                <a:close/>
              </a:path>
            </a:pathLst>
          </a:custGeom>
          <a:solidFill>
            <a:srgbClr val="FA790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7" name="Google Shape;804;p30"/>
          <p:cNvSpPr>
            <a:spLocks/>
          </p:cNvSpPr>
          <p:nvPr/>
        </p:nvSpPr>
        <p:spPr bwMode="auto">
          <a:xfrm>
            <a:off x="6883400" y="3392488"/>
            <a:ext cx="744538" cy="841375"/>
          </a:xfrm>
          <a:custGeom>
            <a:avLst/>
            <a:gdLst>
              <a:gd name="T0" fmla="*/ 0 w 180"/>
              <a:gd name="T1" fmla="*/ 2147483647 h 203"/>
              <a:gd name="T2" fmla="*/ 2147483647 w 180"/>
              <a:gd name="T3" fmla="*/ 2147483647 h 203"/>
              <a:gd name="T4" fmla="*/ 2147483647 w 180"/>
              <a:gd name="T5" fmla="*/ 2147483647 h 203"/>
              <a:gd name="T6" fmla="*/ 2147483647 w 180"/>
              <a:gd name="T7" fmla="*/ 0 h 203"/>
              <a:gd name="T8" fmla="*/ 0 w 180"/>
              <a:gd name="T9" fmla="*/ 0 h 203"/>
              <a:gd name="T10" fmla="*/ 0 w 180"/>
              <a:gd name="T11" fmla="*/ 2147483647 h 203"/>
              <a:gd name="T12" fmla="*/ 0 60000 65536"/>
              <a:gd name="T13" fmla="*/ 0 60000 65536"/>
              <a:gd name="T14" fmla="*/ 0 60000 65536"/>
              <a:gd name="T15" fmla="*/ 0 60000 65536"/>
              <a:gd name="T16" fmla="*/ 0 60000 65536"/>
              <a:gd name="T17" fmla="*/ 0 60000 65536"/>
              <a:gd name="T18" fmla="*/ 0 w 180"/>
              <a:gd name="T19" fmla="*/ 0 h 203"/>
              <a:gd name="T20" fmla="*/ 180 w 180"/>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180" h="203" extrusionOk="0">
                <a:moveTo>
                  <a:pt x="0" y="203"/>
                </a:moveTo>
                <a:cubicBezTo>
                  <a:pt x="176" y="203"/>
                  <a:pt x="176" y="203"/>
                  <a:pt x="176" y="203"/>
                </a:cubicBezTo>
                <a:cubicBezTo>
                  <a:pt x="177" y="203"/>
                  <a:pt x="178" y="203"/>
                  <a:pt x="180" y="202"/>
                </a:cubicBezTo>
                <a:cubicBezTo>
                  <a:pt x="180" y="0"/>
                  <a:pt x="180" y="0"/>
                  <a:pt x="180" y="0"/>
                </a:cubicBezTo>
                <a:cubicBezTo>
                  <a:pt x="0" y="0"/>
                  <a:pt x="0" y="0"/>
                  <a:pt x="0" y="0"/>
                </a:cubicBezTo>
                <a:lnTo>
                  <a:pt x="0" y="203"/>
                </a:lnTo>
                <a:close/>
              </a:path>
            </a:pathLst>
          </a:custGeom>
          <a:solidFill>
            <a:srgbClr val="E24956"/>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8" name="Google Shape;805;p30"/>
          <p:cNvSpPr>
            <a:spLocks/>
          </p:cNvSpPr>
          <p:nvPr/>
        </p:nvSpPr>
        <p:spPr bwMode="auto">
          <a:xfrm>
            <a:off x="7627938" y="3392488"/>
            <a:ext cx="625475" cy="838200"/>
          </a:xfrm>
          <a:custGeom>
            <a:avLst/>
            <a:gdLst>
              <a:gd name="T0" fmla="*/ 2147483647 w 151"/>
              <a:gd name="T1" fmla="*/ 2147483647 h 202"/>
              <a:gd name="T2" fmla="*/ 2147483647 w 151"/>
              <a:gd name="T3" fmla="*/ 2147483647 h 202"/>
              <a:gd name="T4" fmla="*/ 2147483647 w 151"/>
              <a:gd name="T5" fmla="*/ 2147483647 h 202"/>
              <a:gd name="T6" fmla="*/ 2147483647 w 151"/>
              <a:gd name="T7" fmla="*/ 0 h 202"/>
              <a:gd name="T8" fmla="*/ 0 w 151"/>
              <a:gd name="T9" fmla="*/ 0 h 202"/>
              <a:gd name="T10" fmla="*/ 0 w 151"/>
              <a:gd name="T11" fmla="*/ 2147483647 h 202"/>
              <a:gd name="T12" fmla="*/ 2147483647 w 151"/>
              <a:gd name="T13" fmla="*/ 2147483647 h 202"/>
              <a:gd name="T14" fmla="*/ 0 60000 65536"/>
              <a:gd name="T15" fmla="*/ 0 60000 65536"/>
              <a:gd name="T16" fmla="*/ 0 60000 65536"/>
              <a:gd name="T17" fmla="*/ 0 60000 65536"/>
              <a:gd name="T18" fmla="*/ 0 60000 65536"/>
              <a:gd name="T19" fmla="*/ 0 60000 65536"/>
              <a:gd name="T20" fmla="*/ 0 60000 65536"/>
              <a:gd name="T21" fmla="*/ 0 w 151"/>
              <a:gd name="T22" fmla="*/ 0 h 202"/>
              <a:gd name="T23" fmla="*/ 151 w 151"/>
              <a:gd name="T24" fmla="*/ 202 h 2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1" h="202" extrusionOk="0">
                <a:moveTo>
                  <a:pt x="3" y="200"/>
                </a:moveTo>
                <a:cubicBezTo>
                  <a:pt x="24" y="180"/>
                  <a:pt x="45" y="159"/>
                  <a:pt x="63" y="138"/>
                </a:cubicBezTo>
                <a:cubicBezTo>
                  <a:pt x="102" y="96"/>
                  <a:pt x="129" y="54"/>
                  <a:pt x="148" y="13"/>
                </a:cubicBezTo>
                <a:cubicBezTo>
                  <a:pt x="151" y="7"/>
                  <a:pt x="146" y="0"/>
                  <a:pt x="139" y="0"/>
                </a:cubicBezTo>
                <a:cubicBezTo>
                  <a:pt x="0" y="0"/>
                  <a:pt x="0" y="0"/>
                  <a:pt x="0" y="0"/>
                </a:cubicBezTo>
                <a:cubicBezTo>
                  <a:pt x="0" y="202"/>
                  <a:pt x="0" y="202"/>
                  <a:pt x="0" y="202"/>
                </a:cubicBezTo>
                <a:cubicBezTo>
                  <a:pt x="1" y="202"/>
                  <a:pt x="2" y="201"/>
                  <a:pt x="3" y="200"/>
                </a:cubicBezTo>
                <a:close/>
              </a:path>
            </a:pathLst>
          </a:custGeom>
          <a:solidFill>
            <a:srgbClr val="F06E7A"/>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9" name="Google Shape;806;p30"/>
          <p:cNvSpPr>
            <a:spLocks/>
          </p:cNvSpPr>
          <p:nvPr/>
        </p:nvSpPr>
        <p:spPr bwMode="auto">
          <a:xfrm>
            <a:off x="6137275" y="3392488"/>
            <a:ext cx="746125" cy="841375"/>
          </a:xfrm>
          <a:custGeom>
            <a:avLst/>
            <a:gdLst>
              <a:gd name="T0" fmla="*/ 2147483647 w 180"/>
              <a:gd name="T1" fmla="*/ 0 h 203"/>
              <a:gd name="T2" fmla="*/ 0 w 180"/>
              <a:gd name="T3" fmla="*/ 2147483647 h 203"/>
              <a:gd name="T4" fmla="*/ 0 w 180"/>
              <a:gd name="T5" fmla="*/ 2147483647 h 203"/>
              <a:gd name="T6" fmla="*/ 2147483647 w 180"/>
              <a:gd name="T7" fmla="*/ 2147483647 h 203"/>
              <a:gd name="T8" fmla="*/ 2147483647 w 180"/>
              <a:gd name="T9" fmla="*/ 2147483647 h 203"/>
              <a:gd name="T10" fmla="*/ 2147483647 w 180"/>
              <a:gd name="T11" fmla="*/ 0 h 203"/>
              <a:gd name="T12" fmla="*/ 2147483647 w 180"/>
              <a:gd name="T13" fmla="*/ 0 h 203"/>
              <a:gd name="T14" fmla="*/ 0 60000 65536"/>
              <a:gd name="T15" fmla="*/ 0 60000 65536"/>
              <a:gd name="T16" fmla="*/ 0 60000 65536"/>
              <a:gd name="T17" fmla="*/ 0 60000 65536"/>
              <a:gd name="T18" fmla="*/ 0 60000 65536"/>
              <a:gd name="T19" fmla="*/ 0 60000 65536"/>
              <a:gd name="T20" fmla="*/ 0 60000 65536"/>
              <a:gd name="T21" fmla="*/ 0 w 180"/>
              <a:gd name="T22" fmla="*/ 0 h 203"/>
              <a:gd name="T23" fmla="*/ 180 w 180"/>
              <a:gd name="T24" fmla="*/ 203 h 2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03" extrusionOk="0">
                <a:moveTo>
                  <a:pt x="9" y="0"/>
                </a:moveTo>
                <a:cubicBezTo>
                  <a:pt x="4" y="0"/>
                  <a:pt x="0" y="4"/>
                  <a:pt x="0" y="9"/>
                </a:cubicBezTo>
                <a:cubicBezTo>
                  <a:pt x="0" y="193"/>
                  <a:pt x="0" y="193"/>
                  <a:pt x="0" y="193"/>
                </a:cubicBezTo>
                <a:cubicBezTo>
                  <a:pt x="0" y="199"/>
                  <a:pt x="4" y="203"/>
                  <a:pt x="9" y="203"/>
                </a:cubicBezTo>
                <a:cubicBezTo>
                  <a:pt x="180" y="203"/>
                  <a:pt x="180" y="203"/>
                  <a:pt x="180" y="203"/>
                </a:cubicBezTo>
                <a:cubicBezTo>
                  <a:pt x="180" y="0"/>
                  <a:pt x="180" y="0"/>
                  <a:pt x="180" y="0"/>
                </a:cubicBezTo>
                <a:lnTo>
                  <a:pt x="9" y="0"/>
                </a:lnTo>
                <a:close/>
              </a:path>
            </a:pathLst>
          </a:custGeom>
          <a:solidFill>
            <a:srgbClr val="CC233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0" name="Google Shape;809;p30"/>
          <p:cNvSpPr>
            <a:spLocks/>
          </p:cNvSpPr>
          <p:nvPr/>
        </p:nvSpPr>
        <p:spPr bwMode="auto">
          <a:xfrm>
            <a:off x="4772025" y="2684463"/>
            <a:ext cx="338138" cy="406400"/>
          </a:xfrm>
          <a:custGeom>
            <a:avLst/>
            <a:gdLst>
              <a:gd name="T0" fmla="*/ 2147483647 w 82"/>
              <a:gd name="T1" fmla="*/ 2147483647 h 98"/>
              <a:gd name="T2" fmla="*/ 2147483647 w 82"/>
              <a:gd name="T3" fmla="*/ 2147483647 h 98"/>
              <a:gd name="T4" fmla="*/ 2147483647 w 82"/>
              <a:gd name="T5" fmla="*/ 2147483647 h 98"/>
              <a:gd name="T6" fmla="*/ 2147483647 w 82"/>
              <a:gd name="T7" fmla="*/ 2147483647 h 98"/>
              <a:gd name="T8" fmla="*/ 2147483647 w 82"/>
              <a:gd name="T9" fmla="*/ 2147483647 h 98"/>
              <a:gd name="T10" fmla="*/ 2147483647 w 82"/>
              <a:gd name="T11" fmla="*/ 2147483647 h 98"/>
              <a:gd name="T12" fmla="*/ 2147483647 w 82"/>
              <a:gd name="T13" fmla="*/ 2147483647 h 98"/>
              <a:gd name="T14" fmla="*/ 2147483647 w 82"/>
              <a:gd name="T15" fmla="*/ 2147483647 h 98"/>
              <a:gd name="T16" fmla="*/ 2147483647 w 82"/>
              <a:gd name="T17" fmla="*/ 2147483647 h 98"/>
              <a:gd name="T18" fmla="*/ 2147483647 w 82"/>
              <a:gd name="T19" fmla="*/ 2147483647 h 98"/>
              <a:gd name="T20" fmla="*/ 2147483647 w 82"/>
              <a:gd name="T21" fmla="*/ 2147483647 h 98"/>
              <a:gd name="T22" fmla="*/ 2147483647 w 82"/>
              <a:gd name="T23" fmla="*/ 2147483647 h 98"/>
              <a:gd name="T24" fmla="*/ 2147483647 w 82"/>
              <a:gd name="T25" fmla="*/ 2147483647 h 98"/>
              <a:gd name="T26" fmla="*/ 2147483647 w 82"/>
              <a:gd name="T27" fmla="*/ 2147483647 h 98"/>
              <a:gd name="T28" fmla="*/ 2147483647 w 82"/>
              <a:gd name="T29" fmla="*/ 2147483647 h 98"/>
              <a:gd name="T30" fmla="*/ 2147483647 w 82"/>
              <a:gd name="T31" fmla="*/ 2147483647 h 98"/>
              <a:gd name="T32" fmla="*/ 2147483647 w 82"/>
              <a:gd name="T33" fmla="*/ 2147483647 h 98"/>
              <a:gd name="T34" fmla="*/ 2147483647 w 82"/>
              <a:gd name="T35" fmla="*/ 2147483647 h 98"/>
              <a:gd name="T36" fmla="*/ 2147483647 w 82"/>
              <a:gd name="T37" fmla="*/ 2147483647 h 98"/>
              <a:gd name="T38" fmla="*/ 2147483647 w 82"/>
              <a:gd name="T39" fmla="*/ 2147483647 h 98"/>
              <a:gd name="T40" fmla="*/ 2147483647 w 82"/>
              <a:gd name="T41" fmla="*/ 2147483647 h 98"/>
              <a:gd name="T42" fmla="*/ 2147483647 w 82"/>
              <a:gd name="T43" fmla="*/ 2147483647 h 98"/>
              <a:gd name="T44" fmla="*/ 2147483647 w 82"/>
              <a:gd name="T45" fmla="*/ 2147483647 h 98"/>
              <a:gd name="T46" fmla="*/ 2147483647 w 82"/>
              <a:gd name="T47" fmla="*/ 2147483647 h 98"/>
              <a:gd name="T48" fmla="*/ 2147483647 w 82"/>
              <a:gd name="T49" fmla="*/ 0 h 98"/>
              <a:gd name="T50" fmla="*/ 2147483647 w 82"/>
              <a:gd name="T51" fmla="*/ 2147483647 h 98"/>
              <a:gd name="T52" fmla="*/ 2147483647 w 82"/>
              <a:gd name="T53" fmla="*/ 2147483647 h 98"/>
              <a:gd name="T54" fmla="*/ 2147483647 w 82"/>
              <a:gd name="T55" fmla="*/ 2147483647 h 98"/>
              <a:gd name="T56" fmla="*/ 2147483647 w 82"/>
              <a:gd name="T57" fmla="*/ 2147483647 h 98"/>
              <a:gd name="T58" fmla="*/ 2147483647 w 82"/>
              <a:gd name="T59" fmla="*/ 2147483647 h 98"/>
              <a:gd name="T60" fmla="*/ 2147483647 w 82"/>
              <a:gd name="T61" fmla="*/ 2147483647 h 98"/>
              <a:gd name="T62" fmla="*/ 2147483647 w 82"/>
              <a:gd name="T63" fmla="*/ 2147483647 h 98"/>
              <a:gd name="T64" fmla="*/ 2147483647 w 82"/>
              <a:gd name="T65" fmla="*/ 2147483647 h 98"/>
              <a:gd name="T66" fmla="*/ 2147483647 w 82"/>
              <a:gd name="T67" fmla="*/ 2147483647 h 98"/>
              <a:gd name="T68" fmla="*/ 2147483647 w 82"/>
              <a:gd name="T69" fmla="*/ 2147483647 h 98"/>
              <a:gd name="T70" fmla="*/ 2147483647 w 82"/>
              <a:gd name="T71" fmla="*/ 2147483647 h 98"/>
              <a:gd name="T72" fmla="*/ 2147483647 w 82"/>
              <a:gd name="T73" fmla="*/ 2147483647 h 98"/>
              <a:gd name="T74" fmla="*/ 2147483647 w 82"/>
              <a:gd name="T75" fmla="*/ 2147483647 h 98"/>
              <a:gd name="T76" fmla="*/ 2147483647 w 82"/>
              <a:gd name="T77" fmla="*/ 2147483647 h 98"/>
              <a:gd name="T78" fmla="*/ 2147483647 w 82"/>
              <a:gd name="T79" fmla="*/ 2147483647 h 98"/>
              <a:gd name="T80" fmla="*/ 2147483647 w 82"/>
              <a:gd name="T81" fmla="*/ 2147483647 h 98"/>
              <a:gd name="T82" fmla="*/ 2147483647 w 82"/>
              <a:gd name="T83" fmla="*/ 2147483647 h 98"/>
              <a:gd name="T84" fmla="*/ 2147483647 w 82"/>
              <a:gd name="T85" fmla="*/ 2147483647 h 98"/>
              <a:gd name="T86" fmla="*/ 2147483647 w 82"/>
              <a:gd name="T87" fmla="*/ 2147483647 h 98"/>
              <a:gd name="T88" fmla="*/ 2147483647 w 82"/>
              <a:gd name="T89" fmla="*/ 2147483647 h 98"/>
              <a:gd name="T90" fmla="*/ 2147483647 w 82"/>
              <a:gd name="T91" fmla="*/ 2147483647 h 98"/>
              <a:gd name="T92" fmla="*/ 2147483647 w 82"/>
              <a:gd name="T93" fmla="*/ 2147483647 h 98"/>
              <a:gd name="T94" fmla="*/ 2147483647 w 82"/>
              <a:gd name="T95" fmla="*/ 2147483647 h 98"/>
              <a:gd name="T96" fmla="*/ 2147483647 w 82"/>
              <a:gd name="T97" fmla="*/ 2147483647 h 98"/>
              <a:gd name="T98" fmla="*/ 2147483647 w 82"/>
              <a:gd name="T99" fmla="*/ 2147483647 h 98"/>
              <a:gd name="T100" fmla="*/ 2147483647 w 82"/>
              <a:gd name="T101" fmla="*/ 2147483647 h 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
              <a:gd name="T154" fmla="*/ 0 h 98"/>
              <a:gd name="T155" fmla="*/ 82 w 82"/>
              <a:gd name="T156" fmla="*/ 98 h 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 h="98" extrusionOk="0">
                <a:moveTo>
                  <a:pt x="55" y="94"/>
                </a:moveTo>
                <a:cubicBezTo>
                  <a:pt x="55" y="96"/>
                  <a:pt x="53" y="98"/>
                  <a:pt x="51" y="98"/>
                </a:cubicBezTo>
                <a:cubicBezTo>
                  <a:pt x="31" y="98"/>
                  <a:pt x="31" y="98"/>
                  <a:pt x="31" y="98"/>
                </a:cubicBezTo>
                <a:cubicBezTo>
                  <a:pt x="29" y="98"/>
                  <a:pt x="27" y="96"/>
                  <a:pt x="27" y="94"/>
                </a:cubicBezTo>
                <a:cubicBezTo>
                  <a:pt x="27" y="94"/>
                  <a:pt x="27" y="94"/>
                  <a:pt x="27" y="94"/>
                </a:cubicBezTo>
                <a:cubicBezTo>
                  <a:pt x="27" y="92"/>
                  <a:pt x="29" y="91"/>
                  <a:pt x="31" y="91"/>
                </a:cubicBezTo>
                <a:cubicBezTo>
                  <a:pt x="51" y="91"/>
                  <a:pt x="51" y="91"/>
                  <a:pt x="51" y="91"/>
                </a:cubicBezTo>
                <a:cubicBezTo>
                  <a:pt x="53" y="91"/>
                  <a:pt x="55" y="92"/>
                  <a:pt x="55" y="94"/>
                </a:cubicBezTo>
                <a:close/>
                <a:moveTo>
                  <a:pt x="55" y="85"/>
                </a:moveTo>
                <a:cubicBezTo>
                  <a:pt x="55" y="83"/>
                  <a:pt x="53" y="82"/>
                  <a:pt x="51" y="82"/>
                </a:cubicBezTo>
                <a:cubicBezTo>
                  <a:pt x="31" y="82"/>
                  <a:pt x="31" y="82"/>
                  <a:pt x="31" y="82"/>
                </a:cubicBezTo>
                <a:cubicBezTo>
                  <a:pt x="29" y="82"/>
                  <a:pt x="27" y="83"/>
                  <a:pt x="27" y="85"/>
                </a:cubicBezTo>
                <a:cubicBezTo>
                  <a:pt x="27" y="85"/>
                  <a:pt x="27" y="85"/>
                  <a:pt x="27" y="85"/>
                </a:cubicBezTo>
                <a:cubicBezTo>
                  <a:pt x="27" y="87"/>
                  <a:pt x="29" y="89"/>
                  <a:pt x="31" y="89"/>
                </a:cubicBezTo>
                <a:cubicBezTo>
                  <a:pt x="51" y="89"/>
                  <a:pt x="51" y="89"/>
                  <a:pt x="51" y="89"/>
                </a:cubicBezTo>
                <a:cubicBezTo>
                  <a:pt x="53" y="89"/>
                  <a:pt x="55" y="87"/>
                  <a:pt x="55" y="85"/>
                </a:cubicBezTo>
                <a:close/>
                <a:moveTo>
                  <a:pt x="44" y="48"/>
                </a:moveTo>
                <a:cubicBezTo>
                  <a:pt x="40" y="48"/>
                  <a:pt x="40" y="48"/>
                  <a:pt x="40" y="48"/>
                </a:cubicBezTo>
                <a:cubicBezTo>
                  <a:pt x="38" y="48"/>
                  <a:pt x="38" y="48"/>
                  <a:pt x="38" y="48"/>
                </a:cubicBezTo>
                <a:cubicBezTo>
                  <a:pt x="38" y="80"/>
                  <a:pt x="38" y="80"/>
                  <a:pt x="38" y="80"/>
                </a:cubicBezTo>
                <a:cubicBezTo>
                  <a:pt x="39" y="80"/>
                  <a:pt x="40" y="80"/>
                  <a:pt x="41" y="80"/>
                </a:cubicBezTo>
                <a:cubicBezTo>
                  <a:pt x="41" y="80"/>
                  <a:pt x="41" y="80"/>
                  <a:pt x="41" y="80"/>
                </a:cubicBezTo>
                <a:cubicBezTo>
                  <a:pt x="41" y="80"/>
                  <a:pt x="41" y="80"/>
                  <a:pt x="41" y="80"/>
                </a:cubicBezTo>
                <a:cubicBezTo>
                  <a:pt x="41" y="80"/>
                  <a:pt x="41" y="80"/>
                  <a:pt x="41" y="80"/>
                </a:cubicBezTo>
                <a:cubicBezTo>
                  <a:pt x="41" y="80"/>
                  <a:pt x="41" y="80"/>
                  <a:pt x="41" y="80"/>
                </a:cubicBezTo>
                <a:cubicBezTo>
                  <a:pt x="42" y="80"/>
                  <a:pt x="43" y="80"/>
                  <a:pt x="44" y="80"/>
                </a:cubicBezTo>
                <a:lnTo>
                  <a:pt x="44" y="48"/>
                </a:lnTo>
                <a:close/>
                <a:moveTo>
                  <a:pt x="30" y="35"/>
                </a:moveTo>
                <a:cubicBezTo>
                  <a:pt x="27" y="35"/>
                  <a:pt x="25" y="37"/>
                  <a:pt x="25" y="40"/>
                </a:cubicBezTo>
                <a:cubicBezTo>
                  <a:pt x="25" y="43"/>
                  <a:pt x="27" y="45"/>
                  <a:pt x="30" y="45"/>
                </a:cubicBezTo>
                <a:cubicBezTo>
                  <a:pt x="34" y="45"/>
                  <a:pt x="34" y="45"/>
                  <a:pt x="34" y="45"/>
                </a:cubicBezTo>
                <a:cubicBezTo>
                  <a:pt x="34" y="40"/>
                  <a:pt x="34" y="40"/>
                  <a:pt x="34" y="40"/>
                </a:cubicBezTo>
                <a:cubicBezTo>
                  <a:pt x="34" y="37"/>
                  <a:pt x="32" y="35"/>
                  <a:pt x="30" y="35"/>
                </a:cubicBezTo>
                <a:close/>
                <a:moveTo>
                  <a:pt x="57" y="40"/>
                </a:moveTo>
                <a:cubicBezTo>
                  <a:pt x="57" y="37"/>
                  <a:pt x="55" y="35"/>
                  <a:pt x="52" y="35"/>
                </a:cubicBezTo>
                <a:cubicBezTo>
                  <a:pt x="50" y="35"/>
                  <a:pt x="47" y="37"/>
                  <a:pt x="47" y="40"/>
                </a:cubicBezTo>
                <a:cubicBezTo>
                  <a:pt x="47" y="45"/>
                  <a:pt x="47" y="45"/>
                  <a:pt x="47" y="45"/>
                </a:cubicBezTo>
                <a:cubicBezTo>
                  <a:pt x="52" y="45"/>
                  <a:pt x="52" y="45"/>
                  <a:pt x="52" y="45"/>
                </a:cubicBezTo>
                <a:cubicBezTo>
                  <a:pt x="55" y="45"/>
                  <a:pt x="57" y="43"/>
                  <a:pt x="57" y="40"/>
                </a:cubicBezTo>
                <a:close/>
                <a:moveTo>
                  <a:pt x="68" y="31"/>
                </a:moveTo>
                <a:cubicBezTo>
                  <a:pt x="66" y="22"/>
                  <a:pt x="55" y="13"/>
                  <a:pt x="41" y="13"/>
                </a:cubicBezTo>
                <a:cubicBezTo>
                  <a:pt x="26" y="13"/>
                  <a:pt x="16" y="22"/>
                  <a:pt x="14" y="31"/>
                </a:cubicBezTo>
                <a:cubicBezTo>
                  <a:pt x="12" y="38"/>
                  <a:pt x="14" y="44"/>
                  <a:pt x="17" y="50"/>
                </a:cubicBezTo>
                <a:cubicBezTo>
                  <a:pt x="20" y="56"/>
                  <a:pt x="23" y="60"/>
                  <a:pt x="25" y="66"/>
                </a:cubicBezTo>
                <a:cubicBezTo>
                  <a:pt x="27" y="69"/>
                  <a:pt x="27" y="73"/>
                  <a:pt x="28" y="76"/>
                </a:cubicBezTo>
                <a:cubicBezTo>
                  <a:pt x="28" y="79"/>
                  <a:pt x="29" y="80"/>
                  <a:pt x="33" y="80"/>
                </a:cubicBezTo>
                <a:cubicBezTo>
                  <a:pt x="33" y="80"/>
                  <a:pt x="34" y="80"/>
                  <a:pt x="34" y="80"/>
                </a:cubicBezTo>
                <a:cubicBezTo>
                  <a:pt x="34" y="48"/>
                  <a:pt x="34" y="48"/>
                  <a:pt x="34" y="48"/>
                </a:cubicBezTo>
                <a:cubicBezTo>
                  <a:pt x="30" y="48"/>
                  <a:pt x="30" y="48"/>
                  <a:pt x="30" y="48"/>
                </a:cubicBezTo>
                <a:cubicBezTo>
                  <a:pt x="27" y="48"/>
                  <a:pt x="25" y="47"/>
                  <a:pt x="24" y="46"/>
                </a:cubicBezTo>
                <a:cubicBezTo>
                  <a:pt x="22" y="44"/>
                  <a:pt x="21" y="42"/>
                  <a:pt x="21" y="40"/>
                </a:cubicBezTo>
                <a:cubicBezTo>
                  <a:pt x="21" y="38"/>
                  <a:pt x="22" y="36"/>
                  <a:pt x="24" y="34"/>
                </a:cubicBezTo>
                <a:cubicBezTo>
                  <a:pt x="25" y="33"/>
                  <a:pt x="27" y="32"/>
                  <a:pt x="30" y="32"/>
                </a:cubicBezTo>
                <a:cubicBezTo>
                  <a:pt x="34" y="32"/>
                  <a:pt x="38" y="35"/>
                  <a:pt x="38" y="40"/>
                </a:cubicBezTo>
                <a:cubicBezTo>
                  <a:pt x="38" y="40"/>
                  <a:pt x="38" y="40"/>
                  <a:pt x="38" y="40"/>
                </a:cubicBezTo>
                <a:cubicBezTo>
                  <a:pt x="38" y="45"/>
                  <a:pt x="38" y="45"/>
                  <a:pt x="38" y="45"/>
                </a:cubicBezTo>
                <a:cubicBezTo>
                  <a:pt x="40" y="45"/>
                  <a:pt x="40" y="45"/>
                  <a:pt x="40" y="45"/>
                </a:cubicBezTo>
                <a:cubicBezTo>
                  <a:pt x="44" y="45"/>
                  <a:pt x="44" y="45"/>
                  <a:pt x="44" y="45"/>
                </a:cubicBezTo>
                <a:cubicBezTo>
                  <a:pt x="44" y="40"/>
                  <a:pt x="44" y="40"/>
                  <a:pt x="44" y="40"/>
                </a:cubicBezTo>
                <a:cubicBezTo>
                  <a:pt x="44" y="40"/>
                  <a:pt x="44" y="40"/>
                  <a:pt x="44" y="40"/>
                </a:cubicBezTo>
                <a:cubicBezTo>
                  <a:pt x="44" y="38"/>
                  <a:pt x="45" y="36"/>
                  <a:pt x="47" y="34"/>
                </a:cubicBezTo>
                <a:cubicBezTo>
                  <a:pt x="48" y="33"/>
                  <a:pt x="50" y="32"/>
                  <a:pt x="52" y="32"/>
                </a:cubicBezTo>
                <a:cubicBezTo>
                  <a:pt x="54" y="32"/>
                  <a:pt x="56" y="33"/>
                  <a:pt x="58" y="34"/>
                </a:cubicBezTo>
                <a:cubicBezTo>
                  <a:pt x="60" y="36"/>
                  <a:pt x="60" y="38"/>
                  <a:pt x="60" y="40"/>
                </a:cubicBezTo>
                <a:cubicBezTo>
                  <a:pt x="60" y="42"/>
                  <a:pt x="60" y="44"/>
                  <a:pt x="58" y="46"/>
                </a:cubicBezTo>
                <a:cubicBezTo>
                  <a:pt x="56" y="47"/>
                  <a:pt x="54" y="48"/>
                  <a:pt x="52" y="48"/>
                </a:cubicBezTo>
                <a:cubicBezTo>
                  <a:pt x="47" y="48"/>
                  <a:pt x="47" y="48"/>
                  <a:pt x="47" y="48"/>
                </a:cubicBezTo>
                <a:cubicBezTo>
                  <a:pt x="47" y="80"/>
                  <a:pt x="47" y="80"/>
                  <a:pt x="47" y="80"/>
                </a:cubicBezTo>
                <a:cubicBezTo>
                  <a:pt x="48" y="80"/>
                  <a:pt x="49" y="80"/>
                  <a:pt x="49" y="80"/>
                </a:cubicBezTo>
                <a:cubicBezTo>
                  <a:pt x="52" y="80"/>
                  <a:pt x="53" y="79"/>
                  <a:pt x="54" y="76"/>
                </a:cubicBezTo>
                <a:cubicBezTo>
                  <a:pt x="55" y="73"/>
                  <a:pt x="55" y="69"/>
                  <a:pt x="57" y="66"/>
                </a:cubicBezTo>
                <a:cubicBezTo>
                  <a:pt x="59" y="60"/>
                  <a:pt x="62" y="56"/>
                  <a:pt x="65" y="50"/>
                </a:cubicBezTo>
                <a:cubicBezTo>
                  <a:pt x="68" y="44"/>
                  <a:pt x="70" y="38"/>
                  <a:pt x="68" y="31"/>
                </a:cubicBezTo>
                <a:close/>
                <a:moveTo>
                  <a:pt x="44" y="3"/>
                </a:moveTo>
                <a:cubicBezTo>
                  <a:pt x="44" y="1"/>
                  <a:pt x="43" y="0"/>
                  <a:pt x="41" y="0"/>
                </a:cubicBezTo>
                <a:cubicBezTo>
                  <a:pt x="41" y="0"/>
                  <a:pt x="41" y="0"/>
                  <a:pt x="41" y="0"/>
                </a:cubicBezTo>
                <a:cubicBezTo>
                  <a:pt x="39" y="0"/>
                  <a:pt x="38" y="1"/>
                  <a:pt x="38" y="3"/>
                </a:cubicBezTo>
                <a:cubicBezTo>
                  <a:pt x="38" y="8"/>
                  <a:pt x="38" y="8"/>
                  <a:pt x="38" y="8"/>
                </a:cubicBezTo>
                <a:cubicBezTo>
                  <a:pt x="38" y="10"/>
                  <a:pt x="39" y="11"/>
                  <a:pt x="41" y="11"/>
                </a:cubicBezTo>
                <a:cubicBezTo>
                  <a:pt x="41" y="11"/>
                  <a:pt x="41" y="11"/>
                  <a:pt x="41" y="11"/>
                </a:cubicBezTo>
                <a:cubicBezTo>
                  <a:pt x="43" y="11"/>
                  <a:pt x="44" y="10"/>
                  <a:pt x="44" y="8"/>
                </a:cubicBezTo>
                <a:lnTo>
                  <a:pt x="44" y="3"/>
                </a:lnTo>
                <a:close/>
                <a:moveTo>
                  <a:pt x="60" y="8"/>
                </a:moveTo>
                <a:cubicBezTo>
                  <a:pt x="61" y="6"/>
                  <a:pt x="61" y="4"/>
                  <a:pt x="59" y="4"/>
                </a:cubicBezTo>
                <a:cubicBezTo>
                  <a:pt x="59" y="4"/>
                  <a:pt x="59" y="4"/>
                  <a:pt x="59" y="4"/>
                </a:cubicBezTo>
                <a:cubicBezTo>
                  <a:pt x="58" y="3"/>
                  <a:pt x="56" y="3"/>
                  <a:pt x="55" y="5"/>
                </a:cubicBezTo>
                <a:cubicBezTo>
                  <a:pt x="53" y="10"/>
                  <a:pt x="53" y="10"/>
                  <a:pt x="53" y="10"/>
                </a:cubicBezTo>
                <a:cubicBezTo>
                  <a:pt x="52" y="11"/>
                  <a:pt x="52" y="13"/>
                  <a:pt x="54" y="14"/>
                </a:cubicBezTo>
                <a:cubicBezTo>
                  <a:pt x="54" y="14"/>
                  <a:pt x="54" y="14"/>
                  <a:pt x="54" y="14"/>
                </a:cubicBezTo>
                <a:cubicBezTo>
                  <a:pt x="55" y="15"/>
                  <a:pt x="57" y="14"/>
                  <a:pt x="58" y="13"/>
                </a:cubicBezTo>
                <a:lnTo>
                  <a:pt x="60" y="8"/>
                </a:lnTo>
                <a:close/>
                <a:moveTo>
                  <a:pt x="73" y="17"/>
                </a:moveTo>
                <a:cubicBezTo>
                  <a:pt x="74" y="16"/>
                  <a:pt x="74" y="14"/>
                  <a:pt x="73" y="13"/>
                </a:cubicBezTo>
                <a:cubicBezTo>
                  <a:pt x="73" y="13"/>
                  <a:pt x="73" y="13"/>
                  <a:pt x="73" y="13"/>
                </a:cubicBezTo>
                <a:cubicBezTo>
                  <a:pt x="72" y="12"/>
                  <a:pt x="70" y="12"/>
                  <a:pt x="69" y="13"/>
                </a:cubicBezTo>
                <a:cubicBezTo>
                  <a:pt x="65" y="17"/>
                  <a:pt x="65" y="17"/>
                  <a:pt x="65" y="17"/>
                </a:cubicBezTo>
                <a:cubicBezTo>
                  <a:pt x="63" y="18"/>
                  <a:pt x="63" y="19"/>
                  <a:pt x="64" y="21"/>
                </a:cubicBezTo>
                <a:cubicBezTo>
                  <a:pt x="64" y="21"/>
                  <a:pt x="64" y="21"/>
                  <a:pt x="64" y="21"/>
                </a:cubicBezTo>
                <a:cubicBezTo>
                  <a:pt x="65" y="22"/>
                  <a:pt x="67" y="22"/>
                  <a:pt x="68" y="21"/>
                </a:cubicBezTo>
                <a:lnTo>
                  <a:pt x="73" y="17"/>
                </a:lnTo>
                <a:close/>
                <a:moveTo>
                  <a:pt x="79" y="32"/>
                </a:moveTo>
                <a:cubicBezTo>
                  <a:pt x="81" y="32"/>
                  <a:pt x="82" y="30"/>
                  <a:pt x="81" y="28"/>
                </a:cubicBezTo>
                <a:cubicBezTo>
                  <a:pt x="81" y="28"/>
                  <a:pt x="81" y="28"/>
                  <a:pt x="81" y="28"/>
                </a:cubicBezTo>
                <a:cubicBezTo>
                  <a:pt x="81" y="27"/>
                  <a:pt x="80" y="26"/>
                  <a:pt x="78" y="26"/>
                </a:cubicBezTo>
                <a:cubicBezTo>
                  <a:pt x="73" y="27"/>
                  <a:pt x="73" y="27"/>
                  <a:pt x="73" y="27"/>
                </a:cubicBezTo>
                <a:cubicBezTo>
                  <a:pt x="71" y="27"/>
                  <a:pt x="70" y="29"/>
                  <a:pt x="70" y="31"/>
                </a:cubicBezTo>
                <a:cubicBezTo>
                  <a:pt x="70" y="31"/>
                  <a:pt x="70" y="31"/>
                  <a:pt x="70" y="31"/>
                </a:cubicBezTo>
                <a:cubicBezTo>
                  <a:pt x="70" y="32"/>
                  <a:pt x="72" y="33"/>
                  <a:pt x="74" y="33"/>
                </a:cubicBezTo>
                <a:lnTo>
                  <a:pt x="79" y="32"/>
                </a:lnTo>
                <a:close/>
                <a:moveTo>
                  <a:pt x="78" y="48"/>
                </a:moveTo>
                <a:cubicBezTo>
                  <a:pt x="79" y="48"/>
                  <a:pt x="81" y="47"/>
                  <a:pt x="81" y="46"/>
                </a:cubicBezTo>
                <a:cubicBezTo>
                  <a:pt x="81" y="46"/>
                  <a:pt x="81" y="46"/>
                  <a:pt x="81" y="46"/>
                </a:cubicBezTo>
                <a:cubicBezTo>
                  <a:pt x="82" y="44"/>
                  <a:pt x="80" y="42"/>
                  <a:pt x="79" y="42"/>
                </a:cubicBezTo>
                <a:cubicBezTo>
                  <a:pt x="73" y="41"/>
                  <a:pt x="73" y="41"/>
                  <a:pt x="73" y="41"/>
                </a:cubicBezTo>
                <a:cubicBezTo>
                  <a:pt x="72" y="41"/>
                  <a:pt x="70" y="42"/>
                  <a:pt x="70" y="43"/>
                </a:cubicBezTo>
                <a:cubicBezTo>
                  <a:pt x="70" y="43"/>
                  <a:pt x="70" y="43"/>
                  <a:pt x="70" y="43"/>
                </a:cubicBezTo>
                <a:cubicBezTo>
                  <a:pt x="70" y="45"/>
                  <a:pt x="71" y="46"/>
                  <a:pt x="72" y="47"/>
                </a:cubicBezTo>
                <a:lnTo>
                  <a:pt x="78" y="48"/>
                </a:lnTo>
                <a:close/>
                <a:moveTo>
                  <a:pt x="24" y="13"/>
                </a:moveTo>
                <a:cubicBezTo>
                  <a:pt x="24" y="14"/>
                  <a:pt x="26" y="15"/>
                  <a:pt x="28" y="14"/>
                </a:cubicBezTo>
                <a:cubicBezTo>
                  <a:pt x="28" y="14"/>
                  <a:pt x="28" y="14"/>
                  <a:pt x="28" y="14"/>
                </a:cubicBezTo>
                <a:cubicBezTo>
                  <a:pt x="29" y="13"/>
                  <a:pt x="30" y="11"/>
                  <a:pt x="29" y="10"/>
                </a:cubicBezTo>
                <a:cubicBezTo>
                  <a:pt x="26" y="5"/>
                  <a:pt x="26" y="5"/>
                  <a:pt x="26" y="5"/>
                </a:cubicBezTo>
                <a:cubicBezTo>
                  <a:pt x="26" y="3"/>
                  <a:pt x="24" y="3"/>
                  <a:pt x="22" y="4"/>
                </a:cubicBezTo>
                <a:cubicBezTo>
                  <a:pt x="22" y="4"/>
                  <a:pt x="22" y="4"/>
                  <a:pt x="22" y="4"/>
                </a:cubicBezTo>
                <a:cubicBezTo>
                  <a:pt x="21" y="4"/>
                  <a:pt x="20" y="6"/>
                  <a:pt x="21" y="8"/>
                </a:cubicBezTo>
                <a:lnTo>
                  <a:pt x="24" y="13"/>
                </a:lnTo>
                <a:close/>
                <a:moveTo>
                  <a:pt x="13" y="21"/>
                </a:moveTo>
                <a:cubicBezTo>
                  <a:pt x="14" y="22"/>
                  <a:pt x="16" y="22"/>
                  <a:pt x="17" y="21"/>
                </a:cubicBezTo>
                <a:cubicBezTo>
                  <a:pt x="17" y="21"/>
                  <a:pt x="17" y="21"/>
                  <a:pt x="17" y="21"/>
                </a:cubicBezTo>
                <a:cubicBezTo>
                  <a:pt x="18" y="19"/>
                  <a:pt x="18" y="18"/>
                  <a:pt x="17" y="17"/>
                </a:cubicBezTo>
                <a:cubicBezTo>
                  <a:pt x="13" y="13"/>
                  <a:pt x="13" y="13"/>
                  <a:pt x="13" y="13"/>
                </a:cubicBezTo>
                <a:cubicBezTo>
                  <a:pt x="12" y="12"/>
                  <a:pt x="10" y="12"/>
                  <a:pt x="9" y="13"/>
                </a:cubicBezTo>
                <a:cubicBezTo>
                  <a:pt x="9" y="13"/>
                  <a:pt x="9" y="13"/>
                  <a:pt x="9" y="13"/>
                </a:cubicBezTo>
                <a:cubicBezTo>
                  <a:pt x="8" y="14"/>
                  <a:pt x="8" y="16"/>
                  <a:pt x="9" y="17"/>
                </a:cubicBezTo>
                <a:lnTo>
                  <a:pt x="13" y="21"/>
                </a:lnTo>
                <a:close/>
                <a:moveTo>
                  <a:pt x="8" y="33"/>
                </a:moveTo>
                <a:cubicBezTo>
                  <a:pt x="9" y="33"/>
                  <a:pt x="11" y="32"/>
                  <a:pt x="11" y="31"/>
                </a:cubicBezTo>
                <a:cubicBezTo>
                  <a:pt x="11" y="31"/>
                  <a:pt x="11" y="31"/>
                  <a:pt x="11" y="31"/>
                </a:cubicBezTo>
                <a:cubicBezTo>
                  <a:pt x="12" y="29"/>
                  <a:pt x="11" y="27"/>
                  <a:pt x="9" y="27"/>
                </a:cubicBezTo>
                <a:cubicBezTo>
                  <a:pt x="4" y="26"/>
                  <a:pt x="4" y="26"/>
                  <a:pt x="4" y="26"/>
                </a:cubicBezTo>
                <a:cubicBezTo>
                  <a:pt x="2" y="26"/>
                  <a:pt x="0" y="27"/>
                  <a:pt x="0" y="28"/>
                </a:cubicBezTo>
                <a:cubicBezTo>
                  <a:pt x="0" y="28"/>
                  <a:pt x="0" y="28"/>
                  <a:pt x="0" y="28"/>
                </a:cubicBezTo>
                <a:cubicBezTo>
                  <a:pt x="0" y="30"/>
                  <a:pt x="1" y="32"/>
                  <a:pt x="2" y="32"/>
                </a:cubicBezTo>
                <a:lnTo>
                  <a:pt x="8" y="33"/>
                </a:lnTo>
                <a:close/>
                <a:moveTo>
                  <a:pt x="9" y="47"/>
                </a:moveTo>
                <a:cubicBezTo>
                  <a:pt x="11" y="46"/>
                  <a:pt x="12" y="45"/>
                  <a:pt x="12" y="43"/>
                </a:cubicBezTo>
                <a:cubicBezTo>
                  <a:pt x="12" y="43"/>
                  <a:pt x="12" y="43"/>
                  <a:pt x="12" y="43"/>
                </a:cubicBezTo>
                <a:cubicBezTo>
                  <a:pt x="11" y="42"/>
                  <a:pt x="10" y="41"/>
                  <a:pt x="8" y="41"/>
                </a:cubicBezTo>
                <a:cubicBezTo>
                  <a:pt x="3" y="42"/>
                  <a:pt x="3" y="42"/>
                  <a:pt x="3" y="42"/>
                </a:cubicBezTo>
                <a:cubicBezTo>
                  <a:pt x="1" y="42"/>
                  <a:pt x="0" y="44"/>
                  <a:pt x="0" y="46"/>
                </a:cubicBezTo>
                <a:cubicBezTo>
                  <a:pt x="0" y="46"/>
                  <a:pt x="0" y="46"/>
                  <a:pt x="0" y="46"/>
                </a:cubicBezTo>
                <a:cubicBezTo>
                  <a:pt x="1" y="47"/>
                  <a:pt x="2" y="48"/>
                  <a:pt x="4" y="48"/>
                </a:cubicBezTo>
                <a:lnTo>
                  <a:pt x="9" y="4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1" name="Google Shape;810;p30"/>
          <p:cNvSpPr>
            <a:spLocks/>
          </p:cNvSpPr>
          <p:nvPr/>
        </p:nvSpPr>
        <p:spPr bwMode="auto">
          <a:xfrm>
            <a:off x="4718050" y="3654425"/>
            <a:ext cx="471488" cy="319088"/>
          </a:xfrm>
          <a:custGeom>
            <a:avLst/>
            <a:gdLst>
              <a:gd name="T0" fmla="*/ 2147483647 w 114"/>
              <a:gd name="T1" fmla="*/ 2147483647 h 77"/>
              <a:gd name="T2" fmla="*/ 2147483647 w 114"/>
              <a:gd name="T3" fmla="*/ 2147483647 h 77"/>
              <a:gd name="T4" fmla="*/ 2147483647 w 114"/>
              <a:gd name="T5" fmla="*/ 2147483647 h 77"/>
              <a:gd name="T6" fmla="*/ 2147483647 w 114"/>
              <a:gd name="T7" fmla="*/ 2147483647 h 77"/>
              <a:gd name="T8" fmla="*/ 2147483647 w 114"/>
              <a:gd name="T9" fmla="*/ 2147483647 h 77"/>
              <a:gd name="T10" fmla="*/ 2147483647 w 114"/>
              <a:gd name="T11" fmla="*/ 2147483647 h 77"/>
              <a:gd name="T12" fmla="*/ 2147483647 w 114"/>
              <a:gd name="T13" fmla="*/ 2147483647 h 77"/>
              <a:gd name="T14" fmla="*/ 2147483647 w 114"/>
              <a:gd name="T15" fmla="*/ 0 h 77"/>
              <a:gd name="T16" fmla="*/ 2147483647 w 114"/>
              <a:gd name="T17" fmla="*/ 2147483647 h 77"/>
              <a:gd name="T18" fmla="*/ 2147483647 w 114"/>
              <a:gd name="T19" fmla="*/ 2147483647 h 77"/>
              <a:gd name="T20" fmla="*/ 2147483647 w 114"/>
              <a:gd name="T21" fmla="*/ 2147483647 h 77"/>
              <a:gd name="T22" fmla="*/ 0 w 114"/>
              <a:gd name="T23" fmla="*/ 2147483647 h 77"/>
              <a:gd name="T24" fmla="*/ 2147483647 w 114"/>
              <a:gd name="T25" fmla="*/ 2147483647 h 77"/>
              <a:gd name="T26" fmla="*/ 2147483647 w 114"/>
              <a:gd name="T27" fmla="*/ 2147483647 h 77"/>
              <a:gd name="T28" fmla="*/ 2147483647 w 114"/>
              <a:gd name="T29" fmla="*/ 2147483647 h 77"/>
              <a:gd name="T30" fmla="*/ 2147483647 w 114"/>
              <a:gd name="T31" fmla="*/ 2147483647 h 77"/>
              <a:gd name="T32" fmla="*/ 2147483647 w 114"/>
              <a:gd name="T33" fmla="*/ 2147483647 h 77"/>
              <a:gd name="T34" fmla="*/ 2147483647 w 114"/>
              <a:gd name="T35" fmla="*/ 2147483647 h 77"/>
              <a:gd name="T36" fmla="*/ 2147483647 w 114"/>
              <a:gd name="T37" fmla="*/ 2147483647 h 77"/>
              <a:gd name="T38" fmla="*/ 2147483647 w 114"/>
              <a:gd name="T39" fmla="*/ 2147483647 h 77"/>
              <a:gd name="T40" fmla="*/ 2147483647 w 114"/>
              <a:gd name="T41" fmla="*/ 2147483647 h 77"/>
              <a:gd name="T42" fmla="*/ 2147483647 w 114"/>
              <a:gd name="T43" fmla="*/ 2147483647 h 77"/>
              <a:gd name="T44" fmla="*/ 2147483647 w 114"/>
              <a:gd name="T45" fmla="*/ 2147483647 h 77"/>
              <a:gd name="T46" fmla="*/ 2147483647 w 114"/>
              <a:gd name="T47" fmla="*/ 2147483647 h 77"/>
              <a:gd name="T48" fmla="*/ 2147483647 w 114"/>
              <a:gd name="T49" fmla="*/ 2147483647 h 77"/>
              <a:gd name="T50" fmla="*/ 2147483647 w 114"/>
              <a:gd name="T51" fmla="*/ 2147483647 h 77"/>
              <a:gd name="T52" fmla="*/ 2147483647 w 114"/>
              <a:gd name="T53" fmla="*/ 2147483647 h 77"/>
              <a:gd name="T54" fmla="*/ 2147483647 w 114"/>
              <a:gd name="T55" fmla="*/ 2147483647 h 77"/>
              <a:gd name="T56" fmla="*/ 2147483647 w 114"/>
              <a:gd name="T57" fmla="*/ 2147483647 h 77"/>
              <a:gd name="T58" fmla="*/ 2147483647 w 114"/>
              <a:gd name="T59" fmla="*/ 2147483647 h 77"/>
              <a:gd name="T60" fmla="*/ 2147483647 w 114"/>
              <a:gd name="T61" fmla="*/ 2147483647 h 77"/>
              <a:gd name="T62" fmla="*/ 2147483647 w 114"/>
              <a:gd name="T63" fmla="*/ 2147483647 h 77"/>
              <a:gd name="T64" fmla="*/ 2147483647 w 114"/>
              <a:gd name="T65" fmla="*/ 2147483647 h 77"/>
              <a:gd name="T66" fmla="*/ 2147483647 w 114"/>
              <a:gd name="T67" fmla="*/ 2147483647 h 77"/>
              <a:gd name="T68" fmla="*/ 2147483647 w 114"/>
              <a:gd name="T69" fmla="*/ 2147483647 h 77"/>
              <a:gd name="T70" fmla="*/ 2147483647 w 114"/>
              <a:gd name="T71" fmla="*/ 2147483647 h 77"/>
              <a:gd name="T72" fmla="*/ 2147483647 w 114"/>
              <a:gd name="T73" fmla="*/ 2147483647 h 77"/>
              <a:gd name="T74" fmla="*/ 2147483647 w 114"/>
              <a:gd name="T75" fmla="*/ 2147483647 h 77"/>
              <a:gd name="T76" fmla="*/ 2147483647 w 114"/>
              <a:gd name="T77" fmla="*/ 2147483647 h 77"/>
              <a:gd name="T78" fmla="*/ 2147483647 w 114"/>
              <a:gd name="T79" fmla="*/ 2147483647 h 77"/>
              <a:gd name="T80" fmla="*/ 2147483647 w 114"/>
              <a:gd name="T81" fmla="*/ 2147483647 h 77"/>
              <a:gd name="T82" fmla="*/ 2147483647 w 114"/>
              <a:gd name="T83" fmla="*/ 2147483647 h 77"/>
              <a:gd name="T84" fmla="*/ 2147483647 w 114"/>
              <a:gd name="T85" fmla="*/ 2147483647 h 77"/>
              <a:gd name="T86" fmla="*/ 2147483647 w 114"/>
              <a:gd name="T87" fmla="*/ 2147483647 h 77"/>
              <a:gd name="T88" fmla="*/ 2147483647 w 114"/>
              <a:gd name="T89" fmla="*/ 2147483647 h 77"/>
              <a:gd name="T90" fmla="*/ 2147483647 w 114"/>
              <a:gd name="T91" fmla="*/ 2147483647 h 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4"/>
              <a:gd name="T139" fmla="*/ 0 h 77"/>
              <a:gd name="T140" fmla="*/ 114 w 114"/>
              <a:gd name="T141" fmla="*/ 77 h 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4" h="77" extrusionOk="0">
                <a:moveTo>
                  <a:pt x="91" y="8"/>
                </a:moveTo>
                <a:cubicBezTo>
                  <a:pt x="102" y="34"/>
                  <a:pt x="102" y="34"/>
                  <a:pt x="102" y="34"/>
                </a:cubicBezTo>
                <a:cubicBezTo>
                  <a:pt x="88" y="40"/>
                  <a:pt x="88" y="40"/>
                  <a:pt x="88" y="40"/>
                </a:cubicBezTo>
                <a:cubicBezTo>
                  <a:pt x="81" y="34"/>
                  <a:pt x="60" y="15"/>
                  <a:pt x="58" y="15"/>
                </a:cubicBezTo>
                <a:cubicBezTo>
                  <a:pt x="56" y="15"/>
                  <a:pt x="50" y="17"/>
                  <a:pt x="49" y="18"/>
                </a:cubicBezTo>
                <a:cubicBezTo>
                  <a:pt x="49" y="18"/>
                  <a:pt x="45" y="19"/>
                  <a:pt x="42" y="19"/>
                </a:cubicBezTo>
                <a:cubicBezTo>
                  <a:pt x="40" y="19"/>
                  <a:pt x="39" y="19"/>
                  <a:pt x="38" y="18"/>
                </a:cubicBezTo>
                <a:cubicBezTo>
                  <a:pt x="37" y="18"/>
                  <a:pt x="36" y="17"/>
                  <a:pt x="36" y="16"/>
                </a:cubicBezTo>
                <a:cubicBezTo>
                  <a:pt x="37" y="15"/>
                  <a:pt x="38" y="13"/>
                  <a:pt x="39" y="13"/>
                </a:cubicBezTo>
                <a:cubicBezTo>
                  <a:pt x="45" y="10"/>
                  <a:pt x="60" y="4"/>
                  <a:pt x="61" y="4"/>
                </a:cubicBezTo>
                <a:cubicBezTo>
                  <a:pt x="61" y="4"/>
                  <a:pt x="61" y="4"/>
                  <a:pt x="61" y="4"/>
                </a:cubicBezTo>
                <a:cubicBezTo>
                  <a:pt x="65" y="4"/>
                  <a:pt x="88" y="7"/>
                  <a:pt x="91" y="8"/>
                </a:cubicBezTo>
                <a:close/>
                <a:moveTo>
                  <a:pt x="100" y="0"/>
                </a:moveTo>
                <a:cubicBezTo>
                  <a:pt x="100" y="0"/>
                  <a:pt x="100" y="0"/>
                  <a:pt x="99" y="0"/>
                </a:cubicBezTo>
                <a:cubicBezTo>
                  <a:pt x="95" y="2"/>
                  <a:pt x="95" y="2"/>
                  <a:pt x="95" y="2"/>
                </a:cubicBezTo>
                <a:cubicBezTo>
                  <a:pt x="94" y="2"/>
                  <a:pt x="94" y="3"/>
                  <a:pt x="93" y="4"/>
                </a:cubicBezTo>
                <a:cubicBezTo>
                  <a:pt x="93" y="4"/>
                  <a:pt x="93" y="5"/>
                  <a:pt x="93" y="6"/>
                </a:cubicBezTo>
                <a:cubicBezTo>
                  <a:pt x="104" y="34"/>
                  <a:pt x="104" y="34"/>
                  <a:pt x="104" y="34"/>
                </a:cubicBezTo>
                <a:cubicBezTo>
                  <a:pt x="105" y="35"/>
                  <a:pt x="107" y="36"/>
                  <a:pt x="108" y="35"/>
                </a:cubicBezTo>
                <a:cubicBezTo>
                  <a:pt x="112" y="34"/>
                  <a:pt x="112" y="34"/>
                  <a:pt x="112" y="34"/>
                </a:cubicBezTo>
                <a:cubicBezTo>
                  <a:pt x="113" y="33"/>
                  <a:pt x="114" y="33"/>
                  <a:pt x="114" y="32"/>
                </a:cubicBezTo>
                <a:cubicBezTo>
                  <a:pt x="114" y="31"/>
                  <a:pt x="114" y="31"/>
                  <a:pt x="114" y="30"/>
                </a:cubicBezTo>
                <a:cubicBezTo>
                  <a:pt x="103" y="2"/>
                  <a:pt x="103" y="2"/>
                  <a:pt x="103" y="2"/>
                </a:cubicBezTo>
                <a:cubicBezTo>
                  <a:pt x="103" y="1"/>
                  <a:pt x="102" y="0"/>
                  <a:pt x="100" y="0"/>
                </a:cubicBezTo>
                <a:close/>
                <a:moveTo>
                  <a:pt x="0" y="38"/>
                </a:moveTo>
                <a:cubicBezTo>
                  <a:pt x="0" y="39"/>
                  <a:pt x="0" y="40"/>
                  <a:pt x="1" y="41"/>
                </a:cubicBezTo>
                <a:cubicBezTo>
                  <a:pt x="1" y="41"/>
                  <a:pt x="2" y="42"/>
                  <a:pt x="3" y="42"/>
                </a:cubicBezTo>
                <a:cubicBezTo>
                  <a:pt x="7" y="42"/>
                  <a:pt x="7" y="42"/>
                  <a:pt x="7" y="42"/>
                </a:cubicBezTo>
                <a:cubicBezTo>
                  <a:pt x="9" y="42"/>
                  <a:pt x="11" y="41"/>
                  <a:pt x="11" y="39"/>
                </a:cubicBezTo>
                <a:cubicBezTo>
                  <a:pt x="13" y="8"/>
                  <a:pt x="13" y="8"/>
                  <a:pt x="13" y="8"/>
                </a:cubicBezTo>
                <a:cubicBezTo>
                  <a:pt x="13" y="7"/>
                  <a:pt x="13" y="6"/>
                  <a:pt x="12" y="6"/>
                </a:cubicBezTo>
                <a:cubicBezTo>
                  <a:pt x="12" y="5"/>
                  <a:pt x="11" y="5"/>
                  <a:pt x="10" y="5"/>
                </a:cubicBezTo>
                <a:cubicBezTo>
                  <a:pt x="6" y="4"/>
                  <a:pt x="6" y="4"/>
                  <a:pt x="6" y="4"/>
                </a:cubicBezTo>
                <a:cubicBezTo>
                  <a:pt x="5" y="4"/>
                  <a:pt x="5" y="4"/>
                  <a:pt x="5" y="4"/>
                </a:cubicBezTo>
                <a:cubicBezTo>
                  <a:pt x="4" y="4"/>
                  <a:pt x="3" y="6"/>
                  <a:pt x="2" y="7"/>
                </a:cubicBezTo>
                <a:lnTo>
                  <a:pt x="0" y="38"/>
                </a:lnTo>
                <a:close/>
                <a:moveTo>
                  <a:pt x="47" y="66"/>
                </a:moveTo>
                <a:cubicBezTo>
                  <a:pt x="47" y="65"/>
                  <a:pt x="46" y="64"/>
                  <a:pt x="45" y="63"/>
                </a:cubicBezTo>
                <a:cubicBezTo>
                  <a:pt x="43" y="62"/>
                  <a:pt x="41" y="62"/>
                  <a:pt x="39" y="64"/>
                </a:cubicBezTo>
                <a:cubicBezTo>
                  <a:pt x="37" y="67"/>
                  <a:pt x="37" y="67"/>
                  <a:pt x="37" y="67"/>
                </a:cubicBezTo>
                <a:cubicBezTo>
                  <a:pt x="37" y="67"/>
                  <a:pt x="37" y="67"/>
                  <a:pt x="37" y="67"/>
                </a:cubicBezTo>
                <a:cubicBezTo>
                  <a:pt x="35" y="69"/>
                  <a:pt x="35" y="69"/>
                  <a:pt x="35" y="69"/>
                </a:cubicBezTo>
                <a:cubicBezTo>
                  <a:pt x="33" y="73"/>
                  <a:pt x="35" y="75"/>
                  <a:pt x="36" y="76"/>
                </a:cubicBezTo>
                <a:cubicBezTo>
                  <a:pt x="37" y="76"/>
                  <a:pt x="38" y="77"/>
                  <a:pt x="38" y="77"/>
                </a:cubicBezTo>
                <a:cubicBezTo>
                  <a:pt x="40" y="77"/>
                  <a:pt x="41" y="76"/>
                  <a:pt x="42" y="75"/>
                </a:cubicBezTo>
                <a:cubicBezTo>
                  <a:pt x="45" y="71"/>
                  <a:pt x="45" y="71"/>
                  <a:pt x="45" y="71"/>
                </a:cubicBezTo>
                <a:cubicBezTo>
                  <a:pt x="45" y="71"/>
                  <a:pt x="45" y="71"/>
                  <a:pt x="45" y="71"/>
                </a:cubicBezTo>
                <a:cubicBezTo>
                  <a:pt x="46" y="70"/>
                  <a:pt x="46" y="70"/>
                  <a:pt x="46" y="70"/>
                </a:cubicBezTo>
                <a:cubicBezTo>
                  <a:pt x="47" y="68"/>
                  <a:pt x="47" y="67"/>
                  <a:pt x="47" y="66"/>
                </a:cubicBezTo>
                <a:close/>
                <a:moveTo>
                  <a:pt x="25" y="64"/>
                </a:moveTo>
                <a:cubicBezTo>
                  <a:pt x="23" y="66"/>
                  <a:pt x="24" y="68"/>
                  <a:pt x="26" y="70"/>
                </a:cubicBezTo>
                <a:cubicBezTo>
                  <a:pt x="28" y="72"/>
                  <a:pt x="30" y="71"/>
                  <a:pt x="32" y="69"/>
                </a:cubicBezTo>
                <a:cubicBezTo>
                  <a:pt x="37" y="63"/>
                  <a:pt x="37" y="63"/>
                  <a:pt x="37" y="63"/>
                </a:cubicBezTo>
                <a:cubicBezTo>
                  <a:pt x="40" y="60"/>
                  <a:pt x="37" y="57"/>
                  <a:pt x="37" y="57"/>
                </a:cubicBezTo>
                <a:cubicBezTo>
                  <a:pt x="35" y="55"/>
                  <a:pt x="33" y="55"/>
                  <a:pt x="31" y="57"/>
                </a:cubicBezTo>
                <a:cubicBezTo>
                  <a:pt x="28" y="61"/>
                  <a:pt x="28" y="61"/>
                  <a:pt x="28" y="61"/>
                </a:cubicBezTo>
                <a:cubicBezTo>
                  <a:pt x="28" y="61"/>
                  <a:pt x="28" y="61"/>
                  <a:pt x="28" y="61"/>
                </a:cubicBezTo>
                <a:cubicBezTo>
                  <a:pt x="27" y="61"/>
                  <a:pt x="27" y="61"/>
                  <a:pt x="27" y="61"/>
                </a:cubicBezTo>
                <a:lnTo>
                  <a:pt x="25" y="64"/>
                </a:lnTo>
                <a:close/>
                <a:moveTo>
                  <a:pt x="17" y="57"/>
                </a:moveTo>
                <a:cubicBezTo>
                  <a:pt x="16" y="58"/>
                  <a:pt x="16" y="59"/>
                  <a:pt x="16" y="60"/>
                </a:cubicBezTo>
                <a:cubicBezTo>
                  <a:pt x="16" y="61"/>
                  <a:pt x="17" y="62"/>
                  <a:pt x="18" y="63"/>
                </a:cubicBezTo>
                <a:cubicBezTo>
                  <a:pt x="20" y="64"/>
                  <a:pt x="22" y="64"/>
                  <a:pt x="23" y="62"/>
                </a:cubicBezTo>
                <a:cubicBezTo>
                  <a:pt x="29" y="55"/>
                  <a:pt x="29" y="55"/>
                  <a:pt x="29" y="55"/>
                </a:cubicBezTo>
                <a:cubicBezTo>
                  <a:pt x="30" y="54"/>
                  <a:pt x="31" y="53"/>
                  <a:pt x="30" y="51"/>
                </a:cubicBezTo>
                <a:cubicBezTo>
                  <a:pt x="30" y="50"/>
                  <a:pt x="30" y="49"/>
                  <a:pt x="29" y="49"/>
                </a:cubicBezTo>
                <a:cubicBezTo>
                  <a:pt x="27" y="47"/>
                  <a:pt x="25" y="47"/>
                  <a:pt x="23" y="49"/>
                </a:cubicBezTo>
                <a:cubicBezTo>
                  <a:pt x="20" y="53"/>
                  <a:pt x="20" y="53"/>
                  <a:pt x="20" y="53"/>
                </a:cubicBezTo>
                <a:cubicBezTo>
                  <a:pt x="20" y="53"/>
                  <a:pt x="20" y="53"/>
                  <a:pt x="20" y="53"/>
                </a:cubicBezTo>
                <a:cubicBezTo>
                  <a:pt x="20" y="53"/>
                  <a:pt x="20" y="53"/>
                  <a:pt x="20" y="53"/>
                </a:cubicBezTo>
                <a:lnTo>
                  <a:pt x="17" y="57"/>
                </a:lnTo>
                <a:close/>
                <a:moveTo>
                  <a:pt x="16" y="54"/>
                </a:moveTo>
                <a:cubicBezTo>
                  <a:pt x="22" y="47"/>
                  <a:pt x="22" y="47"/>
                  <a:pt x="22" y="47"/>
                </a:cubicBezTo>
                <a:cubicBezTo>
                  <a:pt x="24" y="44"/>
                  <a:pt x="22" y="41"/>
                  <a:pt x="21" y="41"/>
                </a:cubicBezTo>
                <a:cubicBezTo>
                  <a:pt x="19" y="39"/>
                  <a:pt x="17" y="39"/>
                  <a:pt x="15" y="42"/>
                </a:cubicBezTo>
                <a:cubicBezTo>
                  <a:pt x="13" y="44"/>
                  <a:pt x="13" y="44"/>
                  <a:pt x="13" y="44"/>
                </a:cubicBezTo>
                <a:cubicBezTo>
                  <a:pt x="13" y="44"/>
                  <a:pt x="13" y="44"/>
                  <a:pt x="13" y="44"/>
                </a:cubicBezTo>
                <a:cubicBezTo>
                  <a:pt x="13" y="45"/>
                  <a:pt x="13" y="45"/>
                  <a:pt x="13" y="45"/>
                </a:cubicBezTo>
                <a:cubicBezTo>
                  <a:pt x="10" y="48"/>
                  <a:pt x="10" y="48"/>
                  <a:pt x="10" y="48"/>
                </a:cubicBezTo>
                <a:cubicBezTo>
                  <a:pt x="9" y="49"/>
                  <a:pt x="9" y="50"/>
                  <a:pt x="9" y="51"/>
                </a:cubicBezTo>
                <a:cubicBezTo>
                  <a:pt x="9" y="52"/>
                  <a:pt x="10" y="53"/>
                  <a:pt x="10" y="53"/>
                </a:cubicBezTo>
                <a:cubicBezTo>
                  <a:pt x="11" y="54"/>
                  <a:pt x="12" y="55"/>
                  <a:pt x="13" y="55"/>
                </a:cubicBezTo>
                <a:cubicBezTo>
                  <a:pt x="14" y="55"/>
                  <a:pt x="15" y="55"/>
                  <a:pt x="16" y="54"/>
                </a:cubicBezTo>
                <a:close/>
                <a:moveTo>
                  <a:pt x="87" y="48"/>
                </a:moveTo>
                <a:cubicBezTo>
                  <a:pt x="88" y="46"/>
                  <a:pt x="89" y="44"/>
                  <a:pt x="86" y="42"/>
                </a:cubicBezTo>
                <a:cubicBezTo>
                  <a:pt x="84" y="40"/>
                  <a:pt x="84" y="40"/>
                  <a:pt x="84" y="40"/>
                </a:cubicBezTo>
                <a:cubicBezTo>
                  <a:pt x="73" y="30"/>
                  <a:pt x="61" y="20"/>
                  <a:pt x="58" y="18"/>
                </a:cubicBezTo>
                <a:cubicBezTo>
                  <a:pt x="56" y="18"/>
                  <a:pt x="53" y="19"/>
                  <a:pt x="50" y="20"/>
                </a:cubicBezTo>
                <a:cubicBezTo>
                  <a:pt x="50" y="20"/>
                  <a:pt x="50" y="20"/>
                  <a:pt x="50" y="20"/>
                </a:cubicBezTo>
                <a:cubicBezTo>
                  <a:pt x="50" y="20"/>
                  <a:pt x="45" y="22"/>
                  <a:pt x="42" y="22"/>
                </a:cubicBezTo>
                <a:cubicBezTo>
                  <a:pt x="39" y="22"/>
                  <a:pt x="38" y="21"/>
                  <a:pt x="36" y="20"/>
                </a:cubicBezTo>
                <a:cubicBezTo>
                  <a:pt x="34" y="19"/>
                  <a:pt x="34" y="17"/>
                  <a:pt x="34" y="16"/>
                </a:cubicBezTo>
                <a:cubicBezTo>
                  <a:pt x="34" y="14"/>
                  <a:pt x="36" y="12"/>
                  <a:pt x="37" y="11"/>
                </a:cubicBezTo>
                <a:cubicBezTo>
                  <a:pt x="16" y="8"/>
                  <a:pt x="16" y="8"/>
                  <a:pt x="16" y="8"/>
                </a:cubicBezTo>
                <a:cubicBezTo>
                  <a:pt x="13" y="39"/>
                  <a:pt x="13" y="39"/>
                  <a:pt x="13" y="39"/>
                </a:cubicBezTo>
                <a:cubicBezTo>
                  <a:pt x="15" y="37"/>
                  <a:pt x="17" y="37"/>
                  <a:pt x="18" y="37"/>
                </a:cubicBezTo>
                <a:cubicBezTo>
                  <a:pt x="20" y="37"/>
                  <a:pt x="21" y="38"/>
                  <a:pt x="22" y="39"/>
                </a:cubicBezTo>
                <a:cubicBezTo>
                  <a:pt x="25" y="40"/>
                  <a:pt x="26" y="43"/>
                  <a:pt x="25" y="45"/>
                </a:cubicBezTo>
                <a:cubicBezTo>
                  <a:pt x="27" y="45"/>
                  <a:pt x="29" y="45"/>
                  <a:pt x="30" y="47"/>
                </a:cubicBezTo>
                <a:cubicBezTo>
                  <a:pt x="32" y="48"/>
                  <a:pt x="33" y="51"/>
                  <a:pt x="33" y="53"/>
                </a:cubicBezTo>
                <a:cubicBezTo>
                  <a:pt x="35" y="53"/>
                  <a:pt x="37" y="53"/>
                  <a:pt x="38" y="54"/>
                </a:cubicBezTo>
                <a:cubicBezTo>
                  <a:pt x="40" y="56"/>
                  <a:pt x="41" y="58"/>
                  <a:pt x="41" y="60"/>
                </a:cubicBezTo>
                <a:cubicBezTo>
                  <a:pt x="43" y="59"/>
                  <a:pt x="45" y="60"/>
                  <a:pt x="47" y="61"/>
                </a:cubicBezTo>
                <a:cubicBezTo>
                  <a:pt x="49" y="63"/>
                  <a:pt x="50" y="66"/>
                  <a:pt x="49" y="69"/>
                </a:cubicBezTo>
                <a:cubicBezTo>
                  <a:pt x="51" y="71"/>
                  <a:pt x="51" y="71"/>
                  <a:pt x="51" y="71"/>
                </a:cubicBezTo>
                <a:cubicBezTo>
                  <a:pt x="51" y="71"/>
                  <a:pt x="51" y="71"/>
                  <a:pt x="52" y="71"/>
                </a:cubicBezTo>
                <a:cubicBezTo>
                  <a:pt x="52" y="71"/>
                  <a:pt x="52" y="71"/>
                  <a:pt x="52" y="71"/>
                </a:cubicBezTo>
                <a:cubicBezTo>
                  <a:pt x="52" y="71"/>
                  <a:pt x="53" y="72"/>
                  <a:pt x="54" y="72"/>
                </a:cubicBezTo>
                <a:cubicBezTo>
                  <a:pt x="55" y="72"/>
                  <a:pt x="56" y="71"/>
                  <a:pt x="57" y="70"/>
                </a:cubicBezTo>
                <a:cubicBezTo>
                  <a:pt x="58" y="68"/>
                  <a:pt x="59" y="67"/>
                  <a:pt x="57" y="65"/>
                </a:cubicBezTo>
                <a:cubicBezTo>
                  <a:pt x="57" y="65"/>
                  <a:pt x="57" y="65"/>
                  <a:pt x="57" y="65"/>
                </a:cubicBezTo>
                <a:cubicBezTo>
                  <a:pt x="48" y="57"/>
                  <a:pt x="48" y="57"/>
                  <a:pt x="48" y="57"/>
                </a:cubicBezTo>
                <a:cubicBezTo>
                  <a:pt x="47" y="57"/>
                  <a:pt x="47" y="57"/>
                  <a:pt x="47" y="56"/>
                </a:cubicBezTo>
                <a:cubicBezTo>
                  <a:pt x="47" y="56"/>
                  <a:pt x="47" y="55"/>
                  <a:pt x="47" y="55"/>
                </a:cubicBezTo>
                <a:cubicBezTo>
                  <a:pt x="48" y="54"/>
                  <a:pt x="49" y="54"/>
                  <a:pt x="50" y="55"/>
                </a:cubicBezTo>
                <a:cubicBezTo>
                  <a:pt x="62" y="66"/>
                  <a:pt x="62" y="66"/>
                  <a:pt x="62" y="66"/>
                </a:cubicBezTo>
                <a:cubicBezTo>
                  <a:pt x="63" y="66"/>
                  <a:pt x="64" y="66"/>
                  <a:pt x="64" y="66"/>
                </a:cubicBezTo>
                <a:cubicBezTo>
                  <a:pt x="66" y="66"/>
                  <a:pt x="67" y="65"/>
                  <a:pt x="68" y="64"/>
                </a:cubicBezTo>
                <a:cubicBezTo>
                  <a:pt x="69" y="63"/>
                  <a:pt x="69" y="62"/>
                  <a:pt x="69" y="61"/>
                </a:cubicBezTo>
                <a:cubicBezTo>
                  <a:pt x="69" y="60"/>
                  <a:pt x="68" y="59"/>
                  <a:pt x="67" y="58"/>
                </a:cubicBezTo>
                <a:cubicBezTo>
                  <a:pt x="66" y="57"/>
                  <a:pt x="66" y="57"/>
                  <a:pt x="66" y="57"/>
                </a:cubicBezTo>
                <a:cubicBezTo>
                  <a:pt x="66" y="57"/>
                  <a:pt x="66" y="57"/>
                  <a:pt x="66" y="57"/>
                </a:cubicBezTo>
                <a:cubicBezTo>
                  <a:pt x="59" y="51"/>
                  <a:pt x="59" y="51"/>
                  <a:pt x="59" y="51"/>
                </a:cubicBezTo>
                <a:cubicBezTo>
                  <a:pt x="58" y="51"/>
                  <a:pt x="58" y="51"/>
                  <a:pt x="58" y="50"/>
                </a:cubicBezTo>
                <a:cubicBezTo>
                  <a:pt x="58" y="50"/>
                  <a:pt x="58" y="49"/>
                  <a:pt x="58" y="49"/>
                </a:cubicBezTo>
                <a:cubicBezTo>
                  <a:pt x="59" y="48"/>
                  <a:pt x="60" y="48"/>
                  <a:pt x="60" y="49"/>
                </a:cubicBezTo>
                <a:cubicBezTo>
                  <a:pt x="72" y="58"/>
                  <a:pt x="72" y="58"/>
                  <a:pt x="72" y="58"/>
                </a:cubicBezTo>
                <a:cubicBezTo>
                  <a:pt x="73" y="59"/>
                  <a:pt x="74" y="59"/>
                  <a:pt x="75" y="59"/>
                </a:cubicBezTo>
                <a:cubicBezTo>
                  <a:pt x="76" y="59"/>
                  <a:pt x="77" y="58"/>
                  <a:pt x="79" y="57"/>
                </a:cubicBezTo>
                <a:cubicBezTo>
                  <a:pt x="79" y="56"/>
                  <a:pt x="80" y="55"/>
                  <a:pt x="80" y="54"/>
                </a:cubicBezTo>
                <a:cubicBezTo>
                  <a:pt x="80" y="53"/>
                  <a:pt x="79" y="52"/>
                  <a:pt x="78" y="51"/>
                </a:cubicBezTo>
                <a:cubicBezTo>
                  <a:pt x="74" y="48"/>
                  <a:pt x="74" y="48"/>
                  <a:pt x="74" y="48"/>
                </a:cubicBezTo>
                <a:cubicBezTo>
                  <a:pt x="74" y="48"/>
                  <a:pt x="74" y="48"/>
                  <a:pt x="74" y="48"/>
                </a:cubicBezTo>
                <a:cubicBezTo>
                  <a:pt x="68" y="43"/>
                  <a:pt x="68" y="43"/>
                  <a:pt x="68" y="43"/>
                </a:cubicBezTo>
                <a:cubicBezTo>
                  <a:pt x="68" y="43"/>
                  <a:pt x="68" y="42"/>
                  <a:pt x="68" y="41"/>
                </a:cubicBezTo>
                <a:cubicBezTo>
                  <a:pt x="69" y="41"/>
                  <a:pt x="70" y="40"/>
                  <a:pt x="70" y="41"/>
                </a:cubicBezTo>
                <a:cubicBezTo>
                  <a:pt x="80" y="49"/>
                  <a:pt x="80" y="49"/>
                  <a:pt x="80" y="49"/>
                </a:cubicBezTo>
                <a:cubicBezTo>
                  <a:pt x="82" y="51"/>
                  <a:pt x="85" y="50"/>
                  <a:pt x="87" y="4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2" name="Google Shape;811;p30"/>
          <p:cNvSpPr>
            <a:spLocks/>
          </p:cNvSpPr>
          <p:nvPr/>
        </p:nvSpPr>
        <p:spPr bwMode="auto">
          <a:xfrm>
            <a:off x="7065963" y="1760538"/>
            <a:ext cx="409575" cy="344487"/>
          </a:xfrm>
          <a:custGeom>
            <a:avLst/>
            <a:gdLst>
              <a:gd name="T0" fmla="*/ 2147483647 w 99"/>
              <a:gd name="T1" fmla="*/ 2147483647 h 83"/>
              <a:gd name="T2" fmla="*/ 2147483647 w 99"/>
              <a:gd name="T3" fmla="*/ 2147483647 h 83"/>
              <a:gd name="T4" fmla="*/ 2147483647 w 99"/>
              <a:gd name="T5" fmla="*/ 2147483647 h 83"/>
              <a:gd name="T6" fmla="*/ 2147483647 w 99"/>
              <a:gd name="T7" fmla="*/ 2147483647 h 83"/>
              <a:gd name="T8" fmla="*/ 2147483647 w 99"/>
              <a:gd name="T9" fmla="*/ 2147483647 h 83"/>
              <a:gd name="T10" fmla="*/ 2147483647 w 99"/>
              <a:gd name="T11" fmla="*/ 2147483647 h 83"/>
              <a:gd name="T12" fmla="*/ 2147483647 w 99"/>
              <a:gd name="T13" fmla="*/ 2147483647 h 83"/>
              <a:gd name="T14" fmla="*/ 2147483647 w 99"/>
              <a:gd name="T15" fmla="*/ 2147483647 h 83"/>
              <a:gd name="T16" fmla="*/ 2147483647 w 99"/>
              <a:gd name="T17" fmla="*/ 2147483647 h 83"/>
              <a:gd name="T18" fmla="*/ 2147483647 w 99"/>
              <a:gd name="T19" fmla="*/ 2147483647 h 83"/>
              <a:gd name="T20" fmla="*/ 2147483647 w 99"/>
              <a:gd name="T21" fmla="*/ 2147483647 h 83"/>
              <a:gd name="T22" fmla="*/ 2147483647 w 99"/>
              <a:gd name="T23" fmla="*/ 2147483647 h 83"/>
              <a:gd name="T24" fmla="*/ 2147483647 w 99"/>
              <a:gd name="T25" fmla="*/ 2147483647 h 83"/>
              <a:gd name="T26" fmla="*/ 2147483647 w 99"/>
              <a:gd name="T27" fmla="*/ 2147483647 h 83"/>
              <a:gd name="T28" fmla="*/ 2147483647 w 99"/>
              <a:gd name="T29" fmla="*/ 2147483647 h 83"/>
              <a:gd name="T30" fmla="*/ 2147483647 w 99"/>
              <a:gd name="T31" fmla="*/ 2147483647 h 83"/>
              <a:gd name="T32" fmla="*/ 2147483647 w 99"/>
              <a:gd name="T33" fmla="*/ 2147483647 h 83"/>
              <a:gd name="T34" fmla="*/ 2147483647 w 99"/>
              <a:gd name="T35" fmla="*/ 2147483647 h 83"/>
              <a:gd name="T36" fmla="*/ 2147483647 w 99"/>
              <a:gd name="T37" fmla="*/ 2147483647 h 83"/>
              <a:gd name="T38" fmla="*/ 2147483647 w 99"/>
              <a:gd name="T39" fmla="*/ 2147483647 h 83"/>
              <a:gd name="T40" fmla="*/ 2147483647 w 99"/>
              <a:gd name="T41" fmla="*/ 2147483647 h 83"/>
              <a:gd name="T42" fmla="*/ 2147483647 w 99"/>
              <a:gd name="T43" fmla="*/ 2147483647 h 83"/>
              <a:gd name="T44" fmla="*/ 2147483647 w 99"/>
              <a:gd name="T45" fmla="*/ 2147483647 h 83"/>
              <a:gd name="T46" fmla="*/ 2147483647 w 99"/>
              <a:gd name="T47" fmla="*/ 2147483647 h 83"/>
              <a:gd name="T48" fmla="*/ 2147483647 w 99"/>
              <a:gd name="T49" fmla="*/ 2147483647 h 83"/>
              <a:gd name="T50" fmla="*/ 2147483647 w 99"/>
              <a:gd name="T51" fmla="*/ 2147483647 h 83"/>
              <a:gd name="T52" fmla="*/ 2147483647 w 99"/>
              <a:gd name="T53" fmla="*/ 2147483647 h 83"/>
              <a:gd name="T54" fmla="*/ 2147483647 w 99"/>
              <a:gd name="T55" fmla="*/ 2147483647 h 83"/>
              <a:gd name="T56" fmla="*/ 2147483647 w 99"/>
              <a:gd name="T57" fmla="*/ 2147483647 h 83"/>
              <a:gd name="T58" fmla="*/ 2147483647 w 99"/>
              <a:gd name="T59" fmla="*/ 2147483647 h 83"/>
              <a:gd name="T60" fmla="*/ 2147483647 w 99"/>
              <a:gd name="T61" fmla="*/ 2147483647 h 83"/>
              <a:gd name="T62" fmla="*/ 2147483647 w 99"/>
              <a:gd name="T63" fmla="*/ 2147483647 h 83"/>
              <a:gd name="T64" fmla="*/ 2147483647 w 99"/>
              <a:gd name="T65" fmla="*/ 2147483647 h 83"/>
              <a:gd name="T66" fmla="*/ 2147483647 w 99"/>
              <a:gd name="T67" fmla="*/ 2147483647 h 83"/>
              <a:gd name="T68" fmla="*/ 2147483647 w 99"/>
              <a:gd name="T69" fmla="*/ 2147483647 h 83"/>
              <a:gd name="T70" fmla="*/ 2147483647 w 99"/>
              <a:gd name="T71" fmla="*/ 2147483647 h 83"/>
              <a:gd name="T72" fmla="*/ 2147483647 w 99"/>
              <a:gd name="T73" fmla="*/ 2147483647 h 83"/>
              <a:gd name="T74" fmla="*/ 2147483647 w 99"/>
              <a:gd name="T75" fmla="*/ 2147483647 h 83"/>
              <a:gd name="T76" fmla="*/ 2147483647 w 99"/>
              <a:gd name="T77" fmla="*/ 2147483647 h 83"/>
              <a:gd name="T78" fmla="*/ 2147483647 w 99"/>
              <a:gd name="T79" fmla="*/ 2147483647 h 83"/>
              <a:gd name="T80" fmla="*/ 2147483647 w 99"/>
              <a:gd name="T81" fmla="*/ 2147483647 h 83"/>
              <a:gd name="T82" fmla="*/ 2147483647 w 99"/>
              <a:gd name="T83" fmla="*/ 2147483647 h 83"/>
              <a:gd name="T84" fmla="*/ 2147483647 w 99"/>
              <a:gd name="T85" fmla="*/ 2147483647 h 83"/>
              <a:gd name="T86" fmla="*/ 2147483647 w 99"/>
              <a:gd name="T87" fmla="*/ 2147483647 h 83"/>
              <a:gd name="T88" fmla="*/ 2147483647 w 99"/>
              <a:gd name="T89" fmla="*/ 2147483647 h 83"/>
              <a:gd name="T90" fmla="*/ 2147483647 w 99"/>
              <a:gd name="T91" fmla="*/ 2147483647 h 83"/>
              <a:gd name="T92" fmla="*/ 2147483647 w 99"/>
              <a:gd name="T93" fmla="*/ 2147483647 h 83"/>
              <a:gd name="T94" fmla="*/ 2147483647 w 99"/>
              <a:gd name="T95" fmla="*/ 2147483647 h 83"/>
              <a:gd name="T96" fmla="*/ 2147483647 w 99"/>
              <a:gd name="T97" fmla="*/ 2147483647 h 83"/>
              <a:gd name="T98" fmla="*/ 2147483647 w 99"/>
              <a:gd name="T99" fmla="*/ 2147483647 h 83"/>
              <a:gd name="T100" fmla="*/ 2147483647 w 99"/>
              <a:gd name="T101" fmla="*/ 0 h 83"/>
              <a:gd name="T102" fmla="*/ 0 w 99"/>
              <a:gd name="T103" fmla="*/ 2147483647 h 83"/>
              <a:gd name="T104" fmla="*/ 2147483647 w 99"/>
              <a:gd name="T105" fmla="*/ 2147483647 h 83"/>
              <a:gd name="T106" fmla="*/ 2147483647 w 99"/>
              <a:gd name="T107" fmla="*/ 2147483647 h 83"/>
              <a:gd name="T108" fmla="*/ 2147483647 w 99"/>
              <a:gd name="T109" fmla="*/ 2147483647 h 83"/>
              <a:gd name="T110" fmla="*/ 2147483647 w 99"/>
              <a:gd name="T111" fmla="*/ 2147483647 h 83"/>
              <a:gd name="T112" fmla="*/ 2147483647 w 99"/>
              <a:gd name="T113" fmla="*/ 2147483647 h 83"/>
              <a:gd name="T114" fmla="*/ 2147483647 w 99"/>
              <a:gd name="T115" fmla="*/ 2147483647 h 83"/>
              <a:gd name="T116" fmla="*/ 2147483647 w 99"/>
              <a:gd name="T117" fmla="*/ 2147483647 h 8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99"/>
              <a:gd name="T178" fmla="*/ 0 h 83"/>
              <a:gd name="T179" fmla="*/ 99 w 99"/>
              <a:gd name="T180" fmla="*/ 83 h 8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99" h="83" extrusionOk="0">
                <a:moveTo>
                  <a:pt x="14" y="67"/>
                </a:moveTo>
                <a:cubicBezTo>
                  <a:pt x="14" y="45"/>
                  <a:pt x="14" y="45"/>
                  <a:pt x="14" y="45"/>
                </a:cubicBezTo>
                <a:cubicBezTo>
                  <a:pt x="14" y="43"/>
                  <a:pt x="15" y="42"/>
                  <a:pt x="17" y="42"/>
                </a:cubicBezTo>
                <a:cubicBezTo>
                  <a:pt x="22" y="42"/>
                  <a:pt x="22" y="42"/>
                  <a:pt x="22" y="42"/>
                </a:cubicBezTo>
                <a:cubicBezTo>
                  <a:pt x="24" y="42"/>
                  <a:pt x="25" y="43"/>
                  <a:pt x="25" y="45"/>
                </a:cubicBezTo>
                <a:cubicBezTo>
                  <a:pt x="25" y="67"/>
                  <a:pt x="25" y="67"/>
                  <a:pt x="25" y="67"/>
                </a:cubicBezTo>
                <a:cubicBezTo>
                  <a:pt x="25" y="69"/>
                  <a:pt x="24" y="71"/>
                  <a:pt x="22" y="71"/>
                </a:cubicBezTo>
                <a:cubicBezTo>
                  <a:pt x="17" y="71"/>
                  <a:pt x="17" y="71"/>
                  <a:pt x="17" y="71"/>
                </a:cubicBezTo>
                <a:cubicBezTo>
                  <a:pt x="15" y="71"/>
                  <a:pt x="14" y="69"/>
                  <a:pt x="14" y="67"/>
                </a:cubicBezTo>
                <a:close/>
                <a:moveTo>
                  <a:pt x="37" y="34"/>
                </a:moveTo>
                <a:cubicBezTo>
                  <a:pt x="35" y="34"/>
                  <a:pt x="33" y="35"/>
                  <a:pt x="33" y="37"/>
                </a:cubicBezTo>
                <a:cubicBezTo>
                  <a:pt x="33" y="67"/>
                  <a:pt x="33" y="67"/>
                  <a:pt x="33" y="67"/>
                </a:cubicBezTo>
                <a:cubicBezTo>
                  <a:pt x="33" y="69"/>
                  <a:pt x="35" y="71"/>
                  <a:pt x="37" y="71"/>
                </a:cubicBezTo>
                <a:cubicBezTo>
                  <a:pt x="42" y="71"/>
                  <a:pt x="42" y="71"/>
                  <a:pt x="42" y="71"/>
                </a:cubicBezTo>
                <a:cubicBezTo>
                  <a:pt x="44" y="71"/>
                  <a:pt x="45" y="69"/>
                  <a:pt x="45" y="67"/>
                </a:cubicBezTo>
                <a:cubicBezTo>
                  <a:pt x="45" y="37"/>
                  <a:pt x="45" y="37"/>
                  <a:pt x="45" y="37"/>
                </a:cubicBezTo>
                <a:cubicBezTo>
                  <a:pt x="45" y="35"/>
                  <a:pt x="44" y="34"/>
                  <a:pt x="42" y="34"/>
                </a:cubicBezTo>
                <a:lnTo>
                  <a:pt x="37" y="34"/>
                </a:lnTo>
                <a:close/>
                <a:moveTo>
                  <a:pt x="56" y="27"/>
                </a:moveTo>
                <a:cubicBezTo>
                  <a:pt x="54" y="27"/>
                  <a:pt x="53" y="29"/>
                  <a:pt x="53" y="30"/>
                </a:cubicBezTo>
                <a:cubicBezTo>
                  <a:pt x="53" y="67"/>
                  <a:pt x="53" y="67"/>
                  <a:pt x="53" y="67"/>
                </a:cubicBezTo>
                <a:cubicBezTo>
                  <a:pt x="53" y="69"/>
                  <a:pt x="54" y="71"/>
                  <a:pt x="56" y="71"/>
                </a:cubicBezTo>
                <a:cubicBezTo>
                  <a:pt x="62" y="71"/>
                  <a:pt x="62" y="71"/>
                  <a:pt x="62" y="71"/>
                </a:cubicBezTo>
                <a:cubicBezTo>
                  <a:pt x="64" y="71"/>
                  <a:pt x="65" y="69"/>
                  <a:pt x="65" y="67"/>
                </a:cubicBezTo>
                <a:cubicBezTo>
                  <a:pt x="65" y="30"/>
                  <a:pt x="65" y="30"/>
                  <a:pt x="65" y="30"/>
                </a:cubicBezTo>
                <a:cubicBezTo>
                  <a:pt x="65" y="29"/>
                  <a:pt x="64" y="27"/>
                  <a:pt x="62" y="27"/>
                </a:cubicBezTo>
                <a:lnTo>
                  <a:pt x="56" y="27"/>
                </a:lnTo>
                <a:close/>
                <a:moveTo>
                  <a:pt x="76" y="20"/>
                </a:moveTo>
                <a:cubicBezTo>
                  <a:pt x="74" y="20"/>
                  <a:pt x="73" y="22"/>
                  <a:pt x="73" y="23"/>
                </a:cubicBezTo>
                <a:cubicBezTo>
                  <a:pt x="73" y="67"/>
                  <a:pt x="73" y="67"/>
                  <a:pt x="73" y="67"/>
                </a:cubicBezTo>
                <a:cubicBezTo>
                  <a:pt x="73" y="69"/>
                  <a:pt x="74" y="71"/>
                  <a:pt x="76" y="71"/>
                </a:cubicBezTo>
                <a:cubicBezTo>
                  <a:pt x="82" y="71"/>
                  <a:pt x="82" y="71"/>
                  <a:pt x="82" y="71"/>
                </a:cubicBezTo>
                <a:cubicBezTo>
                  <a:pt x="83" y="71"/>
                  <a:pt x="85" y="69"/>
                  <a:pt x="85" y="67"/>
                </a:cubicBezTo>
                <a:cubicBezTo>
                  <a:pt x="85" y="23"/>
                  <a:pt x="85" y="23"/>
                  <a:pt x="85" y="23"/>
                </a:cubicBezTo>
                <a:cubicBezTo>
                  <a:pt x="85" y="22"/>
                  <a:pt x="83" y="20"/>
                  <a:pt x="82" y="20"/>
                </a:cubicBezTo>
                <a:lnTo>
                  <a:pt x="76" y="20"/>
                </a:lnTo>
                <a:close/>
                <a:moveTo>
                  <a:pt x="15" y="33"/>
                </a:moveTo>
                <a:cubicBezTo>
                  <a:pt x="36" y="29"/>
                  <a:pt x="56" y="22"/>
                  <a:pt x="74" y="11"/>
                </a:cubicBezTo>
                <a:cubicBezTo>
                  <a:pt x="75" y="14"/>
                  <a:pt x="75" y="14"/>
                  <a:pt x="75" y="14"/>
                </a:cubicBezTo>
                <a:cubicBezTo>
                  <a:pt x="82" y="4"/>
                  <a:pt x="82" y="4"/>
                  <a:pt x="82" y="4"/>
                </a:cubicBezTo>
                <a:cubicBezTo>
                  <a:pt x="70" y="4"/>
                  <a:pt x="70" y="4"/>
                  <a:pt x="70" y="4"/>
                </a:cubicBezTo>
                <a:cubicBezTo>
                  <a:pt x="72" y="7"/>
                  <a:pt x="72" y="7"/>
                  <a:pt x="72" y="7"/>
                </a:cubicBezTo>
                <a:cubicBezTo>
                  <a:pt x="54" y="18"/>
                  <a:pt x="35" y="25"/>
                  <a:pt x="14" y="29"/>
                </a:cubicBezTo>
                <a:lnTo>
                  <a:pt x="15" y="33"/>
                </a:lnTo>
                <a:close/>
                <a:moveTo>
                  <a:pt x="99" y="77"/>
                </a:moveTo>
                <a:cubicBezTo>
                  <a:pt x="89" y="71"/>
                  <a:pt x="89" y="71"/>
                  <a:pt x="89" y="71"/>
                </a:cubicBezTo>
                <a:cubicBezTo>
                  <a:pt x="89" y="75"/>
                  <a:pt x="89" y="75"/>
                  <a:pt x="89" y="75"/>
                </a:cubicBezTo>
                <a:cubicBezTo>
                  <a:pt x="8" y="75"/>
                  <a:pt x="8" y="75"/>
                  <a:pt x="8" y="75"/>
                </a:cubicBezTo>
                <a:cubicBezTo>
                  <a:pt x="8" y="10"/>
                  <a:pt x="8" y="10"/>
                  <a:pt x="8" y="10"/>
                </a:cubicBezTo>
                <a:cubicBezTo>
                  <a:pt x="12" y="10"/>
                  <a:pt x="12" y="10"/>
                  <a:pt x="12" y="10"/>
                </a:cubicBezTo>
                <a:cubicBezTo>
                  <a:pt x="6" y="0"/>
                  <a:pt x="6" y="0"/>
                  <a:pt x="6" y="0"/>
                </a:cubicBezTo>
                <a:cubicBezTo>
                  <a:pt x="0" y="10"/>
                  <a:pt x="0" y="10"/>
                  <a:pt x="0" y="10"/>
                </a:cubicBezTo>
                <a:cubicBezTo>
                  <a:pt x="4" y="10"/>
                  <a:pt x="4" y="10"/>
                  <a:pt x="4" y="10"/>
                </a:cubicBezTo>
                <a:cubicBezTo>
                  <a:pt x="4" y="75"/>
                  <a:pt x="4" y="75"/>
                  <a:pt x="4" y="75"/>
                </a:cubicBezTo>
                <a:cubicBezTo>
                  <a:pt x="4" y="77"/>
                  <a:pt x="4" y="77"/>
                  <a:pt x="4" y="77"/>
                </a:cubicBezTo>
                <a:cubicBezTo>
                  <a:pt x="4" y="79"/>
                  <a:pt x="4" y="79"/>
                  <a:pt x="4" y="79"/>
                </a:cubicBezTo>
                <a:cubicBezTo>
                  <a:pt x="89" y="79"/>
                  <a:pt x="89" y="79"/>
                  <a:pt x="89" y="79"/>
                </a:cubicBezTo>
                <a:cubicBezTo>
                  <a:pt x="89" y="83"/>
                  <a:pt x="89" y="83"/>
                  <a:pt x="89" y="83"/>
                </a:cubicBezTo>
                <a:lnTo>
                  <a:pt x="99" y="7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3" name="Google Shape;812;p30"/>
          <p:cNvSpPr>
            <a:spLocks/>
          </p:cNvSpPr>
          <p:nvPr/>
        </p:nvSpPr>
        <p:spPr bwMode="auto">
          <a:xfrm>
            <a:off x="6961188" y="2751138"/>
            <a:ext cx="604837" cy="311150"/>
          </a:xfrm>
          <a:custGeom>
            <a:avLst/>
            <a:gdLst>
              <a:gd name="T0" fmla="*/ 2147483647 w 146"/>
              <a:gd name="T1" fmla="*/ 2147483647 h 75"/>
              <a:gd name="T2" fmla="*/ 2147483647 w 146"/>
              <a:gd name="T3" fmla="*/ 2147483647 h 75"/>
              <a:gd name="T4" fmla="*/ 2147483647 w 146"/>
              <a:gd name="T5" fmla="*/ 2147483647 h 75"/>
              <a:gd name="T6" fmla="*/ 2147483647 w 146"/>
              <a:gd name="T7" fmla="*/ 2147483647 h 75"/>
              <a:gd name="T8" fmla="*/ 2147483647 w 146"/>
              <a:gd name="T9" fmla="*/ 2147483647 h 75"/>
              <a:gd name="T10" fmla="*/ 2147483647 w 146"/>
              <a:gd name="T11" fmla="*/ 2147483647 h 75"/>
              <a:gd name="T12" fmla="*/ 2147483647 w 146"/>
              <a:gd name="T13" fmla="*/ 2147483647 h 75"/>
              <a:gd name="T14" fmla="*/ 2147483647 w 146"/>
              <a:gd name="T15" fmla="*/ 2147483647 h 75"/>
              <a:gd name="T16" fmla="*/ 2147483647 w 146"/>
              <a:gd name="T17" fmla="*/ 2147483647 h 75"/>
              <a:gd name="T18" fmla="*/ 2147483647 w 146"/>
              <a:gd name="T19" fmla="*/ 2147483647 h 75"/>
              <a:gd name="T20" fmla="*/ 2147483647 w 146"/>
              <a:gd name="T21" fmla="*/ 0 h 75"/>
              <a:gd name="T22" fmla="*/ 2147483647 w 146"/>
              <a:gd name="T23" fmla="*/ 0 h 75"/>
              <a:gd name="T24" fmla="*/ 2147483647 w 146"/>
              <a:gd name="T25" fmla="*/ 0 h 75"/>
              <a:gd name="T26" fmla="*/ 2147483647 w 146"/>
              <a:gd name="T27" fmla="*/ 2147483647 h 75"/>
              <a:gd name="T28" fmla="*/ 2147483647 w 146"/>
              <a:gd name="T29" fmla="*/ 2147483647 h 75"/>
              <a:gd name="T30" fmla="*/ 2147483647 w 146"/>
              <a:gd name="T31" fmla="*/ 2147483647 h 75"/>
              <a:gd name="T32" fmla="*/ 2147483647 w 146"/>
              <a:gd name="T33" fmla="*/ 2147483647 h 75"/>
              <a:gd name="T34" fmla="*/ 2147483647 w 146"/>
              <a:gd name="T35" fmla="*/ 2147483647 h 75"/>
              <a:gd name="T36" fmla="*/ 2147483647 w 146"/>
              <a:gd name="T37" fmla="*/ 2147483647 h 75"/>
              <a:gd name="T38" fmla="*/ 2147483647 w 146"/>
              <a:gd name="T39" fmla="*/ 2147483647 h 75"/>
              <a:gd name="T40" fmla="*/ 2147483647 w 146"/>
              <a:gd name="T41" fmla="*/ 2147483647 h 75"/>
              <a:gd name="T42" fmla="*/ 2147483647 w 146"/>
              <a:gd name="T43" fmla="*/ 2147483647 h 75"/>
              <a:gd name="T44" fmla="*/ 2147483647 w 146"/>
              <a:gd name="T45" fmla="*/ 2147483647 h 75"/>
              <a:gd name="T46" fmla="*/ 2147483647 w 146"/>
              <a:gd name="T47" fmla="*/ 2147483647 h 75"/>
              <a:gd name="T48" fmla="*/ 2147483647 w 146"/>
              <a:gd name="T49" fmla="*/ 2147483647 h 75"/>
              <a:gd name="T50" fmla="*/ 2147483647 w 146"/>
              <a:gd name="T51" fmla="*/ 2147483647 h 75"/>
              <a:gd name="T52" fmla="*/ 2147483647 w 146"/>
              <a:gd name="T53" fmla="*/ 2147483647 h 75"/>
              <a:gd name="T54" fmla="*/ 2147483647 w 146"/>
              <a:gd name="T55" fmla="*/ 2147483647 h 75"/>
              <a:gd name="T56" fmla="*/ 2147483647 w 146"/>
              <a:gd name="T57" fmla="*/ 2147483647 h 75"/>
              <a:gd name="T58" fmla="*/ 2147483647 w 146"/>
              <a:gd name="T59" fmla="*/ 2147483647 h 75"/>
              <a:gd name="T60" fmla="*/ 2147483647 w 146"/>
              <a:gd name="T61" fmla="*/ 2147483647 h 75"/>
              <a:gd name="T62" fmla="*/ 2147483647 w 146"/>
              <a:gd name="T63" fmla="*/ 2147483647 h 75"/>
              <a:gd name="T64" fmla="*/ 2147483647 w 146"/>
              <a:gd name="T65" fmla="*/ 2147483647 h 75"/>
              <a:gd name="T66" fmla="*/ 2147483647 w 146"/>
              <a:gd name="T67" fmla="*/ 2147483647 h 75"/>
              <a:gd name="T68" fmla="*/ 2147483647 w 146"/>
              <a:gd name="T69" fmla="*/ 2147483647 h 75"/>
              <a:gd name="T70" fmla="*/ 2147483647 w 146"/>
              <a:gd name="T71" fmla="*/ 2147483647 h 75"/>
              <a:gd name="T72" fmla="*/ 2147483647 w 146"/>
              <a:gd name="T73" fmla="*/ 2147483647 h 75"/>
              <a:gd name="T74" fmla="*/ 2147483647 w 146"/>
              <a:gd name="T75" fmla="*/ 2147483647 h 75"/>
              <a:gd name="T76" fmla="*/ 2147483647 w 146"/>
              <a:gd name="T77" fmla="*/ 2147483647 h 75"/>
              <a:gd name="T78" fmla="*/ 2147483647 w 146"/>
              <a:gd name="T79" fmla="*/ 2147483647 h 75"/>
              <a:gd name="T80" fmla="*/ 2147483647 w 146"/>
              <a:gd name="T81" fmla="*/ 2147483647 h 75"/>
              <a:gd name="T82" fmla="*/ 2147483647 w 146"/>
              <a:gd name="T83" fmla="*/ 2147483647 h 75"/>
              <a:gd name="T84" fmla="*/ 2147483647 w 146"/>
              <a:gd name="T85" fmla="*/ 2147483647 h 75"/>
              <a:gd name="T86" fmla="*/ 2147483647 w 146"/>
              <a:gd name="T87" fmla="*/ 2147483647 h 75"/>
              <a:gd name="T88" fmla="*/ 2147483647 w 146"/>
              <a:gd name="T89" fmla="*/ 2147483647 h 75"/>
              <a:gd name="T90" fmla="*/ 2147483647 w 146"/>
              <a:gd name="T91" fmla="*/ 2147483647 h 75"/>
              <a:gd name="T92" fmla="*/ 2147483647 w 146"/>
              <a:gd name="T93" fmla="*/ 2147483647 h 75"/>
              <a:gd name="T94" fmla="*/ 2147483647 w 146"/>
              <a:gd name="T95" fmla="*/ 2147483647 h 75"/>
              <a:gd name="T96" fmla="*/ 2147483647 w 146"/>
              <a:gd name="T97" fmla="*/ 2147483647 h 75"/>
              <a:gd name="T98" fmla="*/ 2147483647 w 146"/>
              <a:gd name="T99" fmla="*/ 2147483647 h 75"/>
              <a:gd name="T100" fmla="*/ 2147483647 w 146"/>
              <a:gd name="T101" fmla="*/ 2147483647 h 75"/>
              <a:gd name="T102" fmla="*/ 2147483647 w 146"/>
              <a:gd name="T103" fmla="*/ 2147483647 h 75"/>
              <a:gd name="T104" fmla="*/ 2147483647 w 146"/>
              <a:gd name="T105" fmla="*/ 2147483647 h 75"/>
              <a:gd name="T106" fmla="*/ 2147483647 w 146"/>
              <a:gd name="T107" fmla="*/ 2147483647 h 75"/>
              <a:gd name="T108" fmla="*/ 2147483647 w 146"/>
              <a:gd name="T109" fmla="*/ 2147483647 h 75"/>
              <a:gd name="T110" fmla="*/ 2147483647 w 146"/>
              <a:gd name="T111" fmla="*/ 2147483647 h 75"/>
              <a:gd name="T112" fmla="*/ 2147483647 w 146"/>
              <a:gd name="T113" fmla="*/ 2147483647 h 75"/>
              <a:gd name="T114" fmla="*/ 2147483647 w 146"/>
              <a:gd name="T115" fmla="*/ 2147483647 h 75"/>
              <a:gd name="T116" fmla="*/ 2147483647 w 146"/>
              <a:gd name="T117" fmla="*/ 2147483647 h 7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46"/>
              <a:gd name="T178" fmla="*/ 0 h 75"/>
              <a:gd name="T179" fmla="*/ 146 w 146"/>
              <a:gd name="T180" fmla="*/ 75 h 7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46" h="75" extrusionOk="0">
                <a:moveTo>
                  <a:pt x="105" y="71"/>
                </a:moveTo>
                <a:cubicBezTo>
                  <a:pt x="103" y="72"/>
                  <a:pt x="101" y="73"/>
                  <a:pt x="99" y="73"/>
                </a:cubicBezTo>
                <a:cubicBezTo>
                  <a:pt x="92" y="75"/>
                  <a:pt x="84" y="75"/>
                  <a:pt x="75" y="75"/>
                </a:cubicBezTo>
                <a:cubicBezTo>
                  <a:pt x="66" y="75"/>
                  <a:pt x="58" y="75"/>
                  <a:pt x="51" y="73"/>
                </a:cubicBezTo>
                <a:cubicBezTo>
                  <a:pt x="49" y="73"/>
                  <a:pt x="47" y="72"/>
                  <a:pt x="44" y="71"/>
                </a:cubicBezTo>
                <a:cubicBezTo>
                  <a:pt x="38" y="68"/>
                  <a:pt x="38" y="63"/>
                  <a:pt x="42" y="59"/>
                </a:cubicBezTo>
                <a:cubicBezTo>
                  <a:pt x="46" y="56"/>
                  <a:pt x="50" y="53"/>
                  <a:pt x="55" y="51"/>
                </a:cubicBezTo>
                <a:cubicBezTo>
                  <a:pt x="57" y="50"/>
                  <a:pt x="60" y="49"/>
                  <a:pt x="62" y="48"/>
                </a:cubicBezTo>
                <a:cubicBezTo>
                  <a:pt x="66" y="46"/>
                  <a:pt x="67" y="42"/>
                  <a:pt x="64" y="39"/>
                </a:cubicBezTo>
                <a:cubicBezTo>
                  <a:pt x="58" y="32"/>
                  <a:pt x="55" y="25"/>
                  <a:pt x="56" y="16"/>
                </a:cubicBezTo>
                <a:cubicBezTo>
                  <a:pt x="56" y="7"/>
                  <a:pt x="61" y="3"/>
                  <a:pt x="70" y="0"/>
                </a:cubicBezTo>
                <a:cubicBezTo>
                  <a:pt x="71" y="0"/>
                  <a:pt x="73" y="0"/>
                  <a:pt x="75" y="0"/>
                </a:cubicBezTo>
                <a:cubicBezTo>
                  <a:pt x="77" y="0"/>
                  <a:pt x="78" y="0"/>
                  <a:pt x="80" y="0"/>
                </a:cubicBezTo>
                <a:cubicBezTo>
                  <a:pt x="88" y="3"/>
                  <a:pt x="94" y="7"/>
                  <a:pt x="94" y="16"/>
                </a:cubicBezTo>
                <a:cubicBezTo>
                  <a:pt x="94" y="25"/>
                  <a:pt x="92" y="33"/>
                  <a:pt x="86" y="39"/>
                </a:cubicBezTo>
                <a:cubicBezTo>
                  <a:pt x="82" y="42"/>
                  <a:pt x="84" y="46"/>
                  <a:pt x="88" y="48"/>
                </a:cubicBezTo>
                <a:cubicBezTo>
                  <a:pt x="90" y="49"/>
                  <a:pt x="92" y="50"/>
                  <a:pt x="95" y="51"/>
                </a:cubicBezTo>
                <a:cubicBezTo>
                  <a:pt x="100" y="53"/>
                  <a:pt x="104" y="56"/>
                  <a:pt x="108" y="59"/>
                </a:cubicBezTo>
                <a:cubicBezTo>
                  <a:pt x="110" y="62"/>
                  <a:pt x="112" y="68"/>
                  <a:pt x="105" y="71"/>
                </a:cubicBezTo>
                <a:close/>
                <a:moveTo>
                  <a:pt x="143" y="64"/>
                </a:moveTo>
                <a:cubicBezTo>
                  <a:pt x="141" y="62"/>
                  <a:pt x="137" y="60"/>
                  <a:pt x="134" y="58"/>
                </a:cubicBezTo>
                <a:cubicBezTo>
                  <a:pt x="132" y="57"/>
                  <a:pt x="131" y="57"/>
                  <a:pt x="129" y="56"/>
                </a:cubicBezTo>
                <a:cubicBezTo>
                  <a:pt x="126" y="55"/>
                  <a:pt x="126" y="52"/>
                  <a:pt x="128" y="50"/>
                </a:cubicBezTo>
                <a:cubicBezTo>
                  <a:pt x="132" y="46"/>
                  <a:pt x="134" y="40"/>
                  <a:pt x="134" y="34"/>
                </a:cubicBezTo>
                <a:cubicBezTo>
                  <a:pt x="133" y="28"/>
                  <a:pt x="130" y="25"/>
                  <a:pt x="124" y="23"/>
                </a:cubicBezTo>
                <a:cubicBezTo>
                  <a:pt x="123" y="23"/>
                  <a:pt x="121" y="23"/>
                  <a:pt x="120" y="23"/>
                </a:cubicBezTo>
                <a:cubicBezTo>
                  <a:pt x="119" y="23"/>
                  <a:pt x="118" y="23"/>
                  <a:pt x="117" y="23"/>
                </a:cubicBezTo>
                <a:cubicBezTo>
                  <a:pt x="111" y="25"/>
                  <a:pt x="107" y="28"/>
                  <a:pt x="107" y="34"/>
                </a:cubicBezTo>
                <a:cubicBezTo>
                  <a:pt x="107" y="40"/>
                  <a:pt x="108" y="46"/>
                  <a:pt x="113" y="50"/>
                </a:cubicBezTo>
                <a:cubicBezTo>
                  <a:pt x="115" y="52"/>
                  <a:pt x="114" y="55"/>
                  <a:pt x="111" y="56"/>
                </a:cubicBezTo>
                <a:cubicBezTo>
                  <a:pt x="111" y="56"/>
                  <a:pt x="111" y="56"/>
                  <a:pt x="111" y="56"/>
                </a:cubicBezTo>
                <a:cubicBezTo>
                  <a:pt x="111" y="57"/>
                  <a:pt x="112" y="57"/>
                  <a:pt x="112" y="58"/>
                </a:cubicBezTo>
                <a:cubicBezTo>
                  <a:pt x="114" y="60"/>
                  <a:pt x="115" y="63"/>
                  <a:pt x="115" y="66"/>
                </a:cubicBezTo>
                <a:cubicBezTo>
                  <a:pt x="114" y="69"/>
                  <a:pt x="112" y="72"/>
                  <a:pt x="109" y="73"/>
                </a:cubicBezTo>
                <a:cubicBezTo>
                  <a:pt x="108" y="74"/>
                  <a:pt x="107" y="74"/>
                  <a:pt x="106" y="74"/>
                </a:cubicBezTo>
                <a:cubicBezTo>
                  <a:pt x="110" y="75"/>
                  <a:pt x="115" y="75"/>
                  <a:pt x="120" y="75"/>
                </a:cubicBezTo>
                <a:cubicBezTo>
                  <a:pt x="127" y="75"/>
                  <a:pt x="132" y="75"/>
                  <a:pt x="137" y="74"/>
                </a:cubicBezTo>
                <a:cubicBezTo>
                  <a:pt x="138" y="73"/>
                  <a:pt x="140" y="73"/>
                  <a:pt x="141" y="72"/>
                </a:cubicBezTo>
                <a:cubicBezTo>
                  <a:pt x="146" y="70"/>
                  <a:pt x="145" y="66"/>
                  <a:pt x="143" y="64"/>
                </a:cubicBezTo>
                <a:close/>
                <a:moveTo>
                  <a:pt x="35" y="66"/>
                </a:moveTo>
                <a:cubicBezTo>
                  <a:pt x="34" y="63"/>
                  <a:pt x="35" y="60"/>
                  <a:pt x="38" y="58"/>
                </a:cubicBezTo>
                <a:cubicBezTo>
                  <a:pt x="39" y="57"/>
                  <a:pt x="40" y="56"/>
                  <a:pt x="41" y="55"/>
                </a:cubicBezTo>
                <a:cubicBezTo>
                  <a:pt x="40" y="55"/>
                  <a:pt x="39" y="54"/>
                  <a:pt x="39" y="54"/>
                </a:cubicBezTo>
                <a:cubicBezTo>
                  <a:pt x="36" y="53"/>
                  <a:pt x="35" y="50"/>
                  <a:pt x="37" y="47"/>
                </a:cubicBezTo>
                <a:cubicBezTo>
                  <a:pt x="42" y="42"/>
                  <a:pt x="44" y="36"/>
                  <a:pt x="43" y="30"/>
                </a:cubicBezTo>
                <a:cubicBezTo>
                  <a:pt x="43" y="23"/>
                  <a:pt x="39" y="19"/>
                  <a:pt x="33" y="18"/>
                </a:cubicBezTo>
                <a:cubicBezTo>
                  <a:pt x="31" y="17"/>
                  <a:pt x="30" y="17"/>
                  <a:pt x="29" y="17"/>
                </a:cubicBezTo>
                <a:cubicBezTo>
                  <a:pt x="27" y="17"/>
                  <a:pt x="26" y="17"/>
                  <a:pt x="25" y="18"/>
                </a:cubicBezTo>
                <a:cubicBezTo>
                  <a:pt x="18" y="19"/>
                  <a:pt x="14" y="23"/>
                  <a:pt x="14" y="30"/>
                </a:cubicBezTo>
                <a:cubicBezTo>
                  <a:pt x="14" y="36"/>
                  <a:pt x="16" y="42"/>
                  <a:pt x="20" y="47"/>
                </a:cubicBezTo>
                <a:cubicBezTo>
                  <a:pt x="23" y="50"/>
                  <a:pt x="22" y="53"/>
                  <a:pt x="19" y="54"/>
                </a:cubicBezTo>
                <a:cubicBezTo>
                  <a:pt x="17" y="55"/>
                  <a:pt x="15" y="56"/>
                  <a:pt x="14" y="56"/>
                </a:cubicBezTo>
                <a:cubicBezTo>
                  <a:pt x="10" y="58"/>
                  <a:pt x="6" y="60"/>
                  <a:pt x="3" y="63"/>
                </a:cubicBezTo>
                <a:cubicBezTo>
                  <a:pt x="0" y="66"/>
                  <a:pt x="1" y="70"/>
                  <a:pt x="5" y="72"/>
                </a:cubicBezTo>
                <a:cubicBezTo>
                  <a:pt x="7" y="73"/>
                  <a:pt x="9" y="73"/>
                  <a:pt x="10" y="74"/>
                </a:cubicBezTo>
                <a:cubicBezTo>
                  <a:pt x="16" y="75"/>
                  <a:pt x="22" y="75"/>
                  <a:pt x="29" y="75"/>
                </a:cubicBezTo>
                <a:cubicBezTo>
                  <a:pt x="34" y="75"/>
                  <a:pt x="39" y="75"/>
                  <a:pt x="44" y="74"/>
                </a:cubicBezTo>
                <a:cubicBezTo>
                  <a:pt x="43" y="74"/>
                  <a:pt x="42" y="74"/>
                  <a:pt x="41" y="73"/>
                </a:cubicBezTo>
                <a:cubicBezTo>
                  <a:pt x="37" y="72"/>
                  <a:pt x="35" y="69"/>
                  <a:pt x="35" y="6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4" name="Google Shape;813;p30"/>
          <p:cNvSpPr>
            <a:spLocks/>
          </p:cNvSpPr>
          <p:nvPr/>
        </p:nvSpPr>
        <p:spPr bwMode="auto">
          <a:xfrm>
            <a:off x="6327775" y="4508500"/>
            <a:ext cx="365125" cy="327025"/>
          </a:xfrm>
          <a:custGeom>
            <a:avLst/>
            <a:gdLst>
              <a:gd name="T0" fmla="*/ 2147483647 w 88"/>
              <a:gd name="T1" fmla="*/ 2147483647 h 79"/>
              <a:gd name="T2" fmla="*/ 2147483647 w 88"/>
              <a:gd name="T3" fmla="*/ 2147483647 h 79"/>
              <a:gd name="T4" fmla="*/ 2147483647 w 88"/>
              <a:gd name="T5" fmla="*/ 2147483647 h 79"/>
              <a:gd name="T6" fmla="*/ 2147483647 w 88"/>
              <a:gd name="T7" fmla="*/ 0 h 79"/>
              <a:gd name="T8" fmla="*/ 2147483647 w 88"/>
              <a:gd name="T9" fmla="*/ 2147483647 h 79"/>
              <a:gd name="T10" fmla="*/ 2147483647 w 88"/>
              <a:gd name="T11" fmla="*/ 2147483647 h 79"/>
              <a:gd name="T12" fmla="*/ 2147483647 w 88"/>
              <a:gd name="T13" fmla="*/ 2147483647 h 79"/>
              <a:gd name="T14" fmla="*/ 2147483647 w 88"/>
              <a:gd name="T15" fmla="*/ 2147483647 h 79"/>
              <a:gd name="T16" fmla="*/ 2147483647 w 88"/>
              <a:gd name="T17" fmla="*/ 2147483647 h 79"/>
              <a:gd name="T18" fmla="*/ 2147483647 w 88"/>
              <a:gd name="T19" fmla="*/ 2147483647 h 79"/>
              <a:gd name="T20" fmla="*/ 2147483647 w 88"/>
              <a:gd name="T21" fmla="*/ 2147483647 h 79"/>
              <a:gd name="T22" fmla="*/ 2147483647 w 88"/>
              <a:gd name="T23" fmla="*/ 2147483647 h 79"/>
              <a:gd name="T24" fmla="*/ 2147483647 w 88"/>
              <a:gd name="T25" fmla="*/ 2147483647 h 79"/>
              <a:gd name="T26" fmla="*/ 2147483647 w 88"/>
              <a:gd name="T27" fmla="*/ 2147483647 h 79"/>
              <a:gd name="T28" fmla="*/ 2147483647 w 88"/>
              <a:gd name="T29" fmla="*/ 2147483647 h 79"/>
              <a:gd name="T30" fmla="*/ 2147483647 w 88"/>
              <a:gd name="T31" fmla="*/ 2147483647 h 79"/>
              <a:gd name="T32" fmla="*/ 0 w 88"/>
              <a:gd name="T33" fmla="*/ 2147483647 h 79"/>
              <a:gd name="T34" fmla="*/ 2147483647 w 88"/>
              <a:gd name="T35" fmla="*/ 2147483647 h 79"/>
              <a:gd name="T36" fmla="*/ 2147483647 w 88"/>
              <a:gd name="T37" fmla="*/ 2147483647 h 79"/>
              <a:gd name="T38" fmla="*/ 2147483647 w 88"/>
              <a:gd name="T39" fmla="*/ 2147483647 h 79"/>
              <a:gd name="T40" fmla="*/ 2147483647 w 88"/>
              <a:gd name="T41" fmla="*/ 2147483647 h 79"/>
              <a:gd name="T42" fmla="*/ 0 w 88"/>
              <a:gd name="T43" fmla="*/ 2147483647 h 79"/>
              <a:gd name="T44" fmla="*/ 2147483647 w 88"/>
              <a:gd name="T45" fmla="*/ 2147483647 h 79"/>
              <a:gd name="T46" fmla="*/ 2147483647 w 88"/>
              <a:gd name="T47" fmla="*/ 2147483647 h 79"/>
              <a:gd name="T48" fmla="*/ 2147483647 w 88"/>
              <a:gd name="T49" fmla="*/ 2147483647 h 79"/>
              <a:gd name="T50" fmla="*/ 2147483647 w 88"/>
              <a:gd name="T51" fmla="*/ 2147483647 h 79"/>
              <a:gd name="T52" fmla="*/ 2147483647 w 88"/>
              <a:gd name="T53" fmla="*/ 2147483647 h 79"/>
              <a:gd name="T54" fmla="*/ 2147483647 w 88"/>
              <a:gd name="T55" fmla="*/ 2147483647 h 79"/>
              <a:gd name="T56" fmla="*/ 2147483647 w 88"/>
              <a:gd name="T57" fmla="*/ 2147483647 h 79"/>
              <a:gd name="T58" fmla="*/ 2147483647 w 88"/>
              <a:gd name="T59" fmla="*/ 2147483647 h 79"/>
              <a:gd name="T60" fmla="*/ 2147483647 w 88"/>
              <a:gd name="T61" fmla="*/ 2147483647 h 79"/>
              <a:gd name="T62" fmla="*/ 2147483647 w 88"/>
              <a:gd name="T63" fmla="*/ 2147483647 h 79"/>
              <a:gd name="T64" fmla="*/ 2147483647 w 88"/>
              <a:gd name="T65" fmla="*/ 2147483647 h 79"/>
              <a:gd name="T66" fmla="*/ 2147483647 w 88"/>
              <a:gd name="T67" fmla="*/ 2147483647 h 79"/>
              <a:gd name="T68" fmla="*/ 2147483647 w 88"/>
              <a:gd name="T69" fmla="*/ 2147483647 h 79"/>
              <a:gd name="T70" fmla="*/ 2147483647 w 88"/>
              <a:gd name="T71" fmla="*/ 2147483647 h 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8"/>
              <a:gd name="T109" fmla="*/ 0 h 79"/>
              <a:gd name="T110" fmla="*/ 88 w 88"/>
              <a:gd name="T111" fmla="*/ 79 h 7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8" h="79" extrusionOk="0">
                <a:moveTo>
                  <a:pt x="60" y="11"/>
                </a:moveTo>
                <a:cubicBezTo>
                  <a:pt x="54" y="11"/>
                  <a:pt x="54" y="11"/>
                  <a:pt x="54" y="11"/>
                </a:cubicBezTo>
                <a:cubicBezTo>
                  <a:pt x="54" y="7"/>
                  <a:pt x="52" y="5"/>
                  <a:pt x="49" y="5"/>
                </a:cubicBezTo>
                <a:cubicBezTo>
                  <a:pt x="39" y="5"/>
                  <a:pt x="39" y="5"/>
                  <a:pt x="39" y="5"/>
                </a:cubicBezTo>
                <a:cubicBezTo>
                  <a:pt x="36" y="5"/>
                  <a:pt x="34" y="7"/>
                  <a:pt x="33" y="11"/>
                </a:cubicBezTo>
                <a:cubicBezTo>
                  <a:pt x="28" y="11"/>
                  <a:pt x="28" y="11"/>
                  <a:pt x="28" y="11"/>
                </a:cubicBezTo>
                <a:cubicBezTo>
                  <a:pt x="28" y="5"/>
                  <a:pt x="32" y="0"/>
                  <a:pt x="38" y="0"/>
                </a:cubicBezTo>
                <a:cubicBezTo>
                  <a:pt x="50" y="0"/>
                  <a:pt x="50" y="0"/>
                  <a:pt x="50" y="0"/>
                </a:cubicBezTo>
                <a:cubicBezTo>
                  <a:pt x="55" y="0"/>
                  <a:pt x="60" y="5"/>
                  <a:pt x="60" y="11"/>
                </a:cubicBezTo>
                <a:close/>
                <a:moveTo>
                  <a:pt x="13" y="44"/>
                </a:moveTo>
                <a:cubicBezTo>
                  <a:pt x="35" y="44"/>
                  <a:pt x="35" y="44"/>
                  <a:pt x="35" y="44"/>
                </a:cubicBezTo>
                <a:cubicBezTo>
                  <a:pt x="35" y="41"/>
                  <a:pt x="35" y="41"/>
                  <a:pt x="35" y="41"/>
                </a:cubicBezTo>
                <a:cubicBezTo>
                  <a:pt x="35" y="38"/>
                  <a:pt x="37" y="36"/>
                  <a:pt x="40" y="36"/>
                </a:cubicBezTo>
                <a:cubicBezTo>
                  <a:pt x="48" y="36"/>
                  <a:pt x="48" y="36"/>
                  <a:pt x="48" y="36"/>
                </a:cubicBezTo>
                <a:cubicBezTo>
                  <a:pt x="50" y="36"/>
                  <a:pt x="52" y="38"/>
                  <a:pt x="52" y="41"/>
                </a:cubicBezTo>
                <a:cubicBezTo>
                  <a:pt x="52" y="44"/>
                  <a:pt x="52" y="44"/>
                  <a:pt x="52" y="44"/>
                </a:cubicBezTo>
                <a:cubicBezTo>
                  <a:pt x="75" y="44"/>
                  <a:pt x="75" y="44"/>
                  <a:pt x="75" y="44"/>
                </a:cubicBezTo>
                <a:cubicBezTo>
                  <a:pt x="81" y="44"/>
                  <a:pt x="87" y="39"/>
                  <a:pt x="88" y="31"/>
                </a:cubicBezTo>
                <a:cubicBezTo>
                  <a:pt x="88" y="25"/>
                  <a:pt x="88" y="25"/>
                  <a:pt x="88" y="25"/>
                </a:cubicBezTo>
                <a:cubicBezTo>
                  <a:pt x="88" y="18"/>
                  <a:pt x="83" y="13"/>
                  <a:pt x="78" y="13"/>
                </a:cubicBezTo>
                <a:cubicBezTo>
                  <a:pt x="73" y="13"/>
                  <a:pt x="73" y="13"/>
                  <a:pt x="73" y="13"/>
                </a:cubicBezTo>
                <a:cubicBezTo>
                  <a:pt x="70" y="13"/>
                  <a:pt x="70" y="13"/>
                  <a:pt x="70" y="13"/>
                </a:cubicBezTo>
                <a:cubicBezTo>
                  <a:pt x="67" y="13"/>
                  <a:pt x="67" y="13"/>
                  <a:pt x="67" y="13"/>
                </a:cubicBezTo>
                <a:cubicBezTo>
                  <a:pt x="63" y="13"/>
                  <a:pt x="63" y="13"/>
                  <a:pt x="63" y="13"/>
                </a:cubicBezTo>
                <a:cubicBezTo>
                  <a:pt x="60" y="13"/>
                  <a:pt x="60" y="13"/>
                  <a:pt x="60" y="13"/>
                </a:cubicBezTo>
                <a:cubicBezTo>
                  <a:pt x="54" y="13"/>
                  <a:pt x="54" y="13"/>
                  <a:pt x="54" y="13"/>
                </a:cubicBezTo>
                <a:cubicBezTo>
                  <a:pt x="34" y="13"/>
                  <a:pt x="34" y="13"/>
                  <a:pt x="34" y="13"/>
                </a:cubicBezTo>
                <a:cubicBezTo>
                  <a:pt x="28" y="13"/>
                  <a:pt x="28" y="13"/>
                  <a:pt x="28" y="13"/>
                </a:cubicBezTo>
                <a:cubicBezTo>
                  <a:pt x="20" y="13"/>
                  <a:pt x="20" y="13"/>
                  <a:pt x="20" y="13"/>
                </a:cubicBezTo>
                <a:cubicBezTo>
                  <a:pt x="17" y="13"/>
                  <a:pt x="17" y="13"/>
                  <a:pt x="17" y="13"/>
                </a:cubicBezTo>
                <a:cubicBezTo>
                  <a:pt x="13" y="13"/>
                  <a:pt x="13" y="13"/>
                  <a:pt x="13" y="13"/>
                </a:cubicBezTo>
                <a:cubicBezTo>
                  <a:pt x="10" y="13"/>
                  <a:pt x="10" y="13"/>
                  <a:pt x="10" y="13"/>
                </a:cubicBezTo>
                <a:cubicBezTo>
                  <a:pt x="4" y="13"/>
                  <a:pt x="0" y="18"/>
                  <a:pt x="0" y="25"/>
                </a:cubicBezTo>
                <a:cubicBezTo>
                  <a:pt x="0" y="31"/>
                  <a:pt x="0" y="31"/>
                  <a:pt x="0" y="31"/>
                </a:cubicBezTo>
                <a:cubicBezTo>
                  <a:pt x="1" y="39"/>
                  <a:pt x="6" y="44"/>
                  <a:pt x="13" y="44"/>
                </a:cubicBezTo>
                <a:close/>
                <a:moveTo>
                  <a:pt x="75" y="48"/>
                </a:moveTo>
                <a:cubicBezTo>
                  <a:pt x="52" y="48"/>
                  <a:pt x="52" y="48"/>
                  <a:pt x="52" y="48"/>
                </a:cubicBezTo>
                <a:cubicBezTo>
                  <a:pt x="52" y="51"/>
                  <a:pt x="52" y="51"/>
                  <a:pt x="52" y="51"/>
                </a:cubicBezTo>
                <a:cubicBezTo>
                  <a:pt x="52" y="53"/>
                  <a:pt x="50" y="55"/>
                  <a:pt x="48" y="55"/>
                </a:cubicBezTo>
                <a:cubicBezTo>
                  <a:pt x="40" y="55"/>
                  <a:pt x="40" y="55"/>
                  <a:pt x="40" y="55"/>
                </a:cubicBezTo>
                <a:cubicBezTo>
                  <a:pt x="37" y="55"/>
                  <a:pt x="35" y="53"/>
                  <a:pt x="35" y="51"/>
                </a:cubicBezTo>
                <a:cubicBezTo>
                  <a:pt x="35" y="48"/>
                  <a:pt x="35" y="48"/>
                  <a:pt x="35" y="48"/>
                </a:cubicBezTo>
                <a:cubicBezTo>
                  <a:pt x="13" y="48"/>
                  <a:pt x="13" y="48"/>
                  <a:pt x="13" y="48"/>
                </a:cubicBezTo>
                <a:cubicBezTo>
                  <a:pt x="8" y="48"/>
                  <a:pt x="3" y="45"/>
                  <a:pt x="0" y="40"/>
                </a:cubicBezTo>
                <a:cubicBezTo>
                  <a:pt x="0" y="67"/>
                  <a:pt x="0" y="67"/>
                  <a:pt x="0" y="67"/>
                </a:cubicBezTo>
                <a:cubicBezTo>
                  <a:pt x="0" y="74"/>
                  <a:pt x="4" y="79"/>
                  <a:pt x="10" y="79"/>
                </a:cubicBezTo>
                <a:cubicBezTo>
                  <a:pt x="13" y="79"/>
                  <a:pt x="13" y="79"/>
                  <a:pt x="13" y="79"/>
                </a:cubicBezTo>
                <a:cubicBezTo>
                  <a:pt x="17" y="79"/>
                  <a:pt x="17" y="79"/>
                  <a:pt x="17" y="79"/>
                </a:cubicBezTo>
                <a:cubicBezTo>
                  <a:pt x="20" y="79"/>
                  <a:pt x="20" y="79"/>
                  <a:pt x="20" y="79"/>
                </a:cubicBezTo>
                <a:cubicBezTo>
                  <a:pt x="67" y="79"/>
                  <a:pt x="67" y="79"/>
                  <a:pt x="67" y="79"/>
                </a:cubicBezTo>
                <a:cubicBezTo>
                  <a:pt x="70" y="79"/>
                  <a:pt x="70" y="79"/>
                  <a:pt x="70" y="79"/>
                </a:cubicBezTo>
                <a:cubicBezTo>
                  <a:pt x="73" y="79"/>
                  <a:pt x="73" y="79"/>
                  <a:pt x="73" y="79"/>
                </a:cubicBezTo>
                <a:cubicBezTo>
                  <a:pt x="78" y="79"/>
                  <a:pt x="78" y="79"/>
                  <a:pt x="78" y="79"/>
                </a:cubicBezTo>
                <a:cubicBezTo>
                  <a:pt x="83" y="79"/>
                  <a:pt x="88" y="74"/>
                  <a:pt x="88" y="67"/>
                </a:cubicBezTo>
                <a:cubicBezTo>
                  <a:pt x="88" y="40"/>
                  <a:pt x="88" y="40"/>
                  <a:pt x="88" y="40"/>
                </a:cubicBezTo>
                <a:cubicBezTo>
                  <a:pt x="85" y="45"/>
                  <a:pt x="80" y="48"/>
                  <a:pt x="75" y="48"/>
                </a:cubicBezTo>
                <a:close/>
                <a:moveTo>
                  <a:pt x="48" y="40"/>
                </a:moveTo>
                <a:cubicBezTo>
                  <a:pt x="40" y="40"/>
                  <a:pt x="40" y="40"/>
                  <a:pt x="40" y="40"/>
                </a:cubicBezTo>
                <a:cubicBezTo>
                  <a:pt x="39" y="40"/>
                  <a:pt x="38" y="40"/>
                  <a:pt x="38" y="41"/>
                </a:cubicBezTo>
                <a:cubicBezTo>
                  <a:pt x="38" y="43"/>
                  <a:pt x="38" y="43"/>
                  <a:pt x="38" y="43"/>
                </a:cubicBezTo>
                <a:cubicBezTo>
                  <a:pt x="38" y="45"/>
                  <a:pt x="38" y="45"/>
                  <a:pt x="38" y="45"/>
                </a:cubicBezTo>
                <a:cubicBezTo>
                  <a:pt x="38" y="47"/>
                  <a:pt x="38" y="47"/>
                  <a:pt x="38" y="47"/>
                </a:cubicBezTo>
                <a:cubicBezTo>
                  <a:pt x="38" y="48"/>
                  <a:pt x="38" y="48"/>
                  <a:pt x="38" y="48"/>
                </a:cubicBezTo>
                <a:cubicBezTo>
                  <a:pt x="38" y="50"/>
                  <a:pt x="38" y="50"/>
                  <a:pt x="38" y="50"/>
                </a:cubicBezTo>
                <a:cubicBezTo>
                  <a:pt x="38" y="51"/>
                  <a:pt x="39" y="52"/>
                  <a:pt x="40" y="52"/>
                </a:cubicBezTo>
                <a:cubicBezTo>
                  <a:pt x="48" y="52"/>
                  <a:pt x="48" y="52"/>
                  <a:pt x="48" y="52"/>
                </a:cubicBezTo>
                <a:cubicBezTo>
                  <a:pt x="49" y="52"/>
                  <a:pt x="49" y="51"/>
                  <a:pt x="49" y="50"/>
                </a:cubicBezTo>
                <a:cubicBezTo>
                  <a:pt x="49" y="48"/>
                  <a:pt x="49" y="48"/>
                  <a:pt x="49" y="48"/>
                </a:cubicBezTo>
                <a:cubicBezTo>
                  <a:pt x="49" y="47"/>
                  <a:pt x="49" y="47"/>
                  <a:pt x="49" y="47"/>
                </a:cubicBezTo>
                <a:cubicBezTo>
                  <a:pt x="49" y="45"/>
                  <a:pt x="49" y="45"/>
                  <a:pt x="49" y="45"/>
                </a:cubicBezTo>
                <a:cubicBezTo>
                  <a:pt x="49" y="43"/>
                  <a:pt x="49" y="43"/>
                  <a:pt x="49" y="43"/>
                </a:cubicBezTo>
                <a:cubicBezTo>
                  <a:pt x="49" y="41"/>
                  <a:pt x="49" y="41"/>
                  <a:pt x="49" y="41"/>
                </a:cubicBezTo>
                <a:cubicBezTo>
                  <a:pt x="49" y="40"/>
                  <a:pt x="49" y="40"/>
                  <a:pt x="48" y="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5" name="Google Shape;814;p30"/>
          <p:cNvSpPr>
            <a:spLocks/>
          </p:cNvSpPr>
          <p:nvPr/>
        </p:nvSpPr>
        <p:spPr bwMode="auto">
          <a:xfrm>
            <a:off x="7089775" y="3654425"/>
            <a:ext cx="331788" cy="331788"/>
          </a:xfrm>
          <a:custGeom>
            <a:avLst/>
            <a:gdLst>
              <a:gd name="T0" fmla="*/ 2147483647 w 80"/>
              <a:gd name="T1" fmla="*/ 2147483647 h 80"/>
              <a:gd name="T2" fmla="*/ 2147483647 w 80"/>
              <a:gd name="T3" fmla="*/ 2147483647 h 80"/>
              <a:gd name="T4" fmla="*/ 2147483647 w 80"/>
              <a:gd name="T5" fmla="*/ 2147483647 h 80"/>
              <a:gd name="T6" fmla="*/ 0 w 80"/>
              <a:gd name="T7" fmla="*/ 2147483647 h 80"/>
              <a:gd name="T8" fmla="*/ 2147483647 w 80"/>
              <a:gd name="T9" fmla="*/ 2147483647 h 80"/>
              <a:gd name="T10" fmla="*/ 2147483647 w 80"/>
              <a:gd name="T11" fmla="*/ 2147483647 h 80"/>
              <a:gd name="T12" fmla="*/ 2147483647 w 80"/>
              <a:gd name="T13" fmla="*/ 0 h 80"/>
              <a:gd name="T14" fmla="*/ 2147483647 w 80"/>
              <a:gd name="T15" fmla="*/ 2147483647 h 80"/>
              <a:gd name="T16" fmla="*/ 2147483647 w 80"/>
              <a:gd name="T17" fmla="*/ 2147483647 h 80"/>
              <a:gd name="T18" fmla="*/ 2147483647 w 80"/>
              <a:gd name="T19" fmla="*/ 0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0"/>
              <a:gd name="T31" fmla="*/ 0 h 80"/>
              <a:gd name="T32" fmla="*/ 80 w 80"/>
              <a:gd name="T33" fmla="*/ 80 h 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0" h="80" extrusionOk="0">
                <a:moveTo>
                  <a:pt x="37" y="42"/>
                </a:moveTo>
                <a:cubicBezTo>
                  <a:pt x="75" y="42"/>
                  <a:pt x="75" y="42"/>
                  <a:pt x="75" y="42"/>
                </a:cubicBezTo>
                <a:cubicBezTo>
                  <a:pt x="75" y="63"/>
                  <a:pt x="58" y="80"/>
                  <a:pt x="37" y="80"/>
                </a:cubicBezTo>
                <a:cubicBezTo>
                  <a:pt x="17" y="80"/>
                  <a:pt x="0" y="63"/>
                  <a:pt x="0" y="42"/>
                </a:cubicBezTo>
                <a:cubicBezTo>
                  <a:pt x="0" y="21"/>
                  <a:pt x="17" y="4"/>
                  <a:pt x="37" y="4"/>
                </a:cubicBezTo>
                <a:lnTo>
                  <a:pt x="37" y="42"/>
                </a:lnTo>
                <a:close/>
                <a:moveTo>
                  <a:pt x="42" y="0"/>
                </a:moveTo>
                <a:cubicBezTo>
                  <a:pt x="42" y="37"/>
                  <a:pt x="42" y="37"/>
                  <a:pt x="42" y="37"/>
                </a:cubicBezTo>
                <a:cubicBezTo>
                  <a:pt x="80" y="37"/>
                  <a:pt x="80" y="37"/>
                  <a:pt x="80" y="37"/>
                </a:cubicBezTo>
                <a:cubicBezTo>
                  <a:pt x="80" y="17"/>
                  <a:pt x="63" y="0"/>
                  <a:pt x="4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6" name="Google Shape;815;p30"/>
          <p:cNvSpPr>
            <a:spLocks/>
          </p:cNvSpPr>
          <p:nvPr/>
        </p:nvSpPr>
        <p:spPr bwMode="auto">
          <a:xfrm>
            <a:off x="5554663" y="4508500"/>
            <a:ext cx="268287" cy="393700"/>
          </a:xfrm>
          <a:custGeom>
            <a:avLst/>
            <a:gdLst>
              <a:gd name="T0" fmla="*/ 2147483647 w 65"/>
              <a:gd name="T1" fmla="*/ 2147483647 h 95"/>
              <a:gd name="T2" fmla="*/ 2147483647 w 65"/>
              <a:gd name="T3" fmla="*/ 2147483647 h 95"/>
              <a:gd name="T4" fmla="*/ 2147483647 w 65"/>
              <a:gd name="T5" fmla="*/ 2147483647 h 95"/>
              <a:gd name="T6" fmla="*/ 2147483647 w 65"/>
              <a:gd name="T7" fmla="*/ 2147483647 h 95"/>
              <a:gd name="T8" fmla="*/ 2147483647 w 65"/>
              <a:gd name="T9" fmla="*/ 2147483647 h 95"/>
              <a:gd name="T10" fmla="*/ 2147483647 w 65"/>
              <a:gd name="T11" fmla="*/ 2147483647 h 95"/>
              <a:gd name="T12" fmla="*/ 2147483647 w 65"/>
              <a:gd name="T13" fmla="*/ 2147483647 h 95"/>
              <a:gd name="T14" fmla="*/ 2147483647 w 65"/>
              <a:gd name="T15" fmla="*/ 2147483647 h 95"/>
              <a:gd name="T16" fmla="*/ 2147483647 w 65"/>
              <a:gd name="T17" fmla="*/ 2147483647 h 95"/>
              <a:gd name="T18" fmla="*/ 2147483647 w 65"/>
              <a:gd name="T19" fmla="*/ 2147483647 h 95"/>
              <a:gd name="T20" fmla="*/ 2147483647 w 65"/>
              <a:gd name="T21" fmla="*/ 0 h 95"/>
              <a:gd name="T22" fmla="*/ 2147483647 w 65"/>
              <a:gd name="T23" fmla="*/ 0 h 95"/>
              <a:gd name="T24" fmla="*/ 2147483647 w 65"/>
              <a:gd name="T25" fmla="*/ 2147483647 h 95"/>
              <a:gd name="T26" fmla="*/ 2147483647 w 65"/>
              <a:gd name="T27" fmla="*/ 2147483647 h 95"/>
              <a:gd name="T28" fmla="*/ 0 w 65"/>
              <a:gd name="T29" fmla="*/ 2147483647 h 95"/>
              <a:gd name="T30" fmla="*/ 2147483647 w 65"/>
              <a:gd name="T31" fmla="*/ 2147483647 h 95"/>
              <a:gd name="T32" fmla="*/ 2147483647 w 65"/>
              <a:gd name="T33" fmla="*/ 2147483647 h 95"/>
              <a:gd name="T34" fmla="*/ 2147483647 w 65"/>
              <a:gd name="T35" fmla="*/ 2147483647 h 95"/>
              <a:gd name="T36" fmla="*/ 2147483647 w 65"/>
              <a:gd name="T37" fmla="*/ 2147483647 h 95"/>
              <a:gd name="T38" fmla="*/ 2147483647 w 65"/>
              <a:gd name="T39" fmla="*/ 2147483647 h 95"/>
              <a:gd name="T40" fmla="*/ 2147483647 w 65"/>
              <a:gd name="T41" fmla="*/ 2147483647 h 95"/>
              <a:gd name="T42" fmla="*/ 2147483647 w 65"/>
              <a:gd name="T43" fmla="*/ 2147483647 h 95"/>
              <a:gd name="T44" fmla="*/ 2147483647 w 65"/>
              <a:gd name="T45" fmla="*/ 2147483647 h 95"/>
              <a:gd name="T46" fmla="*/ 2147483647 w 65"/>
              <a:gd name="T47" fmla="*/ 2147483647 h 95"/>
              <a:gd name="T48" fmla="*/ 2147483647 w 65"/>
              <a:gd name="T49" fmla="*/ 2147483647 h 95"/>
              <a:gd name="T50" fmla="*/ 2147483647 w 65"/>
              <a:gd name="T51" fmla="*/ 2147483647 h 95"/>
              <a:gd name="T52" fmla="*/ 2147483647 w 65"/>
              <a:gd name="T53" fmla="*/ 2147483647 h 95"/>
              <a:gd name="T54" fmla="*/ 2147483647 w 65"/>
              <a:gd name="T55" fmla="*/ 2147483647 h 95"/>
              <a:gd name="T56" fmla="*/ 2147483647 w 65"/>
              <a:gd name="T57" fmla="*/ 2147483647 h 9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5"/>
              <a:gd name="T88" fmla="*/ 0 h 95"/>
              <a:gd name="T89" fmla="*/ 65 w 65"/>
              <a:gd name="T90" fmla="*/ 95 h 9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5" h="95" extrusionOk="0">
                <a:moveTo>
                  <a:pt x="65" y="63"/>
                </a:moveTo>
                <a:cubicBezTo>
                  <a:pt x="65" y="53"/>
                  <a:pt x="57" y="46"/>
                  <a:pt x="42" y="42"/>
                </a:cubicBezTo>
                <a:cubicBezTo>
                  <a:pt x="40" y="41"/>
                  <a:pt x="32" y="39"/>
                  <a:pt x="30" y="39"/>
                </a:cubicBezTo>
                <a:cubicBezTo>
                  <a:pt x="18" y="36"/>
                  <a:pt x="15" y="34"/>
                  <a:pt x="15" y="31"/>
                </a:cubicBezTo>
                <a:cubicBezTo>
                  <a:pt x="15" y="28"/>
                  <a:pt x="19" y="24"/>
                  <a:pt x="31" y="24"/>
                </a:cubicBezTo>
                <a:cubicBezTo>
                  <a:pt x="40" y="24"/>
                  <a:pt x="48" y="30"/>
                  <a:pt x="48" y="30"/>
                </a:cubicBezTo>
                <a:cubicBezTo>
                  <a:pt x="52" y="32"/>
                  <a:pt x="54" y="32"/>
                  <a:pt x="56" y="30"/>
                </a:cubicBezTo>
                <a:cubicBezTo>
                  <a:pt x="56" y="30"/>
                  <a:pt x="60" y="26"/>
                  <a:pt x="60" y="24"/>
                </a:cubicBezTo>
                <a:cubicBezTo>
                  <a:pt x="60" y="19"/>
                  <a:pt x="50" y="13"/>
                  <a:pt x="39" y="11"/>
                </a:cubicBezTo>
                <a:cubicBezTo>
                  <a:pt x="39" y="3"/>
                  <a:pt x="39" y="3"/>
                  <a:pt x="39" y="3"/>
                </a:cubicBezTo>
                <a:cubicBezTo>
                  <a:pt x="39" y="1"/>
                  <a:pt x="37" y="0"/>
                  <a:pt x="35" y="0"/>
                </a:cubicBezTo>
                <a:cubicBezTo>
                  <a:pt x="30" y="0"/>
                  <a:pt x="30" y="0"/>
                  <a:pt x="30" y="0"/>
                </a:cubicBezTo>
                <a:cubicBezTo>
                  <a:pt x="27" y="0"/>
                  <a:pt x="25" y="1"/>
                  <a:pt x="25" y="3"/>
                </a:cubicBezTo>
                <a:cubicBezTo>
                  <a:pt x="25" y="10"/>
                  <a:pt x="25" y="10"/>
                  <a:pt x="25" y="10"/>
                </a:cubicBezTo>
                <a:cubicBezTo>
                  <a:pt x="9" y="12"/>
                  <a:pt x="0" y="21"/>
                  <a:pt x="0" y="31"/>
                </a:cubicBezTo>
                <a:cubicBezTo>
                  <a:pt x="0" y="44"/>
                  <a:pt x="11" y="49"/>
                  <a:pt x="24" y="52"/>
                </a:cubicBezTo>
                <a:cubicBezTo>
                  <a:pt x="26" y="52"/>
                  <a:pt x="36" y="55"/>
                  <a:pt x="38" y="55"/>
                </a:cubicBezTo>
                <a:cubicBezTo>
                  <a:pt x="47" y="58"/>
                  <a:pt x="49" y="61"/>
                  <a:pt x="49" y="63"/>
                </a:cubicBezTo>
                <a:cubicBezTo>
                  <a:pt x="49" y="67"/>
                  <a:pt x="45" y="71"/>
                  <a:pt x="33" y="71"/>
                </a:cubicBezTo>
                <a:cubicBezTo>
                  <a:pt x="25" y="71"/>
                  <a:pt x="13" y="64"/>
                  <a:pt x="13" y="64"/>
                </a:cubicBezTo>
                <a:cubicBezTo>
                  <a:pt x="10" y="62"/>
                  <a:pt x="7" y="63"/>
                  <a:pt x="4" y="66"/>
                </a:cubicBezTo>
                <a:cubicBezTo>
                  <a:pt x="4" y="66"/>
                  <a:pt x="2" y="68"/>
                  <a:pt x="2" y="71"/>
                </a:cubicBezTo>
                <a:cubicBezTo>
                  <a:pt x="2" y="76"/>
                  <a:pt x="14" y="82"/>
                  <a:pt x="25" y="84"/>
                </a:cubicBezTo>
                <a:cubicBezTo>
                  <a:pt x="25" y="92"/>
                  <a:pt x="25" y="92"/>
                  <a:pt x="25" y="92"/>
                </a:cubicBezTo>
                <a:cubicBezTo>
                  <a:pt x="25" y="94"/>
                  <a:pt x="27" y="95"/>
                  <a:pt x="30" y="95"/>
                </a:cubicBezTo>
                <a:cubicBezTo>
                  <a:pt x="35" y="95"/>
                  <a:pt x="35" y="95"/>
                  <a:pt x="35" y="95"/>
                </a:cubicBezTo>
                <a:cubicBezTo>
                  <a:pt x="37" y="95"/>
                  <a:pt x="39" y="94"/>
                  <a:pt x="39" y="92"/>
                </a:cubicBezTo>
                <a:cubicBezTo>
                  <a:pt x="39" y="85"/>
                  <a:pt x="39" y="85"/>
                  <a:pt x="39" y="85"/>
                </a:cubicBezTo>
                <a:cubicBezTo>
                  <a:pt x="57" y="83"/>
                  <a:pt x="65" y="73"/>
                  <a:pt x="65" y="6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7" name="Google Shape;816;p30"/>
          <p:cNvSpPr>
            <a:spLocks/>
          </p:cNvSpPr>
          <p:nvPr/>
        </p:nvSpPr>
        <p:spPr bwMode="auto">
          <a:xfrm>
            <a:off x="4787900" y="1768475"/>
            <a:ext cx="347663" cy="344488"/>
          </a:xfrm>
          <a:custGeom>
            <a:avLst/>
            <a:gdLst>
              <a:gd name="T0" fmla="*/ 2147483647 w 84"/>
              <a:gd name="T1" fmla="*/ 2147483647 h 83"/>
              <a:gd name="T2" fmla="*/ 2147483647 w 84"/>
              <a:gd name="T3" fmla="*/ 2147483647 h 83"/>
              <a:gd name="T4" fmla="*/ 2147483647 w 84"/>
              <a:gd name="T5" fmla="*/ 2147483647 h 83"/>
              <a:gd name="T6" fmla="*/ 2147483647 w 84"/>
              <a:gd name="T7" fmla="*/ 2147483647 h 83"/>
              <a:gd name="T8" fmla="*/ 2147483647 w 84"/>
              <a:gd name="T9" fmla="*/ 2147483647 h 83"/>
              <a:gd name="T10" fmla="*/ 2147483647 w 84"/>
              <a:gd name="T11" fmla="*/ 2147483647 h 83"/>
              <a:gd name="T12" fmla="*/ 2147483647 w 84"/>
              <a:gd name="T13" fmla="*/ 2147483647 h 83"/>
              <a:gd name="T14" fmla="*/ 2147483647 w 84"/>
              <a:gd name="T15" fmla="*/ 2147483647 h 83"/>
              <a:gd name="T16" fmla="*/ 2147483647 w 84"/>
              <a:gd name="T17" fmla="*/ 2147483647 h 83"/>
              <a:gd name="T18" fmla="*/ 2147483647 w 84"/>
              <a:gd name="T19" fmla="*/ 2147483647 h 83"/>
              <a:gd name="T20" fmla="*/ 2147483647 w 84"/>
              <a:gd name="T21" fmla="*/ 0 h 83"/>
              <a:gd name="T22" fmla="*/ 2147483647 w 84"/>
              <a:gd name="T23" fmla="*/ 0 h 83"/>
              <a:gd name="T24" fmla="*/ 2147483647 w 84"/>
              <a:gd name="T25" fmla="*/ 2147483647 h 83"/>
              <a:gd name="T26" fmla="*/ 2147483647 w 84"/>
              <a:gd name="T27" fmla="*/ 2147483647 h 83"/>
              <a:gd name="T28" fmla="*/ 2147483647 w 84"/>
              <a:gd name="T29" fmla="*/ 2147483647 h 83"/>
              <a:gd name="T30" fmla="*/ 2147483647 w 84"/>
              <a:gd name="T31" fmla="*/ 2147483647 h 83"/>
              <a:gd name="T32" fmla="*/ 2147483647 w 84"/>
              <a:gd name="T33" fmla="*/ 2147483647 h 83"/>
              <a:gd name="T34" fmla="*/ 2147483647 w 84"/>
              <a:gd name="T35" fmla="*/ 2147483647 h 83"/>
              <a:gd name="T36" fmla="*/ 2147483647 w 84"/>
              <a:gd name="T37" fmla="*/ 2147483647 h 83"/>
              <a:gd name="T38" fmla="*/ 2147483647 w 84"/>
              <a:gd name="T39" fmla="*/ 2147483647 h 83"/>
              <a:gd name="T40" fmla="*/ 2147483647 w 84"/>
              <a:gd name="T41" fmla="*/ 2147483647 h 83"/>
              <a:gd name="T42" fmla="*/ 2147483647 w 84"/>
              <a:gd name="T43" fmla="*/ 2147483647 h 83"/>
              <a:gd name="T44" fmla="*/ 0 w 84"/>
              <a:gd name="T45" fmla="*/ 2147483647 h 83"/>
              <a:gd name="T46" fmla="*/ 0 w 84"/>
              <a:gd name="T47" fmla="*/ 2147483647 h 83"/>
              <a:gd name="T48" fmla="*/ 2147483647 w 84"/>
              <a:gd name="T49" fmla="*/ 2147483647 h 83"/>
              <a:gd name="T50" fmla="*/ 2147483647 w 84"/>
              <a:gd name="T51" fmla="*/ 2147483647 h 83"/>
              <a:gd name="T52" fmla="*/ 2147483647 w 84"/>
              <a:gd name="T53" fmla="*/ 2147483647 h 83"/>
              <a:gd name="T54" fmla="*/ 2147483647 w 84"/>
              <a:gd name="T55" fmla="*/ 2147483647 h 83"/>
              <a:gd name="T56" fmla="*/ 2147483647 w 84"/>
              <a:gd name="T57" fmla="*/ 2147483647 h 83"/>
              <a:gd name="T58" fmla="*/ 2147483647 w 84"/>
              <a:gd name="T59" fmla="*/ 2147483647 h 83"/>
              <a:gd name="T60" fmla="*/ 2147483647 w 84"/>
              <a:gd name="T61" fmla="*/ 2147483647 h 83"/>
              <a:gd name="T62" fmla="*/ 2147483647 w 84"/>
              <a:gd name="T63" fmla="*/ 2147483647 h 83"/>
              <a:gd name="T64" fmla="*/ 2147483647 w 84"/>
              <a:gd name="T65" fmla="*/ 2147483647 h 83"/>
              <a:gd name="T66" fmla="*/ 2147483647 w 84"/>
              <a:gd name="T67" fmla="*/ 2147483647 h 83"/>
              <a:gd name="T68" fmla="*/ 2147483647 w 84"/>
              <a:gd name="T69" fmla="*/ 2147483647 h 83"/>
              <a:gd name="T70" fmla="*/ 2147483647 w 84"/>
              <a:gd name="T71" fmla="*/ 2147483647 h 83"/>
              <a:gd name="T72" fmla="*/ 2147483647 w 84"/>
              <a:gd name="T73" fmla="*/ 2147483647 h 83"/>
              <a:gd name="T74" fmla="*/ 2147483647 w 84"/>
              <a:gd name="T75" fmla="*/ 2147483647 h 83"/>
              <a:gd name="T76" fmla="*/ 2147483647 w 84"/>
              <a:gd name="T77" fmla="*/ 2147483647 h 83"/>
              <a:gd name="T78" fmla="*/ 2147483647 w 84"/>
              <a:gd name="T79" fmla="*/ 2147483647 h 83"/>
              <a:gd name="T80" fmla="*/ 2147483647 w 84"/>
              <a:gd name="T81" fmla="*/ 2147483647 h 83"/>
              <a:gd name="T82" fmla="*/ 2147483647 w 84"/>
              <a:gd name="T83" fmla="*/ 2147483647 h 83"/>
              <a:gd name="T84" fmla="*/ 2147483647 w 84"/>
              <a:gd name="T85" fmla="*/ 2147483647 h 83"/>
              <a:gd name="T86" fmla="*/ 2147483647 w 84"/>
              <a:gd name="T87" fmla="*/ 2147483647 h 83"/>
              <a:gd name="T88" fmla="*/ 2147483647 w 84"/>
              <a:gd name="T89" fmla="*/ 2147483647 h 83"/>
              <a:gd name="T90" fmla="*/ 2147483647 w 84"/>
              <a:gd name="T91" fmla="*/ 2147483647 h 83"/>
              <a:gd name="T92" fmla="*/ 2147483647 w 84"/>
              <a:gd name="T93" fmla="*/ 2147483647 h 83"/>
              <a:gd name="T94" fmla="*/ 2147483647 w 84"/>
              <a:gd name="T95" fmla="*/ 2147483647 h 83"/>
              <a:gd name="T96" fmla="*/ 2147483647 w 84"/>
              <a:gd name="T97" fmla="*/ 2147483647 h 83"/>
              <a:gd name="T98" fmla="*/ 2147483647 w 84"/>
              <a:gd name="T99" fmla="*/ 2147483647 h 83"/>
              <a:gd name="T100" fmla="*/ 2147483647 w 84"/>
              <a:gd name="T101" fmla="*/ 2147483647 h 83"/>
              <a:gd name="T102" fmla="*/ 2147483647 w 84"/>
              <a:gd name="T103" fmla="*/ 2147483647 h 83"/>
              <a:gd name="T104" fmla="*/ 2147483647 w 84"/>
              <a:gd name="T105" fmla="*/ 2147483647 h 83"/>
              <a:gd name="T106" fmla="*/ 2147483647 w 84"/>
              <a:gd name="T107" fmla="*/ 2147483647 h 8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4"/>
              <a:gd name="T163" fmla="*/ 0 h 83"/>
              <a:gd name="T164" fmla="*/ 84 w 84"/>
              <a:gd name="T165" fmla="*/ 83 h 8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4" h="83" extrusionOk="0">
                <a:moveTo>
                  <a:pt x="82" y="35"/>
                </a:moveTo>
                <a:cubicBezTo>
                  <a:pt x="72" y="34"/>
                  <a:pt x="72" y="34"/>
                  <a:pt x="72" y="34"/>
                </a:cubicBezTo>
                <a:cubicBezTo>
                  <a:pt x="71" y="31"/>
                  <a:pt x="70" y="28"/>
                  <a:pt x="68" y="26"/>
                </a:cubicBezTo>
                <a:cubicBezTo>
                  <a:pt x="75" y="17"/>
                  <a:pt x="75" y="17"/>
                  <a:pt x="75" y="17"/>
                </a:cubicBezTo>
                <a:cubicBezTo>
                  <a:pt x="75" y="17"/>
                  <a:pt x="75" y="15"/>
                  <a:pt x="74" y="15"/>
                </a:cubicBezTo>
                <a:cubicBezTo>
                  <a:pt x="68" y="9"/>
                  <a:pt x="68" y="9"/>
                  <a:pt x="68" y="9"/>
                </a:cubicBezTo>
                <a:cubicBezTo>
                  <a:pt x="68" y="8"/>
                  <a:pt x="67" y="8"/>
                  <a:pt x="66" y="9"/>
                </a:cubicBezTo>
                <a:cubicBezTo>
                  <a:pt x="58" y="15"/>
                  <a:pt x="58" y="15"/>
                  <a:pt x="58" y="15"/>
                </a:cubicBezTo>
                <a:cubicBezTo>
                  <a:pt x="55" y="13"/>
                  <a:pt x="52" y="12"/>
                  <a:pt x="49" y="12"/>
                </a:cubicBezTo>
                <a:cubicBezTo>
                  <a:pt x="48" y="1"/>
                  <a:pt x="48" y="1"/>
                  <a:pt x="48" y="1"/>
                </a:cubicBezTo>
                <a:cubicBezTo>
                  <a:pt x="48" y="0"/>
                  <a:pt x="47" y="0"/>
                  <a:pt x="46" y="0"/>
                </a:cubicBezTo>
                <a:cubicBezTo>
                  <a:pt x="37" y="0"/>
                  <a:pt x="37" y="0"/>
                  <a:pt x="37" y="0"/>
                </a:cubicBezTo>
                <a:cubicBezTo>
                  <a:pt x="37" y="0"/>
                  <a:pt x="36" y="0"/>
                  <a:pt x="36" y="1"/>
                </a:cubicBezTo>
                <a:cubicBezTo>
                  <a:pt x="34" y="12"/>
                  <a:pt x="34" y="12"/>
                  <a:pt x="34" y="12"/>
                </a:cubicBezTo>
                <a:cubicBezTo>
                  <a:pt x="31" y="12"/>
                  <a:pt x="28" y="13"/>
                  <a:pt x="26" y="15"/>
                </a:cubicBezTo>
                <a:cubicBezTo>
                  <a:pt x="17" y="9"/>
                  <a:pt x="17" y="9"/>
                  <a:pt x="17" y="9"/>
                </a:cubicBezTo>
                <a:cubicBezTo>
                  <a:pt x="17" y="8"/>
                  <a:pt x="16" y="8"/>
                  <a:pt x="15" y="9"/>
                </a:cubicBezTo>
                <a:cubicBezTo>
                  <a:pt x="9" y="15"/>
                  <a:pt x="9" y="15"/>
                  <a:pt x="9" y="15"/>
                </a:cubicBezTo>
                <a:cubicBezTo>
                  <a:pt x="8" y="15"/>
                  <a:pt x="8" y="17"/>
                  <a:pt x="9" y="17"/>
                </a:cubicBezTo>
                <a:cubicBezTo>
                  <a:pt x="15" y="26"/>
                  <a:pt x="15" y="26"/>
                  <a:pt x="15" y="26"/>
                </a:cubicBezTo>
                <a:cubicBezTo>
                  <a:pt x="14" y="28"/>
                  <a:pt x="13" y="31"/>
                  <a:pt x="12" y="34"/>
                </a:cubicBezTo>
                <a:cubicBezTo>
                  <a:pt x="1" y="35"/>
                  <a:pt x="1" y="35"/>
                  <a:pt x="1" y="35"/>
                </a:cubicBezTo>
                <a:cubicBezTo>
                  <a:pt x="1" y="36"/>
                  <a:pt x="0" y="36"/>
                  <a:pt x="0" y="37"/>
                </a:cubicBezTo>
                <a:cubicBezTo>
                  <a:pt x="0" y="46"/>
                  <a:pt x="0" y="46"/>
                  <a:pt x="0" y="46"/>
                </a:cubicBezTo>
                <a:cubicBezTo>
                  <a:pt x="0" y="47"/>
                  <a:pt x="1" y="47"/>
                  <a:pt x="1" y="48"/>
                </a:cubicBezTo>
                <a:cubicBezTo>
                  <a:pt x="12" y="49"/>
                  <a:pt x="12" y="49"/>
                  <a:pt x="12" y="49"/>
                </a:cubicBezTo>
                <a:cubicBezTo>
                  <a:pt x="13" y="52"/>
                  <a:pt x="14" y="55"/>
                  <a:pt x="15" y="57"/>
                </a:cubicBezTo>
                <a:cubicBezTo>
                  <a:pt x="9" y="66"/>
                  <a:pt x="9" y="66"/>
                  <a:pt x="9" y="66"/>
                </a:cubicBezTo>
                <a:cubicBezTo>
                  <a:pt x="8" y="67"/>
                  <a:pt x="8" y="68"/>
                  <a:pt x="9" y="68"/>
                </a:cubicBezTo>
                <a:cubicBezTo>
                  <a:pt x="15" y="74"/>
                  <a:pt x="15" y="74"/>
                  <a:pt x="15" y="74"/>
                </a:cubicBezTo>
                <a:cubicBezTo>
                  <a:pt x="16" y="75"/>
                  <a:pt x="17" y="75"/>
                  <a:pt x="17" y="74"/>
                </a:cubicBezTo>
                <a:cubicBezTo>
                  <a:pt x="26" y="68"/>
                  <a:pt x="26" y="68"/>
                  <a:pt x="26" y="68"/>
                </a:cubicBezTo>
                <a:cubicBezTo>
                  <a:pt x="28" y="70"/>
                  <a:pt x="31" y="71"/>
                  <a:pt x="34" y="71"/>
                </a:cubicBezTo>
                <a:cubicBezTo>
                  <a:pt x="36" y="82"/>
                  <a:pt x="36" y="82"/>
                  <a:pt x="36" y="82"/>
                </a:cubicBezTo>
                <a:cubicBezTo>
                  <a:pt x="36" y="83"/>
                  <a:pt x="37" y="83"/>
                  <a:pt x="37" y="83"/>
                </a:cubicBezTo>
                <a:cubicBezTo>
                  <a:pt x="46" y="83"/>
                  <a:pt x="46" y="83"/>
                  <a:pt x="46" y="83"/>
                </a:cubicBezTo>
                <a:cubicBezTo>
                  <a:pt x="47" y="83"/>
                  <a:pt x="48" y="83"/>
                  <a:pt x="48" y="82"/>
                </a:cubicBezTo>
                <a:cubicBezTo>
                  <a:pt x="49" y="71"/>
                  <a:pt x="49" y="71"/>
                  <a:pt x="49" y="71"/>
                </a:cubicBezTo>
                <a:cubicBezTo>
                  <a:pt x="52" y="71"/>
                  <a:pt x="55" y="70"/>
                  <a:pt x="58" y="68"/>
                </a:cubicBezTo>
                <a:cubicBezTo>
                  <a:pt x="66" y="74"/>
                  <a:pt x="66" y="74"/>
                  <a:pt x="66" y="74"/>
                </a:cubicBezTo>
                <a:cubicBezTo>
                  <a:pt x="67" y="75"/>
                  <a:pt x="68" y="75"/>
                  <a:pt x="68" y="74"/>
                </a:cubicBezTo>
                <a:cubicBezTo>
                  <a:pt x="74" y="68"/>
                  <a:pt x="74" y="68"/>
                  <a:pt x="74" y="68"/>
                </a:cubicBezTo>
                <a:cubicBezTo>
                  <a:pt x="75" y="68"/>
                  <a:pt x="75" y="67"/>
                  <a:pt x="75" y="66"/>
                </a:cubicBezTo>
                <a:cubicBezTo>
                  <a:pt x="68" y="57"/>
                  <a:pt x="68" y="57"/>
                  <a:pt x="68" y="57"/>
                </a:cubicBezTo>
                <a:cubicBezTo>
                  <a:pt x="70" y="55"/>
                  <a:pt x="71" y="52"/>
                  <a:pt x="72" y="49"/>
                </a:cubicBezTo>
                <a:cubicBezTo>
                  <a:pt x="82" y="48"/>
                  <a:pt x="82" y="48"/>
                  <a:pt x="82" y="48"/>
                </a:cubicBezTo>
                <a:cubicBezTo>
                  <a:pt x="83" y="47"/>
                  <a:pt x="84" y="47"/>
                  <a:pt x="84" y="46"/>
                </a:cubicBezTo>
                <a:cubicBezTo>
                  <a:pt x="84" y="37"/>
                  <a:pt x="84" y="37"/>
                  <a:pt x="84" y="37"/>
                </a:cubicBezTo>
                <a:cubicBezTo>
                  <a:pt x="84" y="36"/>
                  <a:pt x="83" y="36"/>
                  <a:pt x="82" y="35"/>
                </a:cubicBezTo>
                <a:close/>
                <a:moveTo>
                  <a:pt x="42" y="57"/>
                </a:moveTo>
                <a:cubicBezTo>
                  <a:pt x="33" y="57"/>
                  <a:pt x="26" y="50"/>
                  <a:pt x="26" y="42"/>
                </a:cubicBezTo>
                <a:cubicBezTo>
                  <a:pt x="26" y="33"/>
                  <a:pt x="33" y="26"/>
                  <a:pt x="42" y="26"/>
                </a:cubicBezTo>
                <a:cubicBezTo>
                  <a:pt x="50" y="26"/>
                  <a:pt x="57" y="33"/>
                  <a:pt x="57" y="42"/>
                </a:cubicBezTo>
                <a:cubicBezTo>
                  <a:pt x="57" y="50"/>
                  <a:pt x="50" y="57"/>
                  <a:pt x="42" y="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8" name="Rectangle 67"/>
          <p:cNvSpPr/>
          <p:nvPr/>
        </p:nvSpPr>
        <p:spPr>
          <a:xfrm>
            <a:off x="4818185" y="5599336"/>
            <a:ext cx="2539728" cy="584775"/>
          </a:xfrm>
          <a:prstGeom prst="rect">
            <a:avLst/>
          </a:prstGeom>
        </p:spPr>
        <p:txBody>
          <a:bodyPr wrap="square">
            <a:spAutoFit/>
          </a:bodyPr>
          <a:lstStyle/>
          <a:p>
            <a:r>
              <a:rPr lang="en-US" sz="3200" dirty="0">
                <a:latin typeface="Palatino Linotype" pitchFamily="18" charset="0"/>
              </a:rPr>
              <a:t>What We Do</a:t>
            </a:r>
            <a:endParaRPr lang="en-IN" sz="1100" dirty="0">
              <a:solidFill>
                <a:schemeClr val="accent2"/>
              </a:solidFill>
              <a:latin typeface="Palatino Linotype" pitchFamily="18" charset="0"/>
            </a:endParaRPr>
          </a:p>
        </p:txBody>
      </p:sp>
    </p:spTree>
    <p:extLst>
      <p:ext uri="{BB962C8B-B14F-4D97-AF65-F5344CB8AC3E}">
        <p14:creationId xmlns:p14="http://schemas.microsoft.com/office/powerpoint/2010/main" val="64566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500"/>
                                        <p:tgtEl>
                                          <p:spTgt spid="40"/>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fade">
                                      <p:cBhvr>
                                        <p:cTn id="26" dur="500"/>
                                        <p:tgtEl>
                                          <p:spTgt spid="44"/>
                                        </p:tgtEl>
                                      </p:cBhvr>
                                    </p:animEffect>
                                  </p:childTnLst>
                                </p:cTn>
                              </p:par>
                            </p:childTnLst>
                          </p:cTn>
                        </p:par>
                        <p:par>
                          <p:cTn id="27" fill="hold">
                            <p:stCondLst>
                              <p:cond delay="2500"/>
                            </p:stCondLst>
                            <p:childTnLst>
                              <p:par>
                                <p:cTn id="28" presetID="1" presetClass="entr" presetSubtype="0" fill="hold" grpId="0" nodeType="afterEffect">
                                  <p:stCondLst>
                                    <p:cond delay="0"/>
                                  </p:stCondLst>
                                  <p:childTnLst>
                                    <p:set>
                                      <p:cBhvr>
                                        <p:cTn id="29" dur="1" fill="hold">
                                          <p:stCondLst>
                                            <p:cond delay="0"/>
                                          </p:stCondLst>
                                        </p:cTn>
                                        <p:tgtEl>
                                          <p:spTgt spid="60"/>
                                        </p:tgtEl>
                                        <p:attrNameLst>
                                          <p:attrName>style.visibility</p:attrName>
                                        </p:attrNameLst>
                                      </p:cBhvr>
                                      <p:to>
                                        <p:strVal val="visible"/>
                                      </p:to>
                                    </p:se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500"/>
                                        <p:tgtEl>
                                          <p:spTgt spid="45"/>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childTnLst>
                          </p:cTn>
                        </p:par>
                        <p:par>
                          <p:cTn id="42" fill="hold">
                            <p:stCondLst>
                              <p:cond delay="4000"/>
                            </p:stCondLst>
                            <p:childTnLst>
                              <p:par>
                                <p:cTn id="43" presetID="1" presetClass="entr" presetSubtype="0" fill="hold" grpId="0" nodeType="afterEffect">
                                  <p:stCondLst>
                                    <p:cond delay="0"/>
                                  </p:stCondLst>
                                  <p:childTnLst>
                                    <p:set>
                                      <p:cBhvr>
                                        <p:cTn id="44" dur="1" fill="hold">
                                          <p:stCondLst>
                                            <p:cond delay="0"/>
                                          </p:stCondLst>
                                        </p:cTn>
                                        <p:tgtEl>
                                          <p:spTgt spid="61"/>
                                        </p:tgtEl>
                                        <p:attrNameLst>
                                          <p:attrName>style.visibility</p:attrName>
                                        </p:attrNameLst>
                                      </p:cBhvr>
                                      <p:to>
                                        <p:strVal val="visible"/>
                                      </p:to>
                                    </p:set>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childTnLst>
                          </p:cTn>
                        </p:par>
                        <p:par>
                          <p:cTn id="49" fill="hold">
                            <p:stCondLst>
                              <p:cond delay="4500"/>
                            </p:stCondLst>
                            <p:childTnLst>
                              <p:par>
                                <p:cTn id="50" presetID="10" presetClass="entr" presetSubtype="0" fill="hold" grpId="0" nodeType="after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childTnLst>
                          </p:cTn>
                        </p:par>
                        <p:par>
                          <p:cTn id="53" fill="hold">
                            <p:stCondLst>
                              <p:cond delay="5000"/>
                            </p:stCondLst>
                            <p:childTnLst>
                              <p:par>
                                <p:cTn id="54" presetID="10" presetClass="entr" presetSubtype="0" fill="hold" grpId="0" nodeType="after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childTnLst>
                          </p:cTn>
                        </p:par>
                        <p:par>
                          <p:cTn id="57" fill="hold">
                            <p:stCondLst>
                              <p:cond delay="5500"/>
                            </p:stCondLst>
                            <p:childTnLst>
                              <p:par>
                                <p:cTn id="58" presetID="1" presetClass="entr" presetSubtype="0" fill="hold" grpId="0" nodeType="afterEffect">
                                  <p:stCondLst>
                                    <p:cond delay="0"/>
                                  </p:stCondLst>
                                  <p:childTnLst>
                                    <p:set>
                                      <p:cBhvr>
                                        <p:cTn id="59" dur="1" fill="hold">
                                          <p:stCondLst>
                                            <p:cond delay="0"/>
                                          </p:stCondLst>
                                        </p:cTn>
                                        <p:tgtEl>
                                          <p:spTgt spid="66"/>
                                        </p:tgtEl>
                                        <p:attrNameLst>
                                          <p:attrName>style.visibility</p:attrName>
                                        </p:attrNameLst>
                                      </p:cBhvr>
                                      <p:to>
                                        <p:strVal val="visible"/>
                                      </p:to>
                                    </p:set>
                                  </p:childTnLst>
                                </p:cTn>
                              </p:par>
                            </p:childTnLst>
                          </p:cTn>
                        </p:par>
                        <p:par>
                          <p:cTn id="60" fill="hold">
                            <p:stCondLst>
                              <p:cond delay="5500"/>
                            </p:stCondLst>
                            <p:childTnLst>
                              <p:par>
                                <p:cTn id="61" presetID="10" presetClass="entr" presetSubtype="0"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500"/>
                                        <p:tgtEl>
                                          <p:spTgt spid="53"/>
                                        </p:tgtEl>
                                      </p:cBhvr>
                                    </p:animEffect>
                                  </p:childTnLst>
                                </p:cTn>
                              </p:par>
                            </p:childTnLst>
                          </p:cTn>
                        </p:par>
                        <p:par>
                          <p:cTn id="64" fill="hold">
                            <p:stCondLst>
                              <p:cond delay="6000"/>
                            </p:stCondLst>
                            <p:childTnLst>
                              <p:par>
                                <p:cTn id="65" presetID="10" presetClass="entr" presetSubtype="0" fill="hold" grpId="0" nodeType="after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500"/>
                                        <p:tgtEl>
                                          <p:spTgt spid="52"/>
                                        </p:tgtEl>
                                      </p:cBhvr>
                                    </p:animEffect>
                                  </p:childTnLst>
                                </p:cTn>
                              </p:par>
                            </p:childTnLst>
                          </p:cTn>
                        </p:par>
                        <p:par>
                          <p:cTn id="68" fill="hold">
                            <p:stCondLst>
                              <p:cond delay="6500"/>
                            </p:stCondLst>
                            <p:childTnLst>
                              <p:par>
                                <p:cTn id="69" presetID="10" presetClass="entr" presetSubtype="0" fill="hold" grpId="0" nodeType="after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500"/>
                                        <p:tgtEl>
                                          <p:spTgt spid="58"/>
                                        </p:tgtEl>
                                      </p:cBhvr>
                                    </p:animEffect>
                                  </p:childTnLst>
                                </p:cTn>
                              </p:par>
                            </p:childTnLst>
                          </p:cTn>
                        </p:par>
                        <p:par>
                          <p:cTn id="72" fill="hold">
                            <p:stCondLst>
                              <p:cond delay="7000"/>
                            </p:stCondLst>
                            <p:childTnLst>
                              <p:par>
                                <p:cTn id="73" presetID="10" presetClass="entr" presetSubtype="0" fill="hold" grpId="0" nodeType="afterEffect">
                                  <p:stCondLst>
                                    <p:cond delay="0"/>
                                  </p:stCondLst>
                                  <p:childTnLst>
                                    <p:set>
                                      <p:cBhvr>
                                        <p:cTn id="74" dur="1" fill="hold">
                                          <p:stCondLst>
                                            <p:cond delay="0"/>
                                          </p:stCondLst>
                                        </p:cTn>
                                        <p:tgtEl>
                                          <p:spTgt spid="57"/>
                                        </p:tgtEl>
                                        <p:attrNameLst>
                                          <p:attrName>style.visibility</p:attrName>
                                        </p:attrNameLst>
                                      </p:cBhvr>
                                      <p:to>
                                        <p:strVal val="visible"/>
                                      </p:to>
                                    </p:set>
                                    <p:animEffect transition="in" filter="fade">
                                      <p:cBhvr>
                                        <p:cTn id="75" dur="500"/>
                                        <p:tgtEl>
                                          <p:spTgt spid="57"/>
                                        </p:tgtEl>
                                      </p:cBhvr>
                                    </p:animEffect>
                                  </p:childTnLst>
                                </p:cTn>
                              </p:par>
                            </p:childTnLst>
                          </p:cTn>
                        </p:par>
                        <p:par>
                          <p:cTn id="76" fill="hold">
                            <p:stCondLst>
                              <p:cond delay="7500"/>
                            </p:stCondLst>
                            <p:childTnLst>
                              <p:par>
                                <p:cTn id="77" presetID="10" presetClass="entr" presetSubtype="0" fill="hold" grpId="0" nodeType="afterEffect">
                                  <p:stCondLst>
                                    <p:cond delay="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500"/>
                                        <p:tgtEl>
                                          <p:spTgt spid="65"/>
                                        </p:tgtEl>
                                      </p:cBhvr>
                                    </p:animEffect>
                                  </p:childTnLst>
                                </p:cTn>
                              </p:par>
                            </p:childTnLst>
                          </p:cTn>
                        </p:par>
                        <p:par>
                          <p:cTn id="80" fill="hold">
                            <p:stCondLst>
                              <p:cond delay="8000"/>
                            </p:stCondLst>
                            <p:childTnLst>
                              <p:par>
                                <p:cTn id="81" presetID="10" presetClass="entr" presetSubtype="0" fill="hold" grpId="0" nodeType="after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500"/>
                                        <p:tgtEl>
                                          <p:spTgt spid="59"/>
                                        </p:tgtEl>
                                      </p:cBhvr>
                                    </p:animEffect>
                                  </p:childTnLst>
                                </p:cTn>
                              </p:par>
                            </p:childTnLst>
                          </p:cTn>
                        </p:par>
                        <p:par>
                          <p:cTn id="84" fill="hold">
                            <p:stCondLst>
                              <p:cond delay="8500"/>
                            </p:stCondLst>
                            <p:childTnLst>
                              <p:par>
                                <p:cTn id="85" presetID="10" presetClass="entr" presetSubtype="0" fill="hold" grpId="0" nodeType="after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500"/>
                                        <p:tgtEl>
                                          <p:spTgt spid="54"/>
                                        </p:tgtEl>
                                      </p:cBhvr>
                                    </p:animEffect>
                                  </p:childTnLst>
                                </p:cTn>
                              </p:par>
                            </p:childTnLst>
                          </p:cTn>
                        </p:par>
                        <p:par>
                          <p:cTn id="88" fill="hold">
                            <p:stCondLst>
                              <p:cond delay="9000"/>
                            </p:stCondLst>
                            <p:childTnLst>
                              <p:par>
                                <p:cTn id="89" presetID="10" presetClass="entr" presetSubtype="0" fill="hold" grpId="0" nodeType="after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fade">
                                      <p:cBhvr>
                                        <p:cTn id="91" dur="500"/>
                                        <p:tgtEl>
                                          <p:spTgt spid="55"/>
                                        </p:tgtEl>
                                      </p:cBhvr>
                                    </p:animEffect>
                                  </p:childTnLst>
                                </p:cTn>
                              </p:par>
                            </p:childTnLst>
                          </p:cTn>
                        </p:par>
                        <p:par>
                          <p:cTn id="92" fill="hold">
                            <p:stCondLst>
                              <p:cond delay="9500"/>
                            </p:stCondLst>
                            <p:childTnLst>
                              <p:par>
                                <p:cTn id="93" presetID="1" presetClass="entr" presetSubtype="0" fill="hold" grpId="0" nodeType="afterEffect">
                                  <p:stCondLst>
                                    <p:cond delay="0"/>
                                  </p:stCondLst>
                                  <p:childTnLst>
                                    <p:set>
                                      <p:cBhvr>
                                        <p:cTn id="94" dur="1" fill="hold">
                                          <p:stCondLst>
                                            <p:cond delay="0"/>
                                          </p:stCondLst>
                                        </p:cTn>
                                        <p:tgtEl>
                                          <p:spTgt spid="63"/>
                                        </p:tgtEl>
                                        <p:attrNameLst>
                                          <p:attrName>style.visibility</p:attrName>
                                        </p:attrNameLst>
                                      </p:cBhvr>
                                      <p:to>
                                        <p:strVal val="visible"/>
                                      </p:to>
                                    </p:set>
                                  </p:childTnLst>
                                </p:cTn>
                              </p:par>
                            </p:childTnLst>
                          </p:cTn>
                        </p:par>
                        <p:par>
                          <p:cTn id="95" fill="hold">
                            <p:stCondLst>
                              <p:cond delay="9500"/>
                            </p:stCondLst>
                            <p:childTnLst>
                              <p:par>
                                <p:cTn id="96" presetID="10" presetClass="entr" presetSubtype="0" fill="hold" grpId="0" nodeType="afterEffect">
                                  <p:stCondLst>
                                    <p:cond delay="0"/>
                                  </p:stCondLst>
                                  <p:childTnLst>
                                    <p:set>
                                      <p:cBhvr>
                                        <p:cTn id="97" dur="1" fill="hold">
                                          <p:stCondLst>
                                            <p:cond delay="0"/>
                                          </p:stCondLst>
                                        </p:cTn>
                                        <p:tgtEl>
                                          <p:spTgt spid="56"/>
                                        </p:tgtEl>
                                        <p:attrNameLst>
                                          <p:attrName>style.visibility</p:attrName>
                                        </p:attrNameLst>
                                      </p:cBhvr>
                                      <p:to>
                                        <p:strVal val="visible"/>
                                      </p:to>
                                    </p:set>
                                    <p:animEffect transition="in" filter="fade">
                                      <p:cBhvr>
                                        <p:cTn id="98" dur="500"/>
                                        <p:tgtEl>
                                          <p:spTgt spid="56"/>
                                        </p:tgtEl>
                                      </p:cBhvr>
                                    </p:animEffect>
                                  </p:childTnLst>
                                </p:cTn>
                              </p:par>
                            </p:childTnLst>
                          </p:cTn>
                        </p:par>
                        <p:par>
                          <p:cTn id="99" fill="hold">
                            <p:stCondLst>
                              <p:cond delay="10000"/>
                            </p:stCondLst>
                            <p:childTnLst>
                              <p:par>
                                <p:cTn id="100" presetID="10" presetClass="entr" presetSubtype="0" fill="hold" grpId="0" nodeType="after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500"/>
                                        <p:tgtEl>
                                          <p:spTgt spid="50"/>
                                        </p:tgtEl>
                                      </p:cBhvr>
                                    </p:animEffect>
                                  </p:childTnLst>
                                </p:cTn>
                              </p:par>
                            </p:childTnLst>
                          </p:cTn>
                        </p:par>
                        <p:par>
                          <p:cTn id="103" fill="hold">
                            <p:stCondLst>
                              <p:cond delay="10500"/>
                            </p:stCondLst>
                            <p:childTnLst>
                              <p:par>
                                <p:cTn id="104" presetID="10" presetClass="entr" presetSubtype="0" fill="hold" grpId="0" nodeType="after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fade">
                                      <p:cBhvr>
                                        <p:cTn id="106" dur="500"/>
                                        <p:tgtEl>
                                          <p:spTgt spid="51"/>
                                        </p:tgtEl>
                                      </p:cBhvr>
                                    </p:animEffect>
                                  </p:childTnLst>
                                </p:cTn>
                              </p:par>
                            </p:childTnLst>
                          </p:cTn>
                        </p:par>
                        <p:par>
                          <p:cTn id="107" fill="hold">
                            <p:stCondLst>
                              <p:cond delay="11000"/>
                            </p:stCondLst>
                            <p:childTnLst>
                              <p:par>
                                <p:cTn id="108" presetID="10" presetClass="entr" presetSubtype="0" fill="hold" grpId="0" nodeType="after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3" grpId="0" animBg="1"/>
      <p:bldP spid="65" grpId="0" animBg="1"/>
      <p:bldP spid="66" grpId="0" animBg="1"/>
      <p:bldP spid="6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16"/>
          <p:cNvSpPr txBox="1">
            <a:spLocks noChangeArrowheads="1"/>
          </p:cNvSpPr>
          <p:nvPr/>
        </p:nvSpPr>
        <p:spPr bwMode="auto">
          <a:xfrm>
            <a:off x="4077370" y="2921167"/>
            <a:ext cx="403725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ID" sz="6000" b="1" dirty="0" smtClean="0">
                <a:latin typeface="Palatino Linotype" pitchFamily="18" charset="0"/>
                <a:cs typeface="Calibri" pitchFamily="34" charset="0"/>
              </a:rPr>
              <a:t>Thank You</a:t>
            </a:r>
            <a:endParaRPr lang="en-ID" sz="6000" b="1" dirty="0">
              <a:latin typeface="Palatino Linotype" pitchFamily="18" charset="0"/>
              <a:cs typeface="Calibri" pitchFamily="34" charset="0"/>
            </a:endParaRPr>
          </a:p>
        </p:txBody>
      </p:sp>
    </p:spTree>
    <p:extLst>
      <p:ext uri="{BB962C8B-B14F-4D97-AF65-F5344CB8AC3E}">
        <p14:creationId xmlns:p14="http://schemas.microsoft.com/office/powerpoint/2010/main" val="8608234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958</TotalTime>
  <Words>4004</Words>
  <Application>Microsoft Office PowerPoint</Application>
  <PresentationFormat>Widescreen</PresentationFormat>
  <Paragraphs>702</Paragraphs>
  <Slides>45</Slides>
  <Notes>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45</vt:i4>
      </vt:variant>
    </vt:vector>
  </HeadingPairs>
  <TitlesOfParts>
    <vt:vector size="61" baseType="lpstr">
      <vt:lpstr>ACFWFO+Palatino Linotype Bold</vt:lpstr>
      <vt:lpstr>Arial</vt:lpstr>
      <vt:lpstr>Caladea</vt:lpstr>
      <vt:lpstr>Calibri</vt:lpstr>
      <vt:lpstr>Calibri Light</vt:lpstr>
      <vt:lpstr>HNCKUD+Arial</vt:lpstr>
      <vt:lpstr>KATJHV+Palatino Linotype</vt:lpstr>
      <vt:lpstr>LQQMHD+Calibri Bold</vt:lpstr>
      <vt:lpstr>Montserrat</vt:lpstr>
      <vt:lpstr>OEDHIM+Calibri</vt:lpstr>
      <vt:lpstr>Palatino Linotype</vt:lpstr>
      <vt:lpstr>PIBUCS+Palatino Linotype</vt:lpstr>
      <vt:lpstr>RABASO+Calibri</vt:lpstr>
      <vt:lpstr>TDCDLM+Calibri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SEO</cp:lastModifiedBy>
  <cp:revision>129</cp:revision>
  <dcterms:created xsi:type="dcterms:W3CDTF">2022-11-18T06:11:45Z</dcterms:created>
  <dcterms:modified xsi:type="dcterms:W3CDTF">2026-02-23T11:58:15Z</dcterms:modified>
</cp:coreProperties>
</file>